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ede7a7983d143da" /><Relationship Type="http://schemas.openxmlformats.org/officeDocument/2006/relationships/extended-properties" Target="/docProps/app.xml" Id="Rb30a882023cb4fec" /><Relationship Type="http://schemas.openxmlformats.org/officeDocument/2006/relationships/officeDocument" Target="/ppt/presentation.xml" Id="R0397ed0f45014e09" /></Relationships>
</file>

<file path=ppt/presentation.xml><?xml version="1.0" encoding="utf-8"?>
<p:presentation xmlns:p="http://schemas.openxmlformats.org/presentationml/2006/main">
  <p:sldMasterIdLst>
    <p:sldMasterId xmlns:r="http://schemas.openxmlformats.org/officeDocument/2006/relationships" id="2147483648" r:id="R41d65102084d4f4a"/>
  </p:sldMasterIdLst>
  <p:notesMasterIdLst>
    <p:notesMasterId xmlns:r="http://schemas.openxmlformats.org/officeDocument/2006/relationships" r:id="R1dcac06a75d6437d"/>
  </p:notesMasterIdLst>
  <p:sldIdLst>
    <p:sldId xmlns:r="http://schemas.openxmlformats.org/officeDocument/2006/relationships" id="256" r:id="Rc0183f0c854f4d0a"/>
    <p:sldId xmlns:r="http://schemas.openxmlformats.org/officeDocument/2006/relationships" id="257" r:id="R90c5c245806c4390"/>
    <p:sldId xmlns:r="http://schemas.openxmlformats.org/officeDocument/2006/relationships" id="258" r:id="R6a3ac3508610483e"/>
    <p:sldId xmlns:r="http://schemas.openxmlformats.org/officeDocument/2006/relationships" id="259" r:id="R702c6a38a28044af"/>
    <p:sldId xmlns:r="http://schemas.openxmlformats.org/officeDocument/2006/relationships" id="260" r:id="Re44372ddd3714fbf"/>
    <p:sldId xmlns:r="http://schemas.openxmlformats.org/officeDocument/2006/relationships" id="261" r:id="Rcc4e36140b5a4248"/>
    <p:sldId xmlns:r="http://schemas.openxmlformats.org/officeDocument/2006/relationships" id="262" r:id="R5d75bd18389641ed"/>
    <p:sldId xmlns:r="http://schemas.openxmlformats.org/officeDocument/2006/relationships" id="263" r:id="Ree844598fc634f95"/>
    <p:sldId xmlns:r="http://schemas.openxmlformats.org/officeDocument/2006/relationships" id="264" r:id="Rb721bbcb473d43af"/>
    <p:sldId xmlns:r="http://schemas.openxmlformats.org/officeDocument/2006/relationships" id="265" r:id="R5b31b6db43de46b4"/>
    <p:sldId xmlns:r="http://schemas.openxmlformats.org/officeDocument/2006/relationships" id="266" r:id="R9d1a20fa0eb04060"/>
    <p:sldId xmlns:r="http://schemas.openxmlformats.org/officeDocument/2006/relationships" id="267" r:id="Re77889206e9d42c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a0a0a048c64624" /><Relationship Type="http://schemas.openxmlformats.org/officeDocument/2006/relationships/slideMaster" Target="/ppt/slideMasters/slideMaster1.xml" Id="R41d65102084d4f4a" /><Relationship Type="http://schemas.openxmlformats.org/officeDocument/2006/relationships/notesMaster" Target="/ppt/notesMasters/notesMaster1.xml" Id="R1dcac06a75d6437d" /><Relationship Type="http://schemas.openxmlformats.org/officeDocument/2006/relationships/presProps" Target="/ppt/presProps.xml" Id="R5a6a57fe464e42c2" /><Relationship Type="http://schemas.openxmlformats.org/officeDocument/2006/relationships/tableStyles" Target="/ppt/tableStyles.xml" Id="Re307636b3be647ca" /><Relationship Type="http://schemas.openxmlformats.org/officeDocument/2006/relationships/slide" Target="/ppt/slides/slide1.xml" Id="Rc0183f0c854f4d0a" /><Relationship Type="http://schemas.openxmlformats.org/officeDocument/2006/relationships/slide" Target="/ppt/slides/slide2.xml" Id="R90c5c245806c4390" /><Relationship Type="http://schemas.openxmlformats.org/officeDocument/2006/relationships/slide" Target="/ppt/slides/slide3.xml" Id="R6a3ac3508610483e" /><Relationship Type="http://schemas.openxmlformats.org/officeDocument/2006/relationships/slide" Target="/ppt/slides/slide4.xml" Id="R702c6a38a28044af" /><Relationship Type="http://schemas.openxmlformats.org/officeDocument/2006/relationships/slide" Target="/ppt/slides/slide5.xml" Id="Re44372ddd3714fbf" /><Relationship Type="http://schemas.openxmlformats.org/officeDocument/2006/relationships/slide" Target="/ppt/slides/slide6.xml" Id="Rcc4e36140b5a4248" /><Relationship Type="http://schemas.openxmlformats.org/officeDocument/2006/relationships/slide" Target="/ppt/slides/slide7.xml" Id="R5d75bd18389641ed" /><Relationship Type="http://schemas.openxmlformats.org/officeDocument/2006/relationships/slide" Target="/ppt/slides/slide8.xml" Id="Ree844598fc634f95" /><Relationship Type="http://schemas.openxmlformats.org/officeDocument/2006/relationships/slide" Target="/ppt/slides/slide9.xml" Id="Rb721bbcb473d43af" /><Relationship Type="http://schemas.openxmlformats.org/officeDocument/2006/relationships/slide" Target="/ppt/slides/slide10.xml" Id="R5b31b6db43de46b4" /><Relationship Type="http://schemas.openxmlformats.org/officeDocument/2006/relationships/slide" Target="/ppt/slides/slide11.xml" Id="R9d1a20fa0eb04060" /><Relationship Type="http://schemas.openxmlformats.org/officeDocument/2006/relationships/slide" Target="/ppt/slides/slide12.xml" Id="Re77889206e9d42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feabd902d246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96c152e38243c2" /><Relationship Type="http://schemas.openxmlformats.org/officeDocument/2006/relationships/notesMaster" Target="/ppt/notesMasters/notesMaster1.xml" Id="R4d78f913480e4c92"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ce820817f14f3b" /><Relationship Type="http://schemas.openxmlformats.org/officeDocument/2006/relationships/notesMaster" Target="/ppt/notesMasters/notesMaster1.xml" Id="R07fdc73a6b7c49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dedbccc067440a" /><Relationship Type="http://schemas.openxmlformats.org/officeDocument/2006/relationships/notesMaster" Target="/ppt/notesMasters/notesMaster1.xml" Id="Ra6f41cda508048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85db0afd604e4a" /><Relationship Type="http://schemas.openxmlformats.org/officeDocument/2006/relationships/notesMaster" Target="/ppt/notesMasters/notesMaster1.xml" Id="R826eceb316b049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6f7b690292479b" /><Relationship Type="http://schemas.openxmlformats.org/officeDocument/2006/relationships/notesMaster" Target="/ppt/notesMasters/notesMaster1.xml" Id="R496a6a976df343d4"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f7aa7ce68b4185" /><Relationship Type="http://schemas.openxmlformats.org/officeDocument/2006/relationships/notesMaster" Target="/ppt/notesMasters/notesMaster1.xml" Id="R999f6f81690a4f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a61176d709475f" /><Relationship Type="http://schemas.openxmlformats.org/officeDocument/2006/relationships/notesMaster" Target="/ppt/notesMasters/notesMaster1.xml" Id="R227276f8056e4b9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5652a4f61c4839" /><Relationship Type="http://schemas.openxmlformats.org/officeDocument/2006/relationships/notesMaster" Target="/ppt/notesMasters/notesMaster1.xml" Id="R06bd5956f8b84f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4b2d6cbdc94523" /><Relationship Type="http://schemas.openxmlformats.org/officeDocument/2006/relationships/notesMaster" Target="/ppt/notesMasters/notesMaster1.xml" Id="Rd1ff60df154f43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64e7ddf482b4790" /><Relationship Type="http://schemas.openxmlformats.org/officeDocument/2006/relationships/notesMaster" Target="/ppt/notesMasters/notesMaster1.xml" Id="R31fce43d77ad43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aebde6d1334dc9" /><Relationship Type="http://schemas.openxmlformats.org/officeDocument/2006/relationships/notesMaster" Target="/ppt/notesMasters/notesMaster1.xml" Id="R1b544034a118451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481d068e0b42ca" /><Relationship Type="http://schemas.openxmlformats.org/officeDocument/2006/relationships/notesMaster" Target="/ppt/notesMasters/notesMaster1.xml" Id="R2f9646b19e36451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Introduce team and project: a controlled candidate workspace with local monitoring and examiner evidence review. Source: existing presentation title and Scope v3 p.1. Background is an AI-generated conceptual illustration, not a software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Remote assessment gives an examiner limited visibility of the candidate environment. An alert without context can mislead. IntegrityFlow combines controls and event evidence to support human review. Do not promise cheating proof or automated guilt. Source: Scope v3 and implemented candidate/examiner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Explain local analysis, a controlled application environment, captured evidence, human review and answer submission. Online mode includes camera/voice. Physical lab mode bypasses those checks and retains environment checks. Sources: main.py, selfCheck.js, examScreen.js, Scope 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Click once for candidate, again for backend, again for examiner. Python analyzes locally; Electron transports events and accepted offline events persist in its disk queue. Backend stores evidence and scores; Socket.IO updates the examiner. Central live updates require connectivity. No continuous video upload. Sources: pythonBridge.js, violationBuffer.js, server/src/sockets/violationSocket.js, storage/scoring services and dashboard useSocket.js.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Reveal entry checks, then exam workspace, then submission. Consent explicitly covers identity/evidence and online speaker-reference storage. Online self-check includes voice enrollment and confirmation. Student writes typed answers or uploads a file. Sources: consent.html, identity.js, selfCheck.js, examScreen.js.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 seconds. The score is a 0–100 review priority, not probability of cheating. Examiner opens evidence and confirms or dismisses an alert; dismissed events do not contribute to scoring. Owning teacher sees exam updates; admin retains broader access. Sources: scoring strategy, EvidenceViewer, violationSocket.js; check_socket_isolation.js passed.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All core modules have implementation paths. AI differs from exact scope: YOLO26 rather than YOLOv8, no headphone target, OpenCV fallback here. Reporting is implemented: summary, final scores, CSV, browser PDF; combined all-alert/screenshots export remains an enhancement. No overall completion percentage is independently verified. Source: Scope v3 pp.9–10; ExamSummary.jsx; ai_monitor.py; code-backed verification report, corrected 3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Voice is an extension beyond Scope v3. A speaker-reference mismatch is a signal, not a count of speakers or proof. Other additions: lab mode, management, communication and reliability. These features are implemented but demonstration should use rehearsed paths. Sources: voice_monitor.py, Dashboard.jsx, admin routes, violationBuffer.js and main.py.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The 13 deterministic Python checks and startup/offline checks exercise controlled inputs, not measured AI accuracy. Socket ownership and explicit consent regression checks now pass. Remaining scenario evaluation, measured latency/load/resources, model/class scope alignment and delayed post-completion evidence. Reporting exists; combined evidence export is an enhancement. Sources: check_reliability.js, Python checks, check_socket_isolation.js, check_consent.js, Scope_Progress_Verification.md corrected 3 October.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 seconds, then switch to live demo. Spend 7–8 minutes demonstrating a rehearsed practice exam. Separate candidate laptop because single-display self-check conflicts with HDMI projector. Candidate joins, consent/self-check, answers, sustained rehearsed event, examiner evidence review/dismissal/message, submission and completed summary. Demonstrate CSV/browser PDF if rehearsed. No strict process killing with unsaved work. Sources: Demo_and_Speaking_Plan.md and current display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in Q&amp;A. No continuous video or full-exam audio file is stored. Voice enrollment raw audio is processed in memory, session reference vector persists locally; suspicious clips persist locally and upload. Current retention has no automatic expiry; authorized operator manually removes local and uploaded copies. Consent explicitly discloses this and requires acceptance. Central dashboard needs connectivity; buffering is not continuous offline live visibility. Sources: consent.html, voice_monitor.py, violationBuffer.js.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in Q&amp;A. These are defensible answers rather than performance claims. Team integrated pretrained models rather than trained them. Accuracy remains to measure. Existing summary/CSV/PDF via browser is implemented, combined evidence export remains an enhancement. Explain completion by implemented modules and demo; no independently verified percentage. Sources: Scope v3, ai_monitor.py, ExamSummary.jsx and verification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3f0631579244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e995f52165405c" /><Relationship Type="http://schemas.openxmlformats.org/officeDocument/2006/relationships/slideLayout" Target="/ppt/slideLayouts/slideLayout1.xml" Id="R3fa51ce3f0944f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a51ce3f0944f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cfe8821f564de4" /><Relationship Type="http://schemas.openxmlformats.org/officeDocument/2006/relationships/image" Target="/ppt/media/image.png" Id="R140d03294cc24d40" /><Relationship Type="http://schemas.openxmlformats.org/officeDocument/2006/relationships/notesSlide" Target="/ppt/notesSlides/notesSlide1.xml" Id="R8ba0d001137b47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69b1f4b80a4868" /><Relationship Type="http://schemas.openxmlformats.org/officeDocument/2006/relationships/notesSlide" Target="/ppt/notesSlides/notesSlide2.xml" Id="R6f88351c7f3242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3abe376527405d" /><Relationship Type="http://schemas.openxmlformats.org/officeDocument/2006/relationships/notesSlide" Target="/ppt/notesSlides/notesSlide3.xml" Id="Rddc5a147502d42a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6cf8cf54cb44c4" /><Relationship Type="http://schemas.openxmlformats.org/officeDocument/2006/relationships/notesSlide" Target="/ppt/notesSlides/notesSlide4.xml" Id="Rd5682a266f2b4c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286c1605dc409e" /><Relationship Type="http://schemas.openxmlformats.org/officeDocument/2006/relationships/notesSlide" Target="/ppt/notesSlides/notesSlide5.xml" Id="R51b948529f694a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d0a3e2879204ce0" /><Relationship Type="http://schemas.openxmlformats.org/officeDocument/2006/relationships/notesSlide" Target="/ppt/notesSlides/notesSlide6.xml" Id="R1b9b9779ca0f43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57fd312b924d18" /><Relationship Type="http://schemas.openxmlformats.org/officeDocument/2006/relationships/notesSlide" Target="/ppt/notesSlides/notesSlide7.xml" Id="R237121d6959143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d904c33780b4629" /><Relationship Type="http://schemas.openxmlformats.org/officeDocument/2006/relationships/notesSlide" Target="/ppt/notesSlides/notesSlide8.xml" Id="R81fa326448cc4db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234b4459db34794" /><Relationship Type="http://schemas.openxmlformats.org/officeDocument/2006/relationships/notesSlide" Target="/ppt/notesSlides/notesSlide9.xml" Id="Ref0263fc032c43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5557f9b912447b" /><Relationship Type="http://schemas.openxmlformats.org/officeDocument/2006/relationships/image" Target="/ppt/media/image2.png" Id="Ra0a0c7b02bb542b8" /><Relationship Type="http://schemas.openxmlformats.org/officeDocument/2006/relationships/notesSlide" Target="/ppt/notesSlides/notesSlide10.xml" Id="R4a761c6443614f5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05c30d76f34fd2" /><Relationship Type="http://schemas.openxmlformats.org/officeDocument/2006/relationships/notesSlide" Target="/ppt/notesSlides/notesSlide11.xml" Id="R90ff4fb12ba743b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44900298f204237" /><Relationship Type="http://schemas.openxmlformats.org/officeDocument/2006/relationships/notesSlide" Target="/ppt/notesSlides/notesSlide12.xml" Id="R5bf58f847d7e4cde" /></Relationships>
</file>

<file path=ppt/slides/slide1.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925"/>
        </a:solidFill>
      </p:bgPr>
    </p:bg>
    <p:spTree>
      <p:nvGrpSpPr>
        <p:cNvPr id="1" name=""/>
        <p:cNvGrpSpPr/>
        <p:nvPr/>
      </p:nvGrpSpPr>
      <p:grpSpPr>
        <a:xfrm/>
      </p:grpSpPr>
      <p:pic>
        <p:nvPicPr>
          <p:cNvPr id="6" name=""/>
          <p:cNvPicPr>
            <a:picLocks noChangeAspect="1"/>
          </p:cNvPicPr>
          <p:nvPr/>
        </p:nvPicPr>
        <p:blipFill>
          <a:blip r:embed="R140d03294cc24d40"/>
          <a:srcRect l="0" t="27" r="0" b="27"/>
          <a:stretch>
            <a:fillRect l="0" t="0" r="0" b="0"/>
          </a:stretch>
        </p:blipFill>
        <p:spPr>
          <a:xfrm>
            <a:off x="0" y="0"/>
            <a:ext cx="12192000" cy="6858000"/>
          </a:xfrm>
          <a:prstGeom prst="rect">
            <a:avLst/>
          </a:prstGeom>
        </p:spPr>
      </p:pic>
      <p:sp>
        <p:nvSpPr>
          <p:cNvPr id="2" name="static">
            <a:extLst>
              <a:ext uri="{FF2B5EF4-FFF2-40B4-BE49-F238E27FC236}">
                <ns3:creationId id="{C2FEB459-AC36-4F40-86A6-D62D3FEAB963}"/>
              </a:ext>
            </a:extLst>
          </p:cNvPr>
          <p:cNvSpPr>
            <a:spLocks noGrp="1"/>
          </p:cNvSpPr>
          <p:nvPr/>
        </p:nvSpPr>
        <p:spPr>
          <a:xfrm>
            <a:off x="609600" y="1447800"/>
            <a:ext cx="7334250" cy="1066800"/>
          </a:xfrm>
          <a:prstGeom prst="rect">
            <a:avLst/>
          </a:prstGeom>
          <a:noFill/>
          <a:ln w="0">
            <a:noFill/>
          </a:ln>
        </p:spPr>
        <p:txBody>
          <a:bodyPr>
            <a:noAutofit/>
          </a:bodyPr>
          <a:lstStyle/>
          <a:p>
            <a:pPr>
              <a:defRPr sz="6300" b="1">
                <a:solidFill>
                  <a:srgbClr val="F1F6F7"/>
                </a:solidFill>
                <a:latin typeface="Arial"/>
                <a:ea typeface="Arial"/>
                <a:cs typeface="Arial"/>
              </a:defRPr>
            </a:pPr>
            <a:r>
              <a:rPr sz="6300" b="1">
                <a:solidFill>
                  <a:srgbClr val="F1F6F7"/>
                </a:solidFill>
                <a:latin typeface="Arial"/>
                <a:ea typeface="Arial"/>
                <a:cs typeface="Arial"/>
              </a:rPr>
              <a:t>IntegrityFlow</a:t>
            </a:r>
          </a:p>
        </p:txBody>
      </p:sp>
      <p:sp>
        <p:nvSpPr>
          <p:cNvPr id="3" name="static">
            <a:extLst>
              <a:ext uri="{FF2B5EF4-FFF2-40B4-BE49-F238E27FC236}">
                <ns3:creationId id="{3C1893A4-4375-4894-A9AC-B81B1BC8803E}"/>
              </a:ext>
            </a:extLst>
          </p:cNvPr>
          <p:cNvSpPr>
            <a:spLocks noGrp="1"/>
          </p:cNvSpPr>
          <p:nvPr/>
        </p:nvSpPr>
        <p:spPr>
          <a:xfrm>
            <a:off x="647700" y="2724150"/>
            <a:ext cx="6477000" cy="1200150"/>
          </a:xfrm>
          <a:prstGeom prst="rect">
            <a:avLst/>
          </a:prstGeom>
          <a:noFill/>
          <a:ln w="0">
            <a:noFill/>
          </a:ln>
        </p:spPr>
        <p:txBody>
          <a:bodyPr>
            <a:noAutofit/>
          </a:bodyPr>
          <a:lstStyle/>
          <a:p>
            <a:pPr>
              <a:defRPr sz="2850" b="0">
                <a:solidFill>
                  <a:srgbClr val="50DDC4"/>
                </a:solidFill>
                <a:latin typeface="Arial"/>
                <a:ea typeface="Arial"/>
                <a:cs typeface="Arial"/>
              </a:defRPr>
            </a:pPr>
            <a:r>
              <a:rPr sz="2850" b="0">
                <a:solidFill>
                  <a:srgbClr val="50DDC4"/>
                </a:solidFill>
                <a:latin typeface="Arial"/>
                <a:ea typeface="Arial"/>
                <a:cs typeface="Arial"/>
              </a:rPr>
              <a:t>Final Year Project</a:t>
            </a:r>
          </a:p>
          <a:p>
            <a:pPr>
              <a:defRPr sz="2850" b="0">
                <a:solidFill>
                  <a:srgbClr val="50DDC4"/>
                </a:solidFill>
                <a:latin typeface="Arial"/>
                <a:ea typeface="Arial"/>
                <a:cs typeface="Arial"/>
              </a:defRPr>
            </a:pPr>
            <a:r>
              <a:rPr sz="2850" b="0">
                <a:solidFill>
                  <a:srgbClr val="50DDC4"/>
                </a:solidFill>
                <a:latin typeface="Arial"/>
                <a:ea typeface="Arial"/>
                <a:cs typeface="Arial"/>
              </a:rPr>
              <a:t>Progress Review</a:t>
            </a:r>
          </a:p>
        </p:txBody>
      </p:sp>
      <p:sp>
        <p:nvSpPr>
          <p:cNvPr id="4" name="static">
            <a:extLst>
              <a:ext uri="{FF2B5EF4-FFF2-40B4-BE49-F238E27FC236}">
                <ns3:creationId id="{E50C3198-ACDB-4C6A-8899-2B5946556A90}"/>
              </a:ext>
            </a:extLst>
          </p:cNvPr>
          <p:cNvSpPr>
            <a:spLocks noGrp="1"/>
          </p:cNvSpPr>
          <p:nvPr/>
        </p:nvSpPr>
        <p:spPr>
          <a:xfrm>
            <a:off x="647700" y="5238750"/>
            <a:ext cx="7048500" cy="666750"/>
          </a:xfrm>
          <a:prstGeom prst="rect">
            <a:avLst/>
          </a:prstGeom>
          <a:noFill/>
          <a:ln w="0">
            <a:noFill/>
          </a:ln>
        </p:spPr>
        <p:txBody>
          <a:bodyPr>
            <a:noAutofit/>
          </a:bodyPr>
          <a:lstStyle/>
          <a:p>
            <a:pPr>
              <a:defRPr sz="1725" b="0">
                <a:solidFill>
                  <a:srgbClr val="F1F6F7"/>
                </a:solidFill>
                <a:latin typeface="Arial"/>
                <a:ea typeface="Arial"/>
                <a:cs typeface="Arial"/>
              </a:defRPr>
            </a:pPr>
            <a:r>
              <a:rPr sz="1725" b="0">
                <a:solidFill>
                  <a:srgbClr val="F1F6F7"/>
                </a:solidFill>
                <a:latin typeface="Arial"/>
                <a:ea typeface="Arial"/>
                <a:cs typeface="Arial"/>
              </a:rPr>
              <a:t>Rao Umair Ahmed · Muhammad Usman</a:t>
            </a:r>
          </a:p>
          <a:p>
            <a:pPr>
              <a:defRPr sz="1725" b="0">
                <a:solidFill>
                  <a:srgbClr val="F1F6F7"/>
                </a:solidFill>
                <a:latin typeface="Arial"/>
                <a:ea typeface="Arial"/>
                <a:cs typeface="Arial"/>
              </a:defRPr>
            </a:pPr>
            <a:r>
              <a:rPr sz="1725" b="0">
                <a:solidFill>
                  <a:srgbClr val="F1F6F7"/>
                </a:solidFill>
                <a:latin typeface="Arial"/>
                <a:ea typeface="Arial"/>
                <a:cs typeface="Arial"/>
              </a:rPr>
              <a:t>Muhammad Abubakar Siddique</a:t>
            </a:r>
          </a:p>
        </p:txBody>
      </p:sp>
      <p:sp>
        <p:nvSpPr>
          <p:cNvPr id="5" name="static">
            <a:extLst>
              <a:ext uri="{FF2B5EF4-FFF2-40B4-BE49-F238E27FC236}">
                <ns3:creationId id="{4D712137-FFD7-4418-A9FC-92435F62B82C}"/>
              </a:ext>
            </a:extLst>
          </p:cNvPr>
          <p:cNvSpPr>
            <a:spLocks noGrp="1"/>
          </p:cNvSpPr>
          <p:nvPr/>
        </p:nvSpPr>
        <p:spPr>
          <a:xfrm>
            <a:off x="647700" y="6067425"/>
            <a:ext cx="8096250" cy="304800"/>
          </a:xfrm>
          <a:prstGeom prst="rect">
            <a:avLst/>
          </a:prstGeom>
          <a:noFill/>
          <a:ln w="0">
            <a:noFill/>
          </a:ln>
        </p:spPr>
        <p:txBody>
          <a:bodyPr>
            <a:noAutofit/>
          </a:bodyPr>
          <a:lstStyle/>
          <a:p>
            <a:pPr>
              <a:defRPr sz="1500" b="0">
                <a:solidFill>
                  <a:srgbClr val="A6BAC4"/>
                </a:solidFill>
                <a:latin typeface="Arial"/>
                <a:ea typeface="Arial"/>
                <a:cs typeface="Arial"/>
              </a:defRPr>
            </a:pPr>
            <a:r>
              <a:rPr sz="1500" b="0">
                <a:solidFill>
                  <a:srgbClr val="A6BAC4"/>
                </a:solidFill>
                <a:latin typeface="Arial"/>
                <a:ea typeface="Arial"/>
                <a:cs typeface="Arial"/>
              </a:rPr>
              <a:t>Supervisor: Mr. Abdullah  /  5 October 2026</a:t>
            </a:r>
          </a:p>
        </p:txBody>
      </p:sp>
    </p:spTree>
    <p:extLst>
      <p:ext uri="{BB962C8B-B14F-4D97-AF65-F5344CB8AC3E}">
        <ns4:creationId val="731472050"/>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6" name="static">
            <a:extLst>
              <a:ext uri="{FF2B5EF4-FFF2-40B4-BE49-F238E27FC236}">
                <ns2:creationId id="{3F6D2084-E0CD-4FDF-B261-2EB9019CEB3D}"/>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The supervision problem</a:t>
            </a:r>
          </a:p>
        </p:txBody>
      </p:sp>
      <p:sp>
        <p:nvSpPr>
          <p:cNvPr id="2" name="static">
            <a:extLst>
              <a:ext uri="{FF2B5EF4-FFF2-40B4-BE49-F238E27FC236}">
                <ns2:creationId id="{29C73566-8126-4CA1-A42C-72E998CEEC94}"/>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02</a:t>
            </a:r>
          </a:p>
        </p:txBody>
      </p:sp>
      <p:sp>
        <p:nvSpPr>
          <p:cNvPr id="3" name="static">
            <a:extLst>
              <a:ext uri="{FF2B5EF4-FFF2-40B4-BE49-F238E27FC236}">
                <ns2:creationId id="{D0C44D7F-6A73-415E-83B3-581661DCAA80}"/>
              </a:ext>
            </a:extLst>
          </p:cNvPr>
          <p:cNvSpPr>
            <a:spLocks noGrp="1"/>
          </p:cNvSpPr>
          <p:nvPr/>
        </p:nvSpPr>
        <p:spPr>
          <a:xfrm>
            <a:off x="609600" y="1847850"/>
            <a:ext cx="7048500" cy="2114550"/>
          </a:xfrm>
          <a:prstGeom prst="rect">
            <a:avLst/>
          </a:prstGeom>
          <a:noFill/>
          <a:ln w="0">
            <a:noFill/>
          </a:ln>
        </p:spPr>
        <p:txBody>
          <a:bodyPr>
            <a:noAutofit/>
          </a:bodyPr>
          <a:lstStyle/>
          <a:p>
            <a:pPr>
              <a:defRPr sz="5400" b="1">
                <a:solidFill>
                  <a:srgbClr val="F1F6F7"/>
                </a:solidFill>
                <a:latin typeface="Arial"/>
                <a:ea typeface="Arial"/>
                <a:cs typeface="Arial"/>
              </a:defRPr>
            </a:pPr>
            <a:r>
              <a:rPr sz="5400" b="1">
                <a:solidFill>
                  <a:srgbClr val="F1F6F7"/>
                </a:solidFill>
                <a:latin typeface="Arial"/>
                <a:ea typeface="Arial"/>
                <a:cs typeface="Arial"/>
              </a:rPr>
              <a:t>An alert needs</a:t>
            </a:r>
          </a:p>
          <a:p>
            <a:pPr>
              <a:defRPr sz="5400" b="1">
                <a:solidFill>
                  <a:srgbClr val="F1F6F7"/>
                </a:solidFill>
                <a:latin typeface="Arial"/>
                <a:ea typeface="Arial"/>
                <a:cs typeface="Arial"/>
              </a:defRPr>
            </a:pPr>
            <a:r>
              <a:rPr sz="5400" b="1">
                <a:solidFill>
                  <a:srgbClr val="F1F6F7"/>
                </a:solidFill>
                <a:latin typeface="Arial"/>
                <a:ea typeface="Arial"/>
                <a:cs typeface="Arial"/>
              </a:rPr>
              <a:t>context.</a:t>
            </a:r>
          </a:p>
        </p:txBody>
      </p:sp>
      <p:sp>
        <p:nvSpPr>
          <p:cNvPr id="4" name="static">
            <a:extLst>
              <a:ext uri="{FF2B5EF4-FFF2-40B4-BE49-F238E27FC236}">
                <ns2:creationId id="{67CF2E68-E6D6-4613-AE86-31CCEF5DE496}"/>
              </a:ext>
            </a:extLst>
          </p:cNvPr>
          <p:cNvSpPr>
            <a:spLocks noGrp="1"/>
          </p:cNvSpPr>
          <p:nvPr/>
        </p:nvSpPr>
        <p:spPr>
          <a:xfrm>
            <a:off x="8058150" y="2038350"/>
            <a:ext cx="3333750" cy="1638300"/>
          </a:xfrm>
          <a:prstGeom prst="rect">
            <a:avLst/>
          </a:prstGeom>
          <a:noFill/>
          <a:ln w="0">
            <a:noFill/>
          </a:ln>
        </p:spPr>
        <p:txBody>
          <a:bodyPr>
            <a:noAutofit/>
          </a:bodyPr>
          <a:lstStyle/>
          <a:p>
            <a:pPr>
              <a:defRPr sz="2100" b="0">
                <a:solidFill>
                  <a:srgbClr val="A6BAC4"/>
                </a:solidFill>
                <a:latin typeface="Arial"/>
                <a:ea typeface="Arial"/>
                <a:cs typeface="Arial"/>
              </a:defRPr>
            </a:pPr>
            <a:r>
              <a:rPr sz="2100" b="0">
                <a:solidFill>
                  <a:srgbClr val="A6BAC4"/>
                </a:solidFill>
                <a:latin typeface="Arial"/>
                <a:ea typeface="Arial"/>
                <a:cs typeface="Arial"/>
              </a:rPr>
              <a:t>Unauthorized tools and physical aids can remain outside an examiner’s view.</a:t>
            </a:r>
          </a:p>
        </p:txBody>
      </p:sp>
      <p:sp>
        <p:nvSpPr>
          <p:cNvPr id="5" name="reveal-1">
            <a:extLst>
              <a:ext uri="{FF2B5EF4-FFF2-40B4-BE49-F238E27FC236}">
                <ns2:creationId id="{81B99C1F-2F61-4A93-87AB-E2350D298C4A}"/>
              </a:ext>
            </a:extLst>
          </p:cNvPr>
          <p:cNvSpPr>
            <a:spLocks noGrp="1"/>
          </p:cNvSpPr>
          <p:nvPr/>
        </p:nvSpPr>
        <p:spPr>
          <a:xfrm>
            <a:off x="628650" y="4505325"/>
            <a:ext cx="9810750" cy="1066800"/>
          </a:xfrm>
          <a:prstGeom prst="rect">
            <a:avLst/>
          </a:prstGeom>
          <a:noFill/>
          <a:ln w="0">
            <a:noFill/>
          </a:ln>
        </p:spPr>
        <p:txBody>
          <a:bodyPr>
            <a:noAutofit/>
          </a:bodyPr>
          <a:lstStyle/>
          <a:p>
            <a:pPr>
              <a:defRPr sz="2700" b="0">
                <a:solidFill>
                  <a:srgbClr val="50DDC4"/>
                </a:solidFill>
                <a:latin typeface="Arial"/>
                <a:ea typeface="Arial"/>
                <a:cs typeface="Arial"/>
              </a:defRPr>
            </a:pPr>
            <a:r>
              <a:rPr sz="2700" b="0">
                <a:solidFill>
                  <a:srgbClr val="50DDC4"/>
                </a:solidFill>
                <a:latin typeface="Arial"/>
                <a:ea typeface="Arial"/>
                <a:cs typeface="Arial"/>
              </a:rPr>
              <a:t>Event evidence helps the examiner</a:t>
            </a:r>
          </a:p>
          <a:p>
            <a:pPr>
              <a:defRPr sz="2700" b="0">
                <a:solidFill>
                  <a:srgbClr val="50DDC4"/>
                </a:solidFill>
                <a:latin typeface="Arial"/>
                <a:ea typeface="Arial"/>
                <a:cs typeface="Arial"/>
              </a:defRPr>
            </a:pPr>
            <a:r>
              <a:rPr sz="2700" b="0">
                <a:solidFill>
                  <a:srgbClr val="50DDC4"/>
                </a:solidFill>
                <a:latin typeface="Arial"/>
                <a:ea typeface="Arial"/>
                <a:cs typeface="Arial"/>
              </a:rPr>
              <a:t>judge what actually happened.</a:t>
            </a:r>
          </a:p>
        </p:txBody>
      </p:sp>
    </p:spTree>
    <p:extLst>
      <p:ext uri="{BB962C8B-B14F-4D97-AF65-F5344CB8AC3E}">
        <ns3:creationId val="21450494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50"/>
                                  <p:tgtEl>
                                    <p:spTgt spid="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1" name="static">
            <a:extLst>
              <a:ext uri="{FF2B5EF4-FFF2-40B4-BE49-F238E27FC236}">
                <ns2:creationId id="{E2F6BA11-06A4-430A-89DA-1C0158A998F9}"/>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Objectives and operating scope</a:t>
            </a:r>
          </a:p>
        </p:txBody>
      </p:sp>
      <p:sp>
        <p:nvSpPr>
          <p:cNvPr id="2" name="static">
            <a:extLst>
              <a:ext uri="{FF2B5EF4-FFF2-40B4-BE49-F238E27FC236}">
                <ns2:creationId id="{735D51AE-DACA-471A-9CF0-0D4DF7A042F0}"/>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03</a:t>
            </a:r>
          </a:p>
        </p:txBody>
      </p:sp>
      <p:sp>
        <p:nvSpPr>
          <p:cNvPr id="3" name="static">
            <a:extLst>
              <a:ext uri="{FF2B5EF4-FFF2-40B4-BE49-F238E27FC236}">
                <ns2:creationId id="{E3C61433-A7FD-421D-8E1B-59E5F7DF67E6}"/>
              </a:ext>
            </a:extLst>
          </p:cNvPr>
          <p:cNvSpPr>
            <a:spLocks noGrp="1"/>
          </p:cNvSpPr>
          <p:nvPr/>
        </p:nvSpPr>
        <p:spPr>
          <a:xfrm>
            <a:off x="609600" y="1771650"/>
            <a:ext cx="3048000" cy="438150"/>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CONTROL</a:t>
            </a:r>
          </a:p>
        </p:txBody>
      </p:sp>
      <p:sp>
        <p:nvSpPr>
          <p:cNvPr id="4" name="reveal-1">
            <a:extLst>
              <a:ext uri="{FF2B5EF4-FFF2-40B4-BE49-F238E27FC236}">
                <ns2:creationId id="{EB7448E8-34A4-4A13-AB27-DCB94199D4C3}"/>
              </a:ext>
            </a:extLst>
          </p:cNvPr>
          <p:cNvSpPr>
            <a:spLocks noGrp="1"/>
          </p:cNvSpPr>
          <p:nvPr/>
        </p:nvSpPr>
        <p:spPr>
          <a:xfrm>
            <a:off x="609600" y="2362200"/>
            <a:ext cx="5067300" cy="1123950"/>
          </a:xfrm>
          <a:prstGeom prst="rect">
            <a:avLst/>
          </a:prstGeom>
          <a:noFill/>
          <a:ln w="0">
            <a:noFill/>
          </a:ln>
        </p:spPr>
        <p:txBody>
          <a:bodyPr>
            <a:noAutofit/>
          </a:bodyPr>
          <a:lstStyle/>
          <a:p>
            <a:pPr>
              <a:defRPr sz="2550" b="1">
                <a:solidFill>
                  <a:srgbClr val="F1F6F7"/>
                </a:solidFill>
                <a:latin typeface="Arial"/>
                <a:ea typeface="Arial"/>
                <a:cs typeface="Arial"/>
              </a:defRPr>
            </a:pPr>
            <a:r>
              <a:rPr sz="2550" b="1">
                <a:solidFill>
                  <a:srgbClr val="F1F6F7"/>
                </a:solidFill>
                <a:latin typeface="Arial"/>
                <a:ea typeface="Arial"/>
                <a:cs typeface="Arial"/>
              </a:rPr>
              <a:t>Restrict unauthorized tools</a:t>
            </a:r>
          </a:p>
          <a:p>
            <a:pPr>
              <a:defRPr sz="2550" b="1">
                <a:solidFill>
                  <a:srgbClr val="F1F6F7"/>
                </a:solidFill>
                <a:latin typeface="Arial"/>
                <a:ea typeface="Arial"/>
                <a:cs typeface="Arial"/>
              </a:defRPr>
            </a:pPr>
            <a:r>
              <a:rPr sz="2550" b="1">
                <a:solidFill>
                  <a:srgbClr val="F1F6F7"/>
                </a:solidFill>
                <a:latin typeface="Arial"/>
                <a:ea typeface="Arial"/>
                <a:cs typeface="Arial"/>
              </a:rPr>
              <a:t>and accept exam answers</a:t>
            </a:r>
          </a:p>
        </p:txBody>
      </p:sp>
      <p:sp>
        <p:nvSpPr>
          <p:cNvPr id="5" name="static">
            <a:extLst>
              <a:ext uri="{FF2B5EF4-FFF2-40B4-BE49-F238E27FC236}">
                <ns2:creationId id="{83B51C38-F6AF-426B-A1F7-CFC593EB1D25}"/>
              </a:ext>
            </a:extLst>
          </p:cNvPr>
          <p:cNvSpPr>
            <a:spLocks noGrp="1"/>
          </p:cNvSpPr>
          <p:nvPr/>
        </p:nvSpPr>
        <p:spPr>
          <a:xfrm>
            <a:off x="6457950" y="1771650"/>
            <a:ext cx="3810000" cy="438150"/>
          </a:xfrm>
          <a:prstGeom prst="rect">
            <a:avLst/>
          </a:prstGeom>
          <a:noFill/>
          <a:ln w="0">
            <a:noFill/>
          </a:ln>
        </p:spPr>
        <p:txBody>
          <a:bodyPr>
            <a:noAutofit/>
          </a:bodyPr>
          <a:lstStyle/>
          <a:p>
            <a:pPr>
              <a:defRPr sz="1800" b="1">
                <a:solidFill>
                  <a:srgbClr val="50DDC4"/>
                </a:solidFill>
                <a:latin typeface="Arial"/>
                <a:ea typeface="Arial"/>
                <a:cs typeface="Arial"/>
              </a:defRPr>
            </a:pPr>
            <a:r>
              <a:rPr sz="1800" b="1">
                <a:solidFill>
                  <a:srgbClr val="50DDC4"/>
                </a:solidFill>
                <a:latin typeface="Arial"/>
                <a:ea typeface="Arial"/>
                <a:cs typeface="Arial"/>
              </a:rPr>
              <a:t>REVIEW</a:t>
            </a:r>
          </a:p>
        </p:txBody>
      </p:sp>
      <p:sp>
        <p:nvSpPr>
          <p:cNvPr id="6" name="reveal-1">
            <a:extLst>
              <a:ext uri="{FF2B5EF4-FFF2-40B4-BE49-F238E27FC236}">
                <ns2:creationId id="{D2CDA86E-6328-43B2-966A-A6399A2ACF52}"/>
              </a:ext>
            </a:extLst>
          </p:cNvPr>
          <p:cNvSpPr>
            <a:spLocks noGrp="1"/>
          </p:cNvSpPr>
          <p:nvPr/>
        </p:nvSpPr>
        <p:spPr>
          <a:xfrm>
            <a:off x="6457950" y="2362200"/>
            <a:ext cx="5143500" cy="1123950"/>
          </a:xfrm>
          <a:prstGeom prst="rect">
            <a:avLst/>
          </a:prstGeom>
          <a:noFill/>
          <a:ln w="0">
            <a:noFill/>
          </a:ln>
        </p:spPr>
        <p:txBody>
          <a:bodyPr>
            <a:noAutofit/>
          </a:bodyPr>
          <a:lstStyle/>
          <a:p>
            <a:pPr>
              <a:defRPr sz="2550" b="1">
                <a:solidFill>
                  <a:srgbClr val="F1F6F7"/>
                </a:solidFill>
                <a:latin typeface="Arial"/>
                <a:ea typeface="Arial"/>
                <a:cs typeface="Arial"/>
              </a:defRPr>
            </a:pPr>
            <a:r>
              <a:rPr sz="2550" b="1">
                <a:solidFill>
                  <a:srgbClr val="F1F6F7"/>
                </a:solidFill>
                <a:latin typeface="Arial"/>
                <a:ea typeface="Arial"/>
                <a:cs typeface="Arial"/>
              </a:rPr>
              <a:t>Observe local signals</a:t>
            </a:r>
          </a:p>
          <a:p>
            <a:pPr>
              <a:defRPr sz="2550" b="1">
                <a:solidFill>
                  <a:srgbClr val="F1F6F7"/>
                </a:solidFill>
                <a:latin typeface="Arial"/>
                <a:ea typeface="Arial"/>
                <a:cs typeface="Arial"/>
              </a:defRPr>
            </a:pPr>
            <a:r>
              <a:rPr sz="2550" b="1">
                <a:solidFill>
                  <a:srgbClr val="F1F6F7"/>
                </a:solidFill>
                <a:latin typeface="Arial"/>
                <a:ea typeface="Arial"/>
                <a:cs typeface="Arial"/>
              </a:rPr>
              <a:t>and preserve event evidence</a:t>
            </a:r>
          </a:p>
        </p:txBody>
      </p:sp>
      <p:sp>
        <p:nvSpPr>
          <p:cNvPr id="7" name="reveal-2">
            <a:extLst>
              <a:ext uri="{FF2B5EF4-FFF2-40B4-BE49-F238E27FC236}">
                <ns2:creationId id="{2E9F0134-C938-4F6F-9700-A61A7C0D5760}"/>
              </a:ext>
            </a:extLst>
          </p:cNvPr>
          <p:cNvSpPr>
            <a:spLocks noGrp="1"/>
          </p:cNvSpPr>
          <p:nvPr/>
        </p:nvSpPr>
        <p:spPr>
          <a:xfrm>
            <a:off x="609600" y="4286250"/>
            <a:ext cx="4572000" cy="533400"/>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Remote online</a:t>
            </a:r>
          </a:p>
        </p:txBody>
      </p:sp>
      <p:sp>
        <p:nvSpPr>
          <p:cNvPr id="8" name="reveal-2">
            <a:extLst>
              <a:ext uri="{FF2B5EF4-FFF2-40B4-BE49-F238E27FC236}">
                <ns2:creationId id="{D23F00AC-BD3F-42CF-8D80-B3F09D6601FA}"/>
              </a:ext>
            </a:extLst>
          </p:cNvPr>
          <p:cNvSpPr>
            <a:spLocks noGrp="1"/>
          </p:cNvSpPr>
          <p:nvPr/>
        </p:nvSpPr>
        <p:spPr>
          <a:xfrm>
            <a:off x="609600" y="4943475"/>
            <a:ext cx="5238750" cy="876300"/>
          </a:xfrm>
          <a:prstGeom prst="rect">
            <a:avLst/>
          </a:prstGeom>
          <a:noFill/>
          <a:ln w="0">
            <a:noFill/>
          </a:ln>
        </p:spPr>
        <p:txBody>
          <a:bodyPr>
            <a:noAutofit/>
          </a:bodyPr>
          <a:lstStyle/>
          <a:p>
            <a:pPr>
              <a:defRPr sz="1950" b="0">
                <a:solidFill>
                  <a:srgbClr val="A6BAC4"/>
                </a:solidFill>
                <a:latin typeface="Arial"/>
                <a:ea typeface="Arial"/>
                <a:cs typeface="Arial"/>
              </a:defRPr>
            </a:pPr>
            <a:r>
              <a:rPr sz="1950" b="0">
                <a:solidFill>
                  <a:srgbClr val="A6BAC4"/>
                </a:solidFill>
                <a:latin typeface="Arial"/>
                <a:ea typeface="Arial"/>
                <a:cs typeface="Arial"/>
              </a:rPr>
              <a:t>Environment + camera + voice checks</a:t>
            </a:r>
          </a:p>
        </p:txBody>
      </p:sp>
      <p:sp>
        <p:nvSpPr>
          <p:cNvPr id="9" name="reveal-2">
            <a:extLst>
              <a:ext uri="{FF2B5EF4-FFF2-40B4-BE49-F238E27FC236}">
                <ns2:creationId id="{CEA6E41D-9C73-43C5-9DAA-1C9165208D6D}"/>
              </a:ext>
            </a:extLst>
          </p:cNvPr>
          <p:cNvSpPr>
            <a:spLocks noGrp="1"/>
          </p:cNvSpPr>
          <p:nvPr/>
        </p:nvSpPr>
        <p:spPr>
          <a:xfrm>
            <a:off x="6457950" y="4286250"/>
            <a:ext cx="4572000" cy="533400"/>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Physical lab</a:t>
            </a:r>
          </a:p>
        </p:txBody>
      </p:sp>
      <p:sp>
        <p:nvSpPr>
          <p:cNvPr id="10" name="reveal-2">
            <a:extLst>
              <a:ext uri="{FF2B5EF4-FFF2-40B4-BE49-F238E27FC236}">
                <ns2:creationId id="{B950830C-4230-44A6-B2BF-7BA8E8B44E54}"/>
              </a:ext>
            </a:extLst>
          </p:cNvPr>
          <p:cNvSpPr>
            <a:spLocks noGrp="1"/>
          </p:cNvSpPr>
          <p:nvPr/>
        </p:nvSpPr>
        <p:spPr>
          <a:xfrm>
            <a:off x="6457950" y="4943475"/>
            <a:ext cx="5143500" cy="876300"/>
          </a:xfrm>
          <a:prstGeom prst="rect">
            <a:avLst/>
          </a:prstGeom>
          <a:noFill/>
          <a:ln w="0">
            <a:noFill/>
          </a:ln>
        </p:spPr>
        <p:txBody>
          <a:bodyPr>
            <a:noAutofit/>
          </a:bodyPr>
          <a:lstStyle/>
          <a:p>
            <a:pPr>
              <a:defRPr sz="1950" b="0">
                <a:solidFill>
                  <a:srgbClr val="A6BAC4"/>
                </a:solidFill>
                <a:latin typeface="Arial"/>
                <a:ea typeface="Arial"/>
                <a:cs typeface="Arial"/>
              </a:defRPr>
            </a:pPr>
            <a:r>
              <a:rPr sz="1950" b="0">
                <a:solidFill>
                  <a:srgbClr val="A6BAC4"/>
                </a:solidFill>
                <a:latin typeface="Arial"/>
                <a:ea typeface="Arial"/>
                <a:cs typeface="Arial"/>
              </a:rPr>
              <a:t>Environment checks; camera/voice bypassed</a:t>
            </a:r>
          </a:p>
        </p:txBody>
      </p:sp>
    </p:spTree>
    <p:extLst>
      <p:ext uri="{BB962C8B-B14F-4D97-AF65-F5344CB8AC3E}">
        <ns3:creationId val="1099449037"/>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50"/>
                                  <p:tgtEl>
                                    <p:spTgt spid="6"/>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50"/>
                                  <p:tgtEl>
                                    <p:spTgt spid="7"/>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50"/>
                                  <p:tgtEl>
                                    <p:spTgt spid="9"/>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50"/>
                                  <p:tgtEl>
                                    <p:spTgt spid="10"/>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1" animBg="1"/>
      <p:bldP spid="8" grpId="1" animBg="1"/>
      <p:bldP spid="9" grpId="1" animBg="1"/>
      <p:bldP spid="10" grpId="1" animBg="1"/>
    </p:bldLst>
  </p:timing>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8" name="static">
            <a:extLst>
              <a:ext uri="{FF2B5EF4-FFF2-40B4-BE49-F238E27FC236}">
                <ns2:creationId id="{3CD1F5D5-9DF3-4251-9743-A17347D7FD15}"/>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System architecture</a:t>
            </a:r>
          </a:p>
        </p:txBody>
      </p:sp>
      <p:sp>
        <p:nvSpPr>
          <p:cNvPr id="2" name="static">
            <a:extLst>
              <a:ext uri="{FF2B5EF4-FFF2-40B4-BE49-F238E27FC236}">
                <ns2:creationId id="{91B9DBB0-12A3-492D-A683-86CF0D2631C9}"/>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04</a:t>
            </a:r>
          </a:p>
        </p:txBody>
      </p:sp>
      <p:sp>
        <p:nvSpPr>
          <p:cNvPr id="3" name="reveal-1">
            <a:extLst>
              <a:ext uri="{FF2B5EF4-FFF2-40B4-BE49-F238E27FC236}">
                <ns2:creationId id="{FC911CEC-163D-4858-85CA-E1EB504A9295}"/>
              </a:ext>
            </a:extLst>
          </p:cNvPr>
          <p:cNvSpPr>
            <a:spLocks noGrp="1"/>
          </p:cNvSpPr>
          <p:nvPr/>
        </p:nvSpPr>
        <p:spPr>
          <a:xfrm>
            <a:off x="609600" y="2171700"/>
            <a:ext cx="3086100" cy="1971675"/>
          </a:xfrm>
          <a:prstGeom prst="rect">
            <a:avLst/>
          </a:prstGeom>
          <a:solidFill>
            <a:srgbClr val="102F3C"/>
          </a:solidFill>
          <a:ln w="9525">
            <a:solidFill>
              <a:srgbClr val="36616C"/>
            </a:solidFill>
          </a:ln>
        </p:spPr>
      </p:sp>
      <p:sp>
        <p:nvSpPr>
          <p:cNvPr id="4" name="reveal-1">
            <a:extLst>
              <a:ext uri="{FF2B5EF4-FFF2-40B4-BE49-F238E27FC236}">
                <ns2:creationId id="{69B5EE24-DE66-4801-85D2-3FF7CDEA2567}"/>
              </a:ext>
            </a:extLst>
          </p:cNvPr>
          <p:cNvSpPr>
            <a:spLocks noGrp="1"/>
          </p:cNvSpPr>
          <p:nvPr/>
        </p:nvSpPr>
        <p:spPr>
          <a:xfrm>
            <a:off x="819150" y="2381250"/>
            <a:ext cx="2667000" cy="6858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Candidate device</a:t>
            </a:r>
          </a:p>
        </p:txBody>
      </p:sp>
      <p:sp>
        <p:nvSpPr>
          <p:cNvPr id="5" name="reveal-1">
            <a:extLst>
              <a:ext uri="{FF2B5EF4-FFF2-40B4-BE49-F238E27FC236}">
                <ns2:creationId id="{A4BAA3A0-1AB5-46B2-9FD0-4E1FB76C766A}"/>
              </a:ext>
            </a:extLst>
          </p:cNvPr>
          <p:cNvSpPr>
            <a:spLocks noGrp="1"/>
          </p:cNvSpPr>
          <p:nvPr/>
        </p:nvSpPr>
        <p:spPr>
          <a:xfrm>
            <a:off x="819150" y="3124200"/>
            <a:ext cx="2667000" cy="923925"/>
          </a:xfrm>
          <a:prstGeom prst="rect">
            <a:avLst/>
          </a:prstGeom>
          <a:noFill/>
          <a:ln w="0">
            <a:noFill/>
          </a:ln>
        </p:spPr>
        <p:txBody>
          <a:bodyPr>
            <a:noAutofit/>
          </a:bodyPr>
          <a:lstStyle/>
          <a:p>
            <a:pPr>
              <a:defRPr sz="1725" b="0">
                <a:solidFill>
                  <a:srgbClr val="F1F6F7"/>
                </a:solidFill>
                <a:latin typeface="Arial"/>
                <a:ea typeface="Arial"/>
                <a:cs typeface="Arial"/>
              </a:defRPr>
            </a:pPr>
            <a:r>
              <a:rPr sz="1725" b="0">
                <a:solidFill>
                  <a:srgbClr val="F1F6F7"/>
                </a:solidFill>
                <a:latin typeface="Arial"/>
                <a:ea typeface="Arial"/>
                <a:cs typeface="Arial"/>
              </a:rPr>
              <a:t>Electron workspace</a:t>
            </a:r>
          </a:p>
          <a:p>
            <a:pPr>
              <a:defRPr sz="1725" b="0">
                <a:solidFill>
                  <a:srgbClr val="F1F6F7"/>
                </a:solidFill>
                <a:latin typeface="Arial"/>
                <a:ea typeface="Arial"/>
                <a:cs typeface="Arial"/>
              </a:defRPr>
            </a:pPr>
            <a:r>
              <a:rPr sz="1725" b="0">
                <a:solidFill>
                  <a:srgbClr val="F1F6F7"/>
                </a:solidFill>
                <a:latin typeface="Arial"/>
                <a:ea typeface="Arial"/>
                <a:cs typeface="Arial"/>
              </a:rPr>
              <a:t>Local Python monitoring</a:t>
            </a:r>
          </a:p>
        </p:txBody>
      </p:sp>
      <p:sp>
        <p:nvSpPr>
          <p:cNvPr id="6" name="reveal-2">
            <a:extLst>
              <a:ext uri="{FF2B5EF4-FFF2-40B4-BE49-F238E27FC236}">
                <ns2:creationId id="{FE5D23CD-CA81-4C46-9571-2B3901B4DC5C}"/>
              </a:ext>
            </a:extLst>
          </p:cNvPr>
          <p:cNvSpPr>
            <a:spLocks noGrp="1"/>
          </p:cNvSpPr>
          <p:nvPr/>
        </p:nvSpPr>
        <p:spPr>
          <a:xfrm>
            <a:off x="3790950" y="2762250"/>
            <a:ext cx="533400" cy="609600"/>
          </a:xfrm>
          <a:prstGeom prst="rect">
            <a:avLst/>
          </a:prstGeom>
          <a:noFill/>
          <a:ln w="0">
            <a:noFill/>
          </a:ln>
        </p:spPr>
        <p:txBody>
          <a:bodyPr>
            <a:noAutofit/>
          </a:bodyPr>
          <a:lstStyle/>
          <a:p>
            <a:pPr>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7" name="reveal-2">
            <a:extLst>
              <a:ext uri="{FF2B5EF4-FFF2-40B4-BE49-F238E27FC236}">
                <ns2:creationId id="{05AB136C-F808-4EE4-A66F-9D79E77DDF26}"/>
              </a:ext>
            </a:extLst>
          </p:cNvPr>
          <p:cNvSpPr>
            <a:spLocks noGrp="1"/>
          </p:cNvSpPr>
          <p:nvPr/>
        </p:nvSpPr>
        <p:spPr>
          <a:xfrm>
            <a:off x="4419600" y="2171700"/>
            <a:ext cx="3086100" cy="1971675"/>
          </a:xfrm>
          <a:prstGeom prst="rect">
            <a:avLst/>
          </a:prstGeom>
          <a:solidFill>
            <a:srgbClr val="102F3C"/>
          </a:solidFill>
          <a:ln w="9525">
            <a:solidFill>
              <a:srgbClr val="36616C"/>
            </a:solidFill>
          </a:ln>
        </p:spPr>
      </p:sp>
      <p:sp>
        <p:nvSpPr>
          <p:cNvPr id="8" name="reveal-2">
            <a:extLst>
              <a:ext uri="{FF2B5EF4-FFF2-40B4-BE49-F238E27FC236}">
                <ns2:creationId id="{0B0FAF87-3D94-483B-A8D7-D4B6F4BDECDE}"/>
              </a:ext>
            </a:extLst>
          </p:cNvPr>
          <p:cNvSpPr>
            <a:spLocks noGrp="1"/>
          </p:cNvSpPr>
          <p:nvPr/>
        </p:nvSpPr>
        <p:spPr>
          <a:xfrm>
            <a:off x="4629150" y="2381250"/>
            <a:ext cx="2667000" cy="6858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Backend</a:t>
            </a:r>
          </a:p>
        </p:txBody>
      </p:sp>
      <p:sp>
        <p:nvSpPr>
          <p:cNvPr id="9" name="reveal-2">
            <a:extLst>
              <a:ext uri="{FF2B5EF4-FFF2-40B4-BE49-F238E27FC236}">
                <ns2:creationId id="{E08F7D2A-44B5-493B-BF24-54D85516735A}"/>
              </a:ext>
            </a:extLst>
          </p:cNvPr>
          <p:cNvSpPr>
            <a:spLocks noGrp="1"/>
          </p:cNvSpPr>
          <p:nvPr/>
        </p:nvSpPr>
        <p:spPr>
          <a:xfrm>
            <a:off x="4629150" y="3124200"/>
            <a:ext cx="2667000" cy="923925"/>
          </a:xfrm>
          <a:prstGeom prst="rect">
            <a:avLst/>
          </a:prstGeom>
          <a:noFill/>
          <a:ln w="0">
            <a:noFill/>
          </a:ln>
        </p:spPr>
        <p:txBody>
          <a:bodyPr>
            <a:noAutofit/>
          </a:bodyPr>
          <a:lstStyle/>
          <a:p>
            <a:pPr>
              <a:defRPr sz="1725" b="0">
                <a:solidFill>
                  <a:srgbClr val="F1F6F7"/>
                </a:solidFill>
                <a:latin typeface="Arial"/>
                <a:ea typeface="Arial"/>
                <a:cs typeface="Arial"/>
              </a:defRPr>
            </a:pPr>
            <a:r>
              <a:rPr sz="1725" b="0">
                <a:solidFill>
                  <a:srgbClr val="F1F6F7"/>
                </a:solidFill>
                <a:latin typeface="Arial"/>
                <a:ea typeface="Arial"/>
                <a:cs typeface="Arial"/>
              </a:rPr>
              <a:t>Express + MongoDB</a:t>
            </a:r>
          </a:p>
          <a:p>
            <a:pPr>
              <a:defRPr sz="1725" b="0">
                <a:solidFill>
                  <a:srgbClr val="F1F6F7"/>
                </a:solidFill>
                <a:latin typeface="Arial"/>
                <a:ea typeface="Arial"/>
                <a:cs typeface="Arial"/>
              </a:defRPr>
            </a:pPr>
            <a:r>
              <a:rPr sz="1725" b="0">
                <a:solidFill>
                  <a:srgbClr val="F1F6F7"/>
                </a:solidFill>
                <a:latin typeface="Arial"/>
                <a:ea typeface="Arial"/>
                <a:cs typeface="Arial"/>
              </a:rPr>
              <a:t>Evidence and risk scoring</a:t>
            </a:r>
          </a:p>
        </p:txBody>
      </p:sp>
      <p:sp>
        <p:nvSpPr>
          <p:cNvPr id="10" name="reveal-3">
            <a:extLst>
              <a:ext uri="{FF2B5EF4-FFF2-40B4-BE49-F238E27FC236}">
                <ns2:creationId id="{F6A483B6-9F94-45DD-87D3-317F7E8B7643}"/>
              </a:ext>
            </a:extLst>
          </p:cNvPr>
          <p:cNvSpPr>
            <a:spLocks noGrp="1"/>
          </p:cNvSpPr>
          <p:nvPr/>
        </p:nvSpPr>
        <p:spPr>
          <a:xfrm>
            <a:off x="7600950" y="2762250"/>
            <a:ext cx="533400" cy="609600"/>
          </a:xfrm>
          <a:prstGeom prst="rect">
            <a:avLst/>
          </a:prstGeom>
          <a:noFill/>
          <a:ln w="0">
            <a:noFill/>
          </a:ln>
        </p:spPr>
        <p:txBody>
          <a:bodyPr>
            <a:noAutofit/>
          </a:bodyPr>
          <a:lstStyle/>
          <a:p>
            <a:pPr>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1" name="reveal-3">
            <a:extLst>
              <a:ext uri="{FF2B5EF4-FFF2-40B4-BE49-F238E27FC236}">
                <ns2:creationId id="{E2FF0E6F-BEA2-4271-8B70-02D85D6337E1}"/>
              </a:ext>
            </a:extLst>
          </p:cNvPr>
          <p:cNvSpPr>
            <a:spLocks noGrp="1"/>
          </p:cNvSpPr>
          <p:nvPr/>
        </p:nvSpPr>
        <p:spPr>
          <a:xfrm>
            <a:off x="8229600" y="2171700"/>
            <a:ext cx="3086100" cy="1971675"/>
          </a:xfrm>
          <a:prstGeom prst="rect">
            <a:avLst/>
          </a:prstGeom>
          <a:solidFill>
            <a:srgbClr val="102F3C"/>
          </a:solidFill>
          <a:ln w="9525">
            <a:solidFill>
              <a:srgbClr val="36616C"/>
            </a:solidFill>
          </a:ln>
        </p:spPr>
      </p:sp>
      <p:sp>
        <p:nvSpPr>
          <p:cNvPr id="12" name="reveal-3">
            <a:extLst>
              <a:ext uri="{FF2B5EF4-FFF2-40B4-BE49-F238E27FC236}">
                <ns2:creationId id="{9AA5875B-BC04-4D3F-BE72-35F603039871}"/>
              </a:ext>
            </a:extLst>
          </p:cNvPr>
          <p:cNvSpPr>
            <a:spLocks noGrp="1"/>
          </p:cNvSpPr>
          <p:nvPr/>
        </p:nvSpPr>
        <p:spPr>
          <a:xfrm>
            <a:off x="8439150" y="2381250"/>
            <a:ext cx="2667000" cy="6858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Examiner</a:t>
            </a:r>
          </a:p>
        </p:txBody>
      </p:sp>
      <p:sp>
        <p:nvSpPr>
          <p:cNvPr id="13" name="reveal-3">
            <a:extLst>
              <a:ext uri="{FF2B5EF4-FFF2-40B4-BE49-F238E27FC236}">
                <ns2:creationId id="{8DA7DF98-A79D-44E9-A953-72F03581E985}"/>
              </a:ext>
            </a:extLst>
          </p:cNvPr>
          <p:cNvSpPr>
            <a:spLocks noGrp="1"/>
          </p:cNvSpPr>
          <p:nvPr/>
        </p:nvSpPr>
        <p:spPr>
          <a:xfrm>
            <a:off x="8439150" y="3124200"/>
            <a:ext cx="2667000" cy="923925"/>
          </a:xfrm>
          <a:prstGeom prst="rect">
            <a:avLst/>
          </a:prstGeom>
          <a:noFill/>
          <a:ln w="0">
            <a:noFill/>
          </a:ln>
        </p:spPr>
        <p:txBody>
          <a:bodyPr>
            <a:noAutofit/>
          </a:bodyPr>
          <a:lstStyle/>
          <a:p>
            <a:pPr>
              <a:defRPr sz="1725" b="0">
                <a:solidFill>
                  <a:srgbClr val="F1F6F7"/>
                </a:solidFill>
                <a:latin typeface="Arial"/>
                <a:ea typeface="Arial"/>
                <a:cs typeface="Arial"/>
              </a:defRPr>
            </a:pPr>
            <a:r>
              <a:rPr sz="1725" b="0">
                <a:solidFill>
                  <a:srgbClr val="F1F6F7"/>
                </a:solidFill>
                <a:latin typeface="Arial"/>
                <a:ea typeface="Arial"/>
                <a:cs typeface="Arial"/>
              </a:rPr>
              <a:t>React dashboard</a:t>
            </a:r>
          </a:p>
          <a:p>
            <a:pPr>
              <a:defRPr sz="1725" b="0">
                <a:solidFill>
                  <a:srgbClr val="F1F6F7"/>
                </a:solidFill>
                <a:latin typeface="Arial"/>
                <a:ea typeface="Arial"/>
                <a:cs typeface="Arial"/>
              </a:defRPr>
            </a:pPr>
            <a:r>
              <a:rPr sz="1725" b="0">
                <a:solidFill>
                  <a:srgbClr val="F1F6F7"/>
                </a:solidFill>
                <a:latin typeface="Arial"/>
                <a:ea typeface="Arial"/>
                <a:cs typeface="Arial"/>
              </a:rPr>
              <a:t>Evidence review</a:t>
            </a:r>
          </a:p>
        </p:txBody>
      </p:sp>
      <p:sp>
        <p:nvSpPr>
          <p:cNvPr id="14" name="reveal-2">
            <a:extLst>
              <a:ext uri="{FF2B5EF4-FFF2-40B4-BE49-F238E27FC236}">
                <ns2:creationId id="{31B1EF51-EFA0-46BA-A030-430901EE2A13}"/>
              </a:ext>
            </a:extLst>
          </p:cNvPr>
          <p:cNvSpPr>
            <a:spLocks noGrp="1"/>
          </p:cNvSpPr>
          <p:nvPr/>
        </p:nvSpPr>
        <p:spPr>
          <a:xfrm>
            <a:off x="3905250" y="1562100"/>
            <a:ext cx="3905250" cy="419100"/>
          </a:xfrm>
          <a:prstGeom prst="rect">
            <a:avLst/>
          </a:prstGeom>
          <a:noFill/>
          <a:ln w="0">
            <a:noFill/>
          </a:ln>
        </p:spPr>
        <p:txBody>
          <a:bodyPr>
            <a:noAutofit/>
          </a:bodyPr>
          <a:lstStyle/>
          <a:p>
            <a:pPr>
              <a:defRPr sz="1650" b="0">
                <a:solidFill>
                  <a:srgbClr val="A6BAC4"/>
                </a:solidFill>
                <a:latin typeface="Arial"/>
                <a:ea typeface="Arial"/>
                <a:cs typeface="Arial"/>
              </a:defRPr>
            </a:pPr>
            <a:r>
              <a:rPr sz="1650" b="0">
                <a:solidFill>
                  <a:srgbClr val="A6BAC4"/>
                </a:solidFill>
                <a:latin typeface="Arial"/>
                <a:ea typeface="Arial"/>
                <a:cs typeface="Arial"/>
              </a:rPr>
              <a:t>HTTP event uploads</a:t>
            </a:r>
          </a:p>
        </p:txBody>
      </p:sp>
      <p:sp>
        <p:nvSpPr>
          <p:cNvPr id="15" name="reveal-3">
            <a:extLst>
              <a:ext uri="{FF2B5EF4-FFF2-40B4-BE49-F238E27FC236}">
                <ns2:creationId id="{23549E3F-50EB-40CF-A214-1D56D3246FB5}"/>
              </a:ext>
            </a:extLst>
          </p:cNvPr>
          <p:cNvSpPr>
            <a:spLocks noGrp="1"/>
          </p:cNvSpPr>
          <p:nvPr/>
        </p:nvSpPr>
        <p:spPr>
          <a:xfrm>
            <a:off x="7867650" y="1562100"/>
            <a:ext cx="3810000" cy="419100"/>
          </a:xfrm>
          <a:prstGeom prst="rect">
            <a:avLst/>
          </a:prstGeom>
          <a:noFill/>
          <a:ln w="0">
            <a:noFill/>
          </a:ln>
        </p:spPr>
        <p:txBody>
          <a:bodyPr>
            <a:noAutofit/>
          </a:bodyPr>
          <a:lstStyle/>
          <a:p>
            <a:pPr>
              <a:defRPr sz="1650" b="0">
                <a:solidFill>
                  <a:srgbClr val="A6BAC4"/>
                </a:solidFill>
                <a:latin typeface="Arial"/>
                <a:ea typeface="Arial"/>
                <a:cs typeface="Arial"/>
              </a:defRPr>
            </a:pPr>
            <a:r>
              <a:rPr sz="1650" b="0">
                <a:solidFill>
                  <a:srgbClr val="A6BAC4"/>
                </a:solidFill>
                <a:latin typeface="Arial"/>
                <a:ea typeface="Arial"/>
                <a:cs typeface="Arial"/>
              </a:rPr>
              <a:t>Socket.IO live updates</a:t>
            </a:r>
          </a:p>
        </p:txBody>
      </p:sp>
      <p:sp>
        <p:nvSpPr>
          <p:cNvPr id="16" name="static">
            <a:extLst>
              <a:ext uri="{FF2B5EF4-FFF2-40B4-BE49-F238E27FC236}">
                <ns2:creationId id="{795B1664-832F-4972-97CC-929902CEFE2B}"/>
              </a:ext>
            </a:extLst>
          </p:cNvPr>
          <p:cNvSpPr>
            <a:spLocks noGrp="1"/>
          </p:cNvSpPr>
          <p:nvPr/>
        </p:nvSpPr>
        <p:spPr>
          <a:xfrm>
            <a:off x="609600" y="4705350"/>
            <a:ext cx="10668000" cy="628650"/>
          </a:xfrm>
          <a:prstGeom prst="rect">
            <a:avLst/>
          </a:prstGeom>
          <a:noFill/>
          <a:ln w="0">
            <a:noFill/>
          </a:ln>
        </p:spPr>
        <p:txBody>
          <a:bodyPr>
            <a:noAutofit/>
          </a:bodyPr>
          <a:lstStyle/>
          <a:p>
            <a:pPr>
              <a:defRPr sz="2550" b="0">
                <a:solidFill>
                  <a:srgbClr val="50DDC4"/>
                </a:solidFill>
                <a:latin typeface="Arial"/>
                <a:ea typeface="Arial"/>
                <a:cs typeface="Arial"/>
              </a:defRPr>
            </a:pPr>
            <a:r>
              <a:rPr sz="2550" b="0">
                <a:solidFill>
                  <a:srgbClr val="50DDC4"/>
                </a:solidFill>
                <a:latin typeface="Arial"/>
                <a:ea typeface="Arial"/>
                <a:cs typeface="Arial"/>
              </a:rPr>
              <a:t>AI runs locally. Event evidence goes to the server.</a:t>
            </a:r>
          </a:p>
        </p:txBody>
      </p:sp>
      <p:sp>
        <p:nvSpPr>
          <p:cNvPr id="17" name="static">
            <a:extLst>
              <a:ext uri="{FF2B5EF4-FFF2-40B4-BE49-F238E27FC236}">
                <ns2:creationId id="{C972DEED-57B8-4E85-AC19-36FAC2ECD960}"/>
              </a:ext>
            </a:extLst>
          </p:cNvPr>
          <p:cNvSpPr>
            <a:spLocks noGrp="1"/>
          </p:cNvSpPr>
          <p:nvPr/>
        </p:nvSpPr>
        <p:spPr>
          <a:xfrm>
            <a:off x="609600" y="5476875"/>
            <a:ext cx="10668000" cy="485775"/>
          </a:xfrm>
          <a:prstGeom prst="rect">
            <a:avLst/>
          </a:prstGeom>
          <a:noFill/>
          <a:ln w="0">
            <a:noFill/>
          </a:ln>
        </p:spPr>
        <p:txBody>
          <a:bodyPr>
            <a:noAutofit/>
          </a:bodyPr>
          <a:lstStyle/>
          <a:p>
            <a:pPr>
              <a:defRPr sz="1800" b="0">
                <a:solidFill>
                  <a:srgbClr val="A6BAC4"/>
                </a:solidFill>
                <a:latin typeface="Arial"/>
                <a:ea typeface="Arial"/>
                <a:cs typeface="Arial"/>
              </a:defRPr>
            </a:pPr>
            <a:r>
              <a:rPr sz="1800" b="0">
                <a:solidFill>
                  <a:srgbClr val="A6BAC4"/>
                </a:solidFill>
                <a:latin typeface="Arial"/>
                <a:ea typeface="Arial"/>
                <a:cs typeface="Arial"/>
              </a:rPr>
              <a:t>Electron retains accepted offline events and retries delivery.</a:t>
            </a:r>
          </a:p>
        </p:txBody>
      </p:sp>
    </p:spTree>
    <p:extLst>
      <p:ext uri="{BB962C8B-B14F-4D97-AF65-F5344CB8AC3E}">
        <ns3:creationId val="172062088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50"/>
                                  <p:tgtEl>
                                    <p:spTgt spid="14"/>
                                  </p:tgtEl>
                                </p:cBhvr>
                              </p:animEffect>
                            </p:childTnLst>
                          </p:cTn>
                        </p:par>
                      </p:childTnLst>
                    </p:cTn>
                  </p:par>
                  <p:par>
                    <p:cTn id="29" fill="hold">
                      <p:stCondLst>
                        <p:cond delay="indefinite"/>
                      </p:stCondLst>
                      <p:childTnLst>
                        <p:par>
                          <p:cTn id="30" presetID="10" presetClass="entr" presetSubtype="0" fill="hold" grpId="2"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50"/>
                                  <p:tgtEl>
                                    <p:spTgt spid="10"/>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450"/>
                                  <p:tgtEl>
                                    <p:spTgt spid="11"/>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450"/>
                                  <p:tgtEl>
                                    <p:spTgt spid="12"/>
                                  </p:tgtEl>
                                </p:cBhvr>
                              </p:animEffect>
                            </p:childTnLst>
                          </p:cTn>
                        </p:par>
                        <p:par>
                          <p:cTn id="39" presetID="10" presetClass="entr" presetSubtype="0" fill="hold" grpId="2"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450"/>
                                  <p:tgtEl>
                                    <p:spTgt spid="13"/>
                                  </p:tgtEl>
                                </p:cBhvr>
                              </p:animEffect>
                            </p:childTnLst>
                          </p:cTn>
                        </p:par>
                        <p:par>
                          <p:cTn id="42" presetID="10" presetClass="entr" presetSubtype="0" fill="hold" grpId="2"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4" grpId="1" animBg="1"/>
      <p:bldP spid="10" grpId="2" animBg="1"/>
      <p:bldP spid="11" grpId="2" animBg="1"/>
      <p:bldP spid="12" grpId="2" animBg="1"/>
      <p:bldP spid="13" grpId="2" animBg="1"/>
      <p:bldP spid="15" grpId="2" animBg="1"/>
    </p:bldLst>
  </p:timing>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9" name="static">
            <a:extLst>
              <a:ext uri="{FF2B5EF4-FFF2-40B4-BE49-F238E27FC236}">
                <ns2:creationId id="{00124310-EE98-4C87-BCFB-5A83D61FB35D}"/>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Candidate journey</a:t>
            </a:r>
          </a:p>
        </p:txBody>
      </p:sp>
      <p:sp>
        <p:nvSpPr>
          <p:cNvPr id="2" name="static">
            <a:extLst>
              <a:ext uri="{FF2B5EF4-FFF2-40B4-BE49-F238E27FC236}">
                <ns2:creationId id="{5C700780-54C5-40BA-83EC-49ED619DC6FC}"/>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05</a:t>
            </a:r>
          </a:p>
        </p:txBody>
      </p:sp>
      <p:sp>
        <p:nvSpPr>
          <p:cNvPr id="3" name="reveal-1">
            <a:extLst>
              <a:ext uri="{FF2B5EF4-FFF2-40B4-BE49-F238E27FC236}">
                <ns2:creationId id="{3AE1D5FF-77DE-4FE7-BEFD-C69AF8BCBE5C}"/>
              </a:ext>
            </a:extLst>
          </p:cNvPr>
          <p:cNvSpPr>
            <a:spLocks noGrp="1"/>
          </p:cNvSpPr>
          <p:nvPr/>
        </p:nvSpPr>
        <p:spPr>
          <a:xfrm>
            <a:off x="609600" y="1971675"/>
            <a:ext cx="1905000" cy="781050"/>
          </a:xfrm>
          <a:prstGeom prst="rect">
            <a:avLst/>
          </a:prstGeom>
          <a:noFill/>
          <a:ln w="0">
            <a:noFill/>
          </a:ln>
        </p:spPr>
        <p:txBody>
          <a:bodyPr>
            <a:noAutofit/>
          </a:bodyPr>
          <a:lstStyle/>
          <a:p>
            <a:pPr>
              <a:defRPr sz="4800" b="1">
                <a:solidFill>
                  <a:srgbClr val="50DDC4"/>
                </a:solidFill>
                <a:latin typeface="Arial"/>
                <a:ea typeface="Arial"/>
                <a:cs typeface="Arial"/>
              </a:defRPr>
            </a:pPr>
            <a:r>
              <a:rPr sz="4800" b="1">
                <a:solidFill>
                  <a:srgbClr val="50DDC4"/>
                </a:solidFill>
                <a:latin typeface="Arial"/>
                <a:ea typeface="Arial"/>
                <a:cs typeface="Arial"/>
              </a:rPr>
              <a:t>01</a:t>
            </a:r>
          </a:p>
        </p:txBody>
      </p:sp>
      <p:sp>
        <p:nvSpPr>
          <p:cNvPr id="4" name="reveal-1">
            <a:extLst>
              <a:ext uri="{FF2B5EF4-FFF2-40B4-BE49-F238E27FC236}">
                <ns2:creationId id="{EC1962B7-E5A6-468A-8651-71EF3A319F79}"/>
              </a:ext>
            </a:extLst>
          </p:cNvPr>
          <p:cNvSpPr>
            <a:spLocks noGrp="1"/>
          </p:cNvSpPr>
          <p:nvPr/>
        </p:nvSpPr>
        <p:spPr>
          <a:xfrm>
            <a:off x="609600" y="2990850"/>
            <a:ext cx="1981200" cy="1200150"/>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Consent</a:t>
            </a:r>
          </a:p>
          <a:p>
            <a:pPr>
              <a:defRPr sz="2400" b="1">
                <a:solidFill>
                  <a:srgbClr val="F1F6F7"/>
                </a:solidFill>
                <a:latin typeface="Arial"/>
                <a:ea typeface="Arial"/>
                <a:cs typeface="Arial"/>
              </a:defRPr>
            </a:pPr>
            <a:r>
              <a:rPr sz="2400" b="1">
                <a:solidFill>
                  <a:srgbClr val="F1F6F7"/>
                </a:solidFill>
                <a:latin typeface="Arial"/>
                <a:ea typeface="Arial"/>
                <a:cs typeface="Arial"/>
              </a:rPr>
              <a:t>and identity</a:t>
            </a:r>
          </a:p>
        </p:txBody>
      </p:sp>
      <p:sp>
        <p:nvSpPr>
          <p:cNvPr id="5" name="reveal-1">
            <a:extLst>
              <a:ext uri="{FF2B5EF4-FFF2-40B4-BE49-F238E27FC236}">
                <ns2:creationId id="{FC46C3A1-EE5B-448F-A3EF-A2533298FEBB}"/>
              </a:ext>
            </a:extLst>
          </p:cNvPr>
          <p:cNvSpPr>
            <a:spLocks noGrp="1"/>
          </p:cNvSpPr>
          <p:nvPr/>
        </p:nvSpPr>
        <p:spPr>
          <a:xfrm>
            <a:off x="2352675" y="2457450"/>
            <a:ext cx="533400" cy="609600"/>
          </a:xfrm>
          <a:prstGeom prst="rect">
            <a:avLst/>
          </a:prstGeom>
          <a:noFill/>
          <a:ln w="0">
            <a:noFill/>
          </a:ln>
        </p:spPr>
        <p:txBody>
          <a:bodyPr>
            <a:noAutofit/>
          </a:bodyPr>
          <a:lstStyle/>
          <a:p>
            <a:pPr>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6" name="reveal-1">
            <a:extLst>
              <a:ext uri="{FF2B5EF4-FFF2-40B4-BE49-F238E27FC236}">
                <ns2:creationId id="{1EDB3656-1CDE-4A12-9089-52368E6E0D01}"/>
              </a:ext>
            </a:extLst>
          </p:cNvPr>
          <p:cNvSpPr>
            <a:spLocks noGrp="1"/>
          </p:cNvSpPr>
          <p:nvPr/>
        </p:nvSpPr>
        <p:spPr>
          <a:xfrm>
            <a:off x="2895600" y="1971675"/>
            <a:ext cx="1905000" cy="781050"/>
          </a:xfrm>
          <a:prstGeom prst="rect">
            <a:avLst/>
          </a:prstGeom>
          <a:noFill/>
          <a:ln w="0">
            <a:noFill/>
          </a:ln>
        </p:spPr>
        <p:txBody>
          <a:bodyPr>
            <a:noAutofit/>
          </a:bodyPr>
          <a:lstStyle/>
          <a:p>
            <a:pPr>
              <a:defRPr sz="4800" b="1">
                <a:solidFill>
                  <a:srgbClr val="50DDC4"/>
                </a:solidFill>
                <a:latin typeface="Arial"/>
                <a:ea typeface="Arial"/>
                <a:cs typeface="Arial"/>
              </a:defRPr>
            </a:pPr>
            <a:r>
              <a:rPr sz="4800" b="1">
                <a:solidFill>
                  <a:srgbClr val="50DDC4"/>
                </a:solidFill>
                <a:latin typeface="Arial"/>
                <a:ea typeface="Arial"/>
                <a:cs typeface="Arial"/>
              </a:rPr>
              <a:t>02</a:t>
            </a:r>
          </a:p>
        </p:txBody>
      </p:sp>
      <p:sp>
        <p:nvSpPr>
          <p:cNvPr id="7" name="reveal-1">
            <a:extLst>
              <a:ext uri="{FF2B5EF4-FFF2-40B4-BE49-F238E27FC236}">
                <ns2:creationId id="{7542CF14-D7A0-459A-98EC-C4704E3A7AE3}"/>
              </a:ext>
            </a:extLst>
          </p:cNvPr>
          <p:cNvSpPr>
            <a:spLocks noGrp="1"/>
          </p:cNvSpPr>
          <p:nvPr/>
        </p:nvSpPr>
        <p:spPr>
          <a:xfrm>
            <a:off x="2895600" y="2990850"/>
            <a:ext cx="1981200" cy="1200150"/>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System</a:t>
            </a:r>
          </a:p>
          <a:p>
            <a:pPr>
              <a:defRPr sz="2400" b="1">
                <a:solidFill>
                  <a:srgbClr val="F1F6F7"/>
                </a:solidFill>
                <a:latin typeface="Arial"/>
                <a:ea typeface="Arial"/>
                <a:cs typeface="Arial"/>
              </a:defRPr>
            </a:pPr>
            <a:r>
              <a:rPr sz="2400" b="1">
                <a:solidFill>
                  <a:srgbClr val="F1F6F7"/>
                </a:solidFill>
                <a:latin typeface="Arial"/>
                <a:ea typeface="Arial"/>
                <a:cs typeface="Arial"/>
              </a:rPr>
              <a:t>self-check</a:t>
            </a:r>
          </a:p>
        </p:txBody>
      </p:sp>
      <p:sp>
        <p:nvSpPr>
          <p:cNvPr id="8" name="reveal-1">
            <a:extLst>
              <a:ext uri="{FF2B5EF4-FFF2-40B4-BE49-F238E27FC236}">
                <ns2:creationId id="{73AB51B7-2026-486E-AE4C-95E617A0CF52}"/>
              </a:ext>
            </a:extLst>
          </p:cNvPr>
          <p:cNvSpPr>
            <a:spLocks noGrp="1"/>
          </p:cNvSpPr>
          <p:nvPr/>
        </p:nvSpPr>
        <p:spPr>
          <a:xfrm>
            <a:off x="4638675" y="2457450"/>
            <a:ext cx="533400" cy="609600"/>
          </a:xfrm>
          <a:prstGeom prst="rect">
            <a:avLst/>
          </a:prstGeom>
          <a:noFill/>
          <a:ln w="0">
            <a:noFill/>
          </a:ln>
        </p:spPr>
        <p:txBody>
          <a:bodyPr>
            <a:noAutofit/>
          </a:bodyPr>
          <a:lstStyle/>
          <a:p>
            <a:pPr>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9" name="reveal-2">
            <a:extLst>
              <a:ext uri="{FF2B5EF4-FFF2-40B4-BE49-F238E27FC236}">
                <ns2:creationId id="{C3656FED-57FF-4899-A96D-D8FE2CB2371D}"/>
              </a:ext>
            </a:extLst>
          </p:cNvPr>
          <p:cNvSpPr>
            <a:spLocks noGrp="1"/>
          </p:cNvSpPr>
          <p:nvPr/>
        </p:nvSpPr>
        <p:spPr>
          <a:xfrm>
            <a:off x="5181600" y="1971675"/>
            <a:ext cx="1905000" cy="781050"/>
          </a:xfrm>
          <a:prstGeom prst="rect">
            <a:avLst/>
          </a:prstGeom>
          <a:noFill/>
          <a:ln w="0">
            <a:noFill/>
          </a:ln>
        </p:spPr>
        <p:txBody>
          <a:bodyPr>
            <a:noAutofit/>
          </a:bodyPr>
          <a:lstStyle/>
          <a:p>
            <a:pPr>
              <a:defRPr sz="4800" b="1">
                <a:solidFill>
                  <a:srgbClr val="50DDC4"/>
                </a:solidFill>
                <a:latin typeface="Arial"/>
                <a:ea typeface="Arial"/>
                <a:cs typeface="Arial"/>
              </a:defRPr>
            </a:pPr>
            <a:r>
              <a:rPr sz="4800" b="1">
                <a:solidFill>
                  <a:srgbClr val="50DDC4"/>
                </a:solidFill>
                <a:latin typeface="Arial"/>
                <a:ea typeface="Arial"/>
                <a:cs typeface="Arial"/>
              </a:rPr>
              <a:t>03</a:t>
            </a:r>
          </a:p>
        </p:txBody>
      </p:sp>
      <p:sp>
        <p:nvSpPr>
          <p:cNvPr id="10" name="reveal-2">
            <a:extLst>
              <a:ext uri="{FF2B5EF4-FFF2-40B4-BE49-F238E27FC236}">
                <ns2:creationId id="{4F8DB7C8-A2D7-431A-BDF5-6D112F83B092}"/>
              </a:ext>
            </a:extLst>
          </p:cNvPr>
          <p:cNvSpPr>
            <a:spLocks noGrp="1"/>
          </p:cNvSpPr>
          <p:nvPr/>
        </p:nvSpPr>
        <p:spPr>
          <a:xfrm>
            <a:off x="5181600" y="2990850"/>
            <a:ext cx="1981200" cy="1200150"/>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Paper and</a:t>
            </a:r>
          </a:p>
          <a:p>
            <a:pPr>
              <a:defRPr sz="2400" b="1">
                <a:solidFill>
                  <a:srgbClr val="F1F6F7"/>
                </a:solidFill>
                <a:latin typeface="Arial"/>
                <a:ea typeface="Arial"/>
                <a:cs typeface="Arial"/>
              </a:defRPr>
            </a:pPr>
            <a:r>
              <a:rPr sz="2400" b="1">
                <a:solidFill>
                  <a:srgbClr val="F1F6F7"/>
                </a:solidFill>
                <a:latin typeface="Arial"/>
                <a:ea typeface="Arial"/>
                <a:cs typeface="Arial"/>
              </a:rPr>
              <a:t>answers</a:t>
            </a:r>
          </a:p>
        </p:txBody>
      </p:sp>
      <p:sp>
        <p:nvSpPr>
          <p:cNvPr id="11" name="reveal-2">
            <a:extLst>
              <a:ext uri="{FF2B5EF4-FFF2-40B4-BE49-F238E27FC236}">
                <ns2:creationId id="{16A0FC55-9788-44D4-8530-44C9B0A76D48}"/>
              </a:ext>
            </a:extLst>
          </p:cNvPr>
          <p:cNvSpPr>
            <a:spLocks noGrp="1"/>
          </p:cNvSpPr>
          <p:nvPr/>
        </p:nvSpPr>
        <p:spPr>
          <a:xfrm>
            <a:off x="6924675" y="2457450"/>
            <a:ext cx="533400" cy="609600"/>
          </a:xfrm>
          <a:prstGeom prst="rect">
            <a:avLst/>
          </a:prstGeom>
          <a:noFill/>
          <a:ln w="0">
            <a:noFill/>
          </a:ln>
        </p:spPr>
        <p:txBody>
          <a:bodyPr>
            <a:noAutofit/>
          </a:bodyPr>
          <a:lstStyle/>
          <a:p>
            <a:pPr>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2" name="reveal-2">
            <a:extLst>
              <a:ext uri="{FF2B5EF4-FFF2-40B4-BE49-F238E27FC236}">
                <ns2:creationId id="{3542A27B-9009-4B08-8C2B-C8526CEC74F8}"/>
              </a:ext>
            </a:extLst>
          </p:cNvPr>
          <p:cNvSpPr>
            <a:spLocks noGrp="1"/>
          </p:cNvSpPr>
          <p:nvPr/>
        </p:nvSpPr>
        <p:spPr>
          <a:xfrm>
            <a:off x="7467600" y="1971675"/>
            <a:ext cx="1905000" cy="781050"/>
          </a:xfrm>
          <a:prstGeom prst="rect">
            <a:avLst/>
          </a:prstGeom>
          <a:noFill/>
          <a:ln w="0">
            <a:noFill/>
          </a:ln>
        </p:spPr>
        <p:txBody>
          <a:bodyPr>
            <a:noAutofit/>
          </a:bodyPr>
          <a:lstStyle/>
          <a:p>
            <a:pPr>
              <a:defRPr sz="4800" b="1">
                <a:solidFill>
                  <a:srgbClr val="50DDC4"/>
                </a:solidFill>
                <a:latin typeface="Arial"/>
                <a:ea typeface="Arial"/>
                <a:cs typeface="Arial"/>
              </a:defRPr>
            </a:pPr>
            <a:r>
              <a:rPr sz="4800" b="1">
                <a:solidFill>
                  <a:srgbClr val="50DDC4"/>
                </a:solidFill>
                <a:latin typeface="Arial"/>
                <a:ea typeface="Arial"/>
                <a:cs typeface="Arial"/>
              </a:rPr>
              <a:t>04</a:t>
            </a:r>
          </a:p>
        </p:txBody>
      </p:sp>
      <p:sp>
        <p:nvSpPr>
          <p:cNvPr id="13" name="reveal-2">
            <a:extLst>
              <a:ext uri="{FF2B5EF4-FFF2-40B4-BE49-F238E27FC236}">
                <ns2:creationId id="{2C8F4B08-BAB1-4667-B573-622100708073}"/>
              </a:ext>
            </a:extLst>
          </p:cNvPr>
          <p:cNvSpPr>
            <a:spLocks noGrp="1"/>
          </p:cNvSpPr>
          <p:nvPr/>
        </p:nvSpPr>
        <p:spPr>
          <a:xfrm>
            <a:off x="7467600" y="2990850"/>
            <a:ext cx="1981200" cy="1200150"/>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Local</a:t>
            </a:r>
          </a:p>
          <a:p>
            <a:pPr>
              <a:defRPr sz="2400" b="1">
                <a:solidFill>
                  <a:srgbClr val="F1F6F7"/>
                </a:solidFill>
                <a:latin typeface="Arial"/>
                <a:ea typeface="Arial"/>
                <a:cs typeface="Arial"/>
              </a:defRPr>
            </a:pPr>
            <a:r>
              <a:rPr sz="2400" b="1">
                <a:solidFill>
                  <a:srgbClr val="F1F6F7"/>
                </a:solidFill>
                <a:latin typeface="Arial"/>
                <a:ea typeface="Arial"/>
                <a:cs typeface="Arial"/>
              </a:rPr>
              <a:t>monitoring</a:t>
            </a:r>
          </a:p>
        </p:txBody>
      </p:sp>
      <p:sp>
        <p:nvSpPr>
          <p:cNvPr id="14" name="reveal-2">
            <a:extLst>
              <a:ext uri="{FF2B5EF4-FFF2-40B4-BE49-F238E27FC236}">
                <ns2:creationId id="{FC794A15-D406-4393-B2A7-4A6C1D1724B7}"/>
              </a:ext>
            </a:extLst>
          </p:cNvPr>
          <p:cNvSpPr>
            <a:spLocks noGrp="1"/>
          </p:cNvSpPr>
          <p:nvPr/>
        </p:nvSpPr>
        <p:spPr>
          <a:xfrm>
            <a:off x="9210675" y="2457450"/>
            <a:ext cx="533400" cy="609600"/>
          </a:xfrm>
          <a:prstGeom prst="rect">
            <a:avLst/>
          </a:prstGeom>
          <a:noFill/>
          <a:ln w="0">
            <a:noFill/>
          </a:ln>
        </p:spPr>
        <p:txBody>
          <a:bodyPr>
            <a:noAutofit/>
          </a:bodyPr>
          <a:lstStyle/>
          <a:p>
            <a:pPr>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5" name="reveal-3">
            <a:extLst>
              <a:ext uri="{FF2B5EF4-FFF2-40B4-BE49-F238E27FC236}">
                <ns2:creationId id="{BF98BCED-F2B8-42C5-9A73-1F76F430D256}"/>
              </a:ext>
            </a:extLst>
          </p:cNvPr>
          <p:cNvSpPr>
            <a:spLocks noGrp="1"/>
          </p:cNvSpPr>
          <p:nvPr/>
        </p:nvSpPr>
        <p:spPr>
          <a:xfrm>
            <a:off x="9753600" y="1971675"/>
            <a:ext cx="1905000" cy="781050"/>
          </a:xfrm>
          <a:prstGeom prst="rect">
            <a:avLst/>
          </a:prstGeom>
          <a:noFill/>
          <a:ln w="0">
            <a:noFill/>
          </a:ln>
        </p:spPr>
        <p:txBody>
          <a:bodyPr>
            <a:noAutofit/>
          </a:bodyPr>
          <a:lstStyle/>
          <a:p>
            <a:pPr>
              <a:defRPr sz="4800" b="1">
                <a:solidFill>
                  <a:srgbClr val="50DDC4"/>
                </a:solidFill>
                <a:latin typeface="Arial"/>
                <a:ea typeface="Arial"/>
                <a:cs typeface="Arial"/>
              </a:defRPr>
            </a:pPr>
            <a:r>
              <a:rPr sz="4800" b="1">
                <a:solidFill>
                  <a:srgbClr val="50DDC4"/>
                </a:solidFill>
                <a:latin typeface="Arial"/>
                <a:ea typeface="Arial"/>
                <a:cs typeface="Arial"/>
              </a:rPr>
              <a:t>05</a:t>
            </a:r>
          </a:p>
        </p:txBody>
      </p:sp>
      <p:sp>
        <p:nvSpPr>
          <p:cNvPr id="16" name="reveal-3">
            <a:extLst>
              <a:ext uri="{FF2B5EF4-FFF2-40B4-BE49-F238E27FC236}">
                <ns2:creationId id="{D6779F37-B6EF-430B-AB1A-D1EF36993515}"/>
              </a:ext>
            </a:extLst>
          </p:cNvPr>
          <p:cNvSpPr>
            <a:spLocks noGrp="1"/>
          </p:cNvSpPr>
          <p:nvPr/>
        </p:nvSpPr>
        <p:spPr>
          <a:xfrm>
            <a:off x="9753600" y="2990850"/>
            <a:ext cx="1981200" cy="1200150"/>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Final</a:t>
            </a:r>
          </a:p>
          <a:p>
            <a:pPr>
              <a:defRPr sz="2400" b="1">
                <a:solidFill>
                  <a:srgbClr val="F1F6F7"/>
                </a:solidFill>
                <a:latin typeface="Arial"/>
                <a:ea typeface="Arial"/>
                <a:cs typeface="Arial"/>
              </a:defRPr>
            </a:pPr>
            <a:r>
              <a:rPr sz="2400" b="1">
                <a:solidFill>
                  <a:srgbClr val="F1F6F7"/>
                </a:solidFill>
                <a:latin typeface="Arial"/>
                <a:ea typeface="Arial"/>
                <a:cs typeface="Arial"/>
              </a:rPr>
              <a:t>submission</a:t>
            </a:r>
          </a:p>
        </p:txBody>
      </p:sp>
      <p:sp>
        <p:nvSpPr>
          <p:cNvPr id="17" name="static">
            <a:extLst>
              <a:ext uri="{FF2B5EF4-FFF2-40B4-BE49-F238E27FC236}">
                <ns2:creationId id="{E99A758F-50BD-4D42-945D-D3FEABFF34C2}"/>
              </a:ext>
            </a:extLst>
          </p:cNvPr>
          <p:cNvSpPr>
            <a:spLocks noGrp="1"/>
          </p:cNvSpPr>
          <p:nvPr/>
        </p:nvSpPr>
        <p:spPr>
          <a:xfrm>
            <a:off x="609600" y="4829175"/>
            <a:ext cx="10858500" cy="523875"/>
          </a:xfrm>
          <a:prstGeom prst="rect">
            <a:avLst/>
          </a:prstGeom>
          <a:noFill/>
          <a:ln w="0">
            <a:noFill/>
          </a:ln>
        </p:spPr>
        <p:txBody>
          <a:bodyPr>
            <a:noAutofit/>
          </a:bodyPr>
          <a:lstStyle/>
          <a:p>
            <a:pPr>
              <a:defRPr sz="2025" b="0">
                <a:solidFill>
                  <a:srgbClr val="A6BAC4"/>
                </a:solidFill>
                <a:latin typeface="Arial"/>
                <a:ea typeface="Arial"/>
                <a:cs typeface="Arial"/>
              </a:defRPr>
            </a:pPr>
            <a:r>
              <a:rPr sz="2025" b="0">
                <a:solidFill>
                  <a:srgbClr val="A6BAC4"/>
                </a:solidFill>
                <a:latin typeface="Arial"/>
                <a:ea typeface="Arial"/>
                <a:cs typeface="Arial"/>
              </a:rPr>
              <a:t>Online checks include camera, microphone and voice reference.</a:t>
            </a:r>
          </a:p>
        </p:txBody>
      </p:sp>
      <p:sp>
        <p:nvSpPr>
          <p:cNvPr id="18" name="static">
            <a:extLst>
              <a:ext uri="{FF2B5EF4-FFF2-40B4-BE49-F238E27FC236}">
                <ns2:creationId id="{3687E2F5-F752-40DF-884D-525D3BB82B9B}"/>
              </a:ext>
            </a:extLst>
          </p:cNvPr>
          <p:cNvSpPr>
            <a:spLocks noGrp="1"/>
          </p:cNvSpPr>
          <p:nvPr/>
        </p:nvSpPr>
        <p:spPr>
          <a:xfrm>
            <a:off x="609600" y="5467350"/>
            <a:ext cx="10858500" cy="523875"/>
          </a:xfrm>
          <a:prstGeom prst="rect">
            <a:avLst/>
          </a:prstGeom>
          <a:noFill/>
          <a:ln w="0">
            <a:noFill/>
          </a:ln>
        </p:spPr>
        <p:txBody>
          <a:bodyPr>
            <a:noAutofit/>
          </a:bodyPr>
          <a:lstStyle/>
          <a:p>
            <a:pPr>
              <a:defRPr sz="2025" b="0">
                <a:solidFill>
                  <a:srgbClr val="A6BAC4"/>
                </a:solidFill>
                <a:latin typeface="Arial"/>
                <a:ea typeface="Arial"/>
                <a:cs typeface="Arial"/>
              </a:defRPr>
            </a:pPr>
            <a:r>
              <a:rPr sz="2025" b="0">
                <a:solidFill>
                  <a:srgbClr val="A6BAC4"/>
                </a:solidFill>
                <a:latin typeface="Arial"/>
                <a:ea typeface="Arial"/>
                <a:cs typeface="Arial"/>
              </a:rPr>
              <a:t>Process, USB storage and display checks protect the environment.</a:t>
            </a:r>
          </a:p>
        </p:txBody>
      </p:sp>
    </p:spTree>
    <p:extLst>
      <p:ext uri="{BB962C8B-B14F-4D97-AF65-F5344CB8AC3E}">
        <ns3:creationId val="81556843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450"/>
                                  <p:tgtEl>
                                    <p:spTgt spid="6"/>
                                  </p:tgtEl>
                                </p:cBhvr>
                              </p:animEffect>
                            </p:childTnLst>
                          </p:cTn>
                        </p:par>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450"/>
                                  <p:tgtEl>
                                    <p:spTgt spid="7"/>
                                  </p:tgtEl>
                                </p:cBhvr>
                              </p:animEffect>
                            </p:childTnLst>
                          </p:cTn>
                        </p:par>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50"/>
                                  <p:tgtEl>
                                    <p:spTgt spid="8"/>
                                  </p:tgtEl>
                                </p:cBhvr>
                              </p:animEffect>
                            </p:childTnLst>
                          </p:cTn>
                        </p:par>
                      </p:childTnLst>
                    </p:cTn>
                  </p:par>
                  <p:par>
                    <p:cTn id="22" fill="hold">
                      <p:stCondLst>
                        <p:cond delay="indefinite"/>
                      </p:stCondLst>
                      <p:childTnLst>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1"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1"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1"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50"/>
                                  <p:tgtEl>
                                    <p:spTgt spid="12"/>
                                  </p:tgtEl>
                                </p:cBhvr>
                              </p:animEffect>
                            </p:childTnLst>
                          </p:cTn>
                        </p:par>
                        <p:par>
                          <p:cTn id="35" presetID="10" presetClass="entr" presetSubtype="0" fill="hold" grpId="1"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fade">
                                <p:cBhvr>
                                  <p:cTn id="37" dur="450"/>
                                  <p:tgtEl>
                                    <p:spTgt spid="13"/>
                                  </p:tgtEl>
                                </p:cBhvr>
                              </p:animEffect>
                            </p:childTnLst>
                          </p:cTn>
                        </p:par>
                        <p:par>
                          <p:cTn id="38" presetID="10" presetClass="entr" presetSubtype="0" fill="hold" grpId="1" nodeType="click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childTnLst>
                    </p:cTn>
                  </p:par>
                  <p:par>
                    <p:cTn id="41" fill="hold">
                      <p:stCondLst>
                        <p:cond delay="indefinite"/>
                      </p:stCondLst>
                      <p:childTnLst>
                        <p:par>
                          <p:cTn id="42" presetID="10" presetClass="entr" presetSubtype="0" fill="hold" grpId="2"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450"/>
                                  <p:tgtEl>
                                    <p:spTgt spid="15"/>
                                  </p:tgtEl>
                                </p:cBhvr>
                              </p:animEffect>
                            </p:childTnLst>
                          </p:cTn>
                        </p:par>
                        <p:par>
                          <p:cTn id="45" presetID="10" presetClass="entr" presetSubtype="0" fill="hold" grpId="2"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450"/>
                                  <p:tgtEl>
                                    <p:spTgt spid="1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1" animBg="1"/>
      <p:bldP spid="10" grpId="1" animBg="1"/>
      <p:bldP spid="11" grpId="1" animBg="1"/>
      <p:bldP spid="12" grpId="1" animBg="1"/>
      <p:bldP spid="13" grpId="1" animBg="1"/>
      <p:bldP spid="14" grpId="1" animBg="1"/>
      <p:bldP spid="15" grpId="2" animBg="1"/>
      <p:bldP spid="16" grpId="2" animBg="1"/>
    </p:bldLst>
  </p:timing>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7" name="static">
            <a:extLst>
              <a:ext uri="{FF2B5EF4-FFF2-40B4-BE49-F238E27FC236}">
                <ns2:creationId id="{06C4223F-8F00-4559-8952-306775F0BE51}"/>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Evidence supports examiner judgment</a:t>
            </a:r>
          </a:p>
        </p:txBody>
      </p:sp>
      <p:sp>
        <p:nvSpPr>
          <p:cNvPr id="2" name="static">
            <a:extLst>
              <a:ext uri="{FF2B5EF4-FFF2-40B4-BE49-F238E27FC236}">
                <ns2:creationId id="{255E5A4E-4464-496D-B9FB-49D78CAB3281}"/>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06</a:t>
            </a:r>
          </a:p>
        </p:txBody>
      </p:sp>
      <p:sp>
        <p:nvSpPr>
          <p:cNvPr id="3" name="reveal-1">
            <a:extLst>
              <a:ext uri="{FF2B5EF4-FFF2-40B4-BE49-F238E27FC236}">
                <ns2:creationId id="{AB7986C7-BB9F-4067-9DCA-9A04F41506A5}"/>
              </a:ext>
            </a:extLst>
          </p:cNvPr>
          <p:cNvSpPr>
            <a:spLocks noGrp="1"/>
          </p:cNvSpPr>
          <p:nvPr/>
        </p:nvSpPr>
        <p:spPr>
          <a:xfrm>
            <a:off x="609600" y="1962150"/>
            <a:ext cx="3086100" cy="1714500"/>
          </a:xfrm>
          <a:prstGeom prst="rect">
            <a:avLst/>
          </a:prstGeom>
          <a:solidFill>
            <a:srgbClr val="102F3C"/>
          </a:solidFill>
          <a:ln w="9525">
            <a:solidFill>
              <a:srgbClr val="36616C"/>
            </a:solidFill>
          </a:ln>
        </p:spPr>
      </p:sp>
      <p:sp>
        <p:nvSpPr>
          <p:cNvPr id="4" name="reveal-1">
            <a:extLst>
              <a:ext uri="{FF2B5EF4-FFF2-40B4-BE49-F238E27FC236}">
                <ns2:creationId id="{6935C862-E5BC-47CF-9684-78A8394B4101}"/>
              </a:ext>
            </a:extLst>
          </p:cNvPr>
          <p:cNvSpPr>
            <a:spLocks noGrp="1"/>
          </p:cNvSpPr>
          <p:nvPr/>
        </p:nvSpPr>
        <p:spPr>
          <a:xfrm>
            <a:off x="819150" y="2171700"/>
            <a:ext cx="2667000" cy="6858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Alert</a:t>
            </a:r>
          </a:p>
        </p:txBody>
      </p:sp>
      <p:sp>
        <p:nvSpPr>
          <p:cNvPr id="5" name="reveal-1">
            <a:extLst>
              <a:ext uri="{FF2B5EF4-FFF2-40B4-BE49-F238E27FC236}">
                <ns2:creationId id="{ACA299A3-4E79-4765-B0B2-7AD53F3892E0}"/>
              </a:ext>
            </a:extLst>
          </p:cNvPr>
          <p:cNvSpPr>
            <a:spLocks noGrp="1"/>
          </p:cNvSpPr>
          <p:nvPr/>
        </p:nvSpPr>
        <p:spPr>
          <a:xfrm>
            <a:off x="819150" y="2914650"/>
            <a:ext cx="2667000" cy="666750"/>
          </a:xfrm>
          <a:prstGeom prst="rect">
            <a:avLst/>
          </a:prstGeom>
          <a:noFill/>
          <a:ln w="0">
            <a:noFill/>
          </a:ln>
        </p:spPr>
        <p:txBody>
          <a:bodyPr>
            <a:noAutofit/>
          </a:bodyPr>
          <a:lstStyle/>
          <a:p>
            <a:pPr>
              <a:defRPr sz="1725" b="0">
                <a:solidFill>
                  <a:srgbClr val="F1F6F7"/>
                </a:solidFill>
                <a:latin typeface="Arial"/>
                <a:ea typeface="Arial"/>
                <a:cs typeface="Arial"/>
              </a:defRPr>
            </a:pPr>
            <a:r>
              <a:rPr sz="1725" b="0">
                <a:solidFill>
                  <a:srgbClr val="F1F6F7"/>
                </a:solidFill>
                <a:latin typeface="Arial"/>
                <a:ea typeface="Arial"/>
                <a:cs typeface="Arial"/>
              </a:rPr>
              <a:t>Candidate + event identity</a:t>
            </a:r>
          </a:p>
        </p:txBody>
      </p:sp>
      <p:sp>
        <p:nvSpPr>
          <p:cNvPr id="6" name="reveal-2">
            <a:extLst>
              <a:ext uri="{FF2B5EF4-FFF2-40B4-BE49-F238E27FC236}">
                <ns2:creationId id="{8833875B-81A1-4664-A38A-8EF976A20B5C}"/>
              </a:ext>
            </a:extLst>
          </p:cNvPr>
          <p:cNvSpPr>
            <a:spLocks noGrp="1"/>
          </p:cNvSpPr>
          <p:nvPr/>
        </p:nvSpPr>
        <p:spPr>
          <a:xfrm>
            <a:off x="3800475" y="2447925"/>
            <a:ext cx="533400" cy="609600"/>
          </a:xfrm>
          <a:prstGeom prst="rect">
            <a:avLst/>
          </a:prstGeom>
          <a:noFill/>
          <a:ln w="0">
            <a:noFill/>
          </a:ln>
        </p:spPr>
        <p:txBody>
          <a:bodyPr>
            <a:noAutofit/>
          </a:bodyPr>
          <a:lstStyle/>
          <a:p>
            <a:pPr>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7" name="reveal-2">
            <a:extLst>
              <a:ext uri="{FF2B5EF4-FFF2-40B4-BE49-F238E27FC236}">
                <ns2:creationId id="{2F5AE371-ABBC-426F-848F-684BBCD85442}"/>
              </a:ext>
            </a:extLst>
          </p:cNvPr>
          <p:cNvSpPr>
            <a:spLocks noGrp="1"/>
          </p:cNvSpPr>
          <p:nvPr/>
        </p:nvSpPr>
        <p:spPr>
          <a:xfrm>
            <a:off x="4419600" y="1962150"/>
            <a:ext cx="3086100" cy="1714500"/>
          </a:xfrm>
          <a:prstGeom prst="rect">
            <a:avLst/>
          </a:prstGeom>
          <a:solidFill>
            <a:srgbClr val="102F3C"/>
          </a:solidFill>
          <a:ln w="9525">
            <a:solidFill>
              <a:srgbClr val="36616C"/>
            </a:solidFill>
          </a:ln>
        </p:spPr>
      </p:sp>
      <p:sp>
        <p:nvSpPr>
          <p:cNvPr id="8" name="reveal-2">
            <a:extLst>
              <a:ext uri="{FF2B5EF4-FFF2-40B4-BE49-F238E27FC236}">
                <ns2:creationId id="{E6232011-86DE-424F-B5A9-D6458A1C6CBD}"/>
              </a:ext>
            </a:extLst>
          </p:cNvPr>
          <p:cNvSpPr>
            <a:spLocks noGrp="1"/>
          </p:cNvSpPr>
          <p:nvPr/>
        </p:nvSpPr>
        <p:spPr>
          <a:xfrm>
            <a:off x="4629150" y="2171700"/>
            <a:ext cx="2667000" cy="6858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Evidence</a:t>
            </a:r>
          </a:p>
        </p:txBody>
      </p:sp>
      <p:sp>
        <p:nvSpPr>
          <p:cNvPr id="9" name="reveal-2">
            <a:extLst>
              <a:ext uri="{FF2B5EF4-FFF2-40B4-BE49-F238E27FC236}">
                <ns2:creationId id="{E5E39C97-C56F-429C-8254-DB42756F4E06}"/>
              </a:ext>
            </a:extLst>
          </p:cNvPr>
          <p:cNvSpPr>
            <a:spLocks noGrp="1"/>
          </p:cNvSpPr>
          <p:nvPr/>
        </p:nvSpPr>
        <p:spPr>
          <a:xfrm>
            <a:off x="4629150" y="2914650"/>
            <a:ext cx="2667000" cy="666750"/>
          </a:xfrm>
          <a:prstGeom prst="rect">
            <a:avLst/>
          </a:prstGeom>
          <a:noFill/>
          <a:ln w="0">
            <a:noFill/>
          </a:ln>
        </p:spPr>
        <p:txBody>
          <a:bodyPr>
            <a:noAutofit/>
          </a:bodyPr>
          <a:lstStyle/>
          <a:p>
            <a:pPr>
              <a:defRPr sz="1725" b="0">
                <a:solidFill>
                  <a:srgbClr val="F1F6F7"/>
                </a:solidFill>
                <a:latin typeface="Arial"/>
                <a:ea typeface="Arial"/>
                <a:cs typeface="Arial"/>
              </a:defRPr>
            </a:pPr>
            <a:r>
              <a:rPr sz="1725" b="0">
                <a:solidFill>
                  <a:srgbClr val="F1F6F7"/>
                </a:solidFill>
                <a:latin typeface="Arial"/>
                <a:ea typeface="Arial"/>
                <a:cs typeface="Arial"/>
              </a:rPr>
              <a:t>Event image or audio clip</a:t>
            </a:r>
          </a:p>
        </p:txBody>
      </p:sp>
      <p:sp>
        <p:nvSpPr>
          <p:cNvPr id="10" name="reveal-3">
            <a:extLst>
              <a:ext uri="{FF2B5EF4-FFF2-40B4-BE49-F238E27FC236}">
                <ns2:creationId id="{4B46E928-E01F-4C8F-AD64-3FFC6F5EA028}"/>
              </a:ext>
            </a:extLst>
          </p:cNvPr>
          <p:cNvSpPr>
            <a:spLocks noGrp="1"/>
          </p:cNvSpPr>
          <p:nvPr/>
        </p:nvSpPr>
        <p:spPr>
          <a:xfrm>
            <a:off x="7610475" y="2447925"/>
            <a:ext cx="533400" cy="609600"/>
          </a:xfrm>
          <a:prstGeom prst="rect">
            <a:avLst/>
          </a:prstGeom>
          <a:noFill/>
          <a:ln w="0">
            <a:noFill/>
          </a:ln>
        </p:spPr>
        <p:txBody>
          <a:bodyPr>
            <a:noAutofit/>
          </a:bodyPr>
          <a:lstStyle/>
          <a:p>
            <a:pPr>
              <a:defRPr sz="3150" b="0">
                <a:solidFill>
                  <a:srgbClr val="50DDC4"/>
                </a:solidFill>
                <a:latin typeface="Arial"/>
                <a:ea typeface="Arial"/>
                <a:cs typeface="Arial"/>
              </a:defRPr>
            </a:pPr>
            <a:r>
              <a:rPr sz="3150" b="0">
                <a:solidFill>
                  <a:srgbClr val="50DDC4"/>
                </a:solidFill>
                <a:latin typeface="Arial"/>
                <a:ea typeface="Arial"/>
                <a:cs typeface="Arial"/>
              </a:rPr>
              <a:t>→</a:t>
            </a:r>
          </a:p>
        </p:txBody>
      </p:sp>
      <p:sp>
        <p:nvSpPr>
          <p:cNvPr id="11" name="reveal-3">
            <a:extLst>
              <a:ext uri="{FF2B5EF4-FFF2-40B4-BE49-F238E27FC236}">
                <ns2:creationId id="{DFE41ED3-431C-4D29-A79F-F1CDC2B8C2A3}"/>
              </a:ext>
            </a:extLst>
          </p:cNvPr>
          <p:cNvSpPr>
            <a:spLocks noGrp="1"/>
          </p:cNvSpPr>
          <p:nvPr/>
        </p:nvSpPr>
        <p:spPr>
          <a:xfrm>
            <a:off x="8229600" y="1962150"/>
            <a:ext cx="3086100" cy="1714500"/>
          </a:xfrm>
          <a:prstGeom prst="rect">
            <a:avLst/>
          </a:prstGeom>
          <a:solidFill>
            <a:srgbClr val="102F3C"/>
          </a:solidFill>
          <a:ln w="9525">
            <a:solidFill>
              <a:srgbClr val="36616C"/>
            </a:solidFill>
          </a:ln>
        </p:spPr>
      </p:sp>
      <p:sp>
        <p:nvSpPr>
          <p:cNvPr id="12" name="reveal-3">
            <a:extLst>
              <a:ext uri="{FF2B5EF4-FFF2-40B4-BE49-F238E27FC236}">
                <ns2:creationId id="{15B83EB0-B11A-49ED-8A63-8F0A5F88F2EF}"/>
              </a:ext>
            </a:extLst>
          </p:cNvPr>
          <p:cNvSpPr>
            <a:spLocks noGrp="1"/>
          </p:cNvSpPr>
          <p:nvPr/>
        </p:nvSpPr>
        <p:spPr>
          <a:xfrm>
            <a:off x="8439150" y="2171700"/>
            <a:ext cx="2667000" cy="6858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Human review</a:t>
            </a:r>
          </a:p>
        </p:txBody>
      </p:sp>
      <p:sp>
        <p:nvSpPr>
          <p:cNvPr id="13" name="reveal-3">
            <a:extLst>
              <a:ext uri="{FF2B5EF4-FFF2-40B4-BE49-F238E27FC236}">
                <ns2:creationId id="{6D80AE08-8912-4C7A-A63F-827F8AE6C5EB}"/>
              </a:ext>
            </a:extLst>
          </p:cNvPr>
          <p:cNvSpPr>
            <a:spLocks noGrp="1"/>
          </p:cNvSpPr>
          <p:nvPr/>
        </p:nvSpPr>
        <p:spPr>
          <a:xfrm>
            <a:off x="8439150" y="2914650"/>
            <a:ext cx="2667000" cy="666750"/>
          </a:xfrm>
          <a:prstGeom prst="rect">
            <a:avLst/>
          </a:prstGeom>
          <a:noFill/>
          <a:ln w="0">
            <a:noFill/>
          </a:ln>
        </p:spPr>
        <p:txBody>
          <a:bodyPr>
            <a:noAutofit/>
          </a:bodyPr>
          <a:lstStyle/>
          <a:p>
            <a:pPr>
              <a:defRPr sz="1725" b="0">
                <a:solidFill>
                  <a:srgbClr val="F1F6F7"/>
                </a:solidFill>
                <a:latin typeface="Arial"/>
                <a:ea typeface="Arial"/>
                <a:cs typeface="Arial"/>
              </a:defRPr>
            </a:pPr>
            <a:r>
              <a:rPr sz="1725" b="0">
                <a:solidFill>
                  <a:srgbClr val="F1F6F7"/>
                </a:solidFill>
                <a:latin typeface="Arial"/>
                <a:ea typeface="Arial"/>
                <a:cs typeface="Arial"/>
              </a:rPr>
              <a:t>Confirm or dismiss</a:t>
            </a:r>
          </a:p>
        </p:txBody>
      </p:sp>
      <p:sp>
        <p:nvSpPr>
          <p:cNvPr id="14" name="static">
            <a:extLst>
              <a:ext uri="{FF2B5EF4-FFF2-40B4-BE49-F238E27FC236}">
                <ns2:creationId id="{06C91431-A059-4A8B-9A19-FB9480696FEB}"/>
              </a:ext>
            </a:extLst>
          </p:cNvPr>
          <p:cNvSpPr>
            <a:spLocks noGrp="1"/>
          </p:cNvSpPr>
          <p:nvPr/>
        </p:nvSpPr>
        <p:spPr>
          <a:xfrm>
            <a:off x="609600" y="4267200"/>
            <a:ext cx="2895600" cy="1238250"/>
          </a:xfrm>
          <a:prstGeom prst="rect">
            <a:avLst/>
          </a:prstGeom>
          <a:noFill/>
          <a:ln w="0">
            <a:noFill/>
          </a:ln>
        </p:spPr>
        <p:txBody>
          <a:bodyPr>
            <a:noAutofit/>
          </a:bodyPr>
          <a:lstStyle/>
          <a:p>
            <a:pPr>
              <a:defRPr sz="5700" b="1">
                <a:solidFill>
                  <a:srgbClr val="50DDC4"/>
                </a:solidFill>
                <a:latin typeface="Arial"/>
                <a:ea typeface="Arial"/>
                <a:cs typeface="Arial"/>
              </a:defRPr>
            </a:pPr>
            <a:r>
              <a:rPr sz="5700" b="1">
                <a:solidFill>
                  <a:srgbClr val="50DDC4"/>
                </a:solidFill>
                <a:latin typeface="Arial"/>
                <a:ea typeface="Arial"/>
                <a:cs typeface="Arial"/>
              </a:rPr>
              <a:t>0–100</a:t>
            </a:r>
          </a:p>
        </p:txBody>
      </p:sp>
      <p:sp>
        <p:nvSpPr>
          <p:cNvPr id="15" name="static">
            <a:extLst>
              <a:ext uri="{FF2B5EF4-FFF2-40B4-BE49-F238E27FC236}">
                <ns2:creationId id="{2912ADAB-3D31-445E-A370-89AE28BD7D34}"/>
              </a:ext>
            </a:extLst>
          </p:cNvPr>
          <p:cNvSpPr>
            <a:spLocks noGrp="1"/>
          </p:cNvSpPr>
          <p:nvPr/>
        </p:nvSpPr>
        <p:spPr>
          <a:xfrm>
            <a:off x="3838575" y="4429125"/>
            <a:ext cx="7429500" cy="847725"/>
          </a:xfrm>
          <a:prstGeom prst="rect">
            <a:avLst/>
          </a:prstGeom>
          <a:noFill/>
          <a:ln w="0">
            <a:noFill/>
          </a:ln>
        </p:spPr>
        <p:txBody>
          <a:bodyPr>
            <a:noAutofit/>
          </a:bodyPr>
          <a:lstStyle/>
          <a:p>
            <a:pPr>
              <a:defRPr sz="2550" b="0">
                <a:solidFill>
                  <a:srgbClr val="F1F6F7"/>
                </a:solidFill>
                <a:latin typeface="Arial"/>
                <a:ea typeface="Arial"/>
                <a:cs typeface="Arial"/>
              </a:defRPr>
            </a:pPr>
            <a:r>
              <a:rPr sz="2550" b="0">
                <a:solidFill>
                  <a:srgbClr val="F1F6F7"/>
                </a:solidFill>
                <a:latin typeface="Arial"/>
                <a:ea typeface="Arial"/>
                <a:cs typeface="Arial"/>
              </a:rPr>
              <a:t>Review priority, not a probability of cheating</a:t>
            </a:r>
          </a:p>
        </p:txBody>
      </p:sp>
      <p:sp>
        <p:nvSpPr>
          <p:cNvPr id="16" name="static">
            <a:extLst>
              <a:ext uri="{FF2B5EF4-FFF2-40B4-BE49-F238E27FC236}">
                <ns2:creationId id="{DC4B94E7-59A1-4B88-AF77-BEDD939CD22C}"/>
              </a:ext>
            </a:extLst>
          </p:cNvPr>
          <p:cNvSpPr>
            <a:spLocks noGrp="1"/>
          </p:cNvSpPr>
          <p:nvPr/>
        </p:nvSpPr>
        <p:spPr>
          <a:xfrm>
            <a:off x="609600" y="5734050"/>
            <a:ext cx="10972800" cy="457200"/>
          </a:xfrm>
          <a:prstGeom prst="rect">
            <a:avLst/>
          </a:prstGeom>
          <a:noFill/>
          <a:ln w="0">
            <a:noFill/>
          </a:ln>
        </p:spPr>
        <p:txBody>
          <a:bodyPr>
            <a:noAutofit/>
          </a:bodyPr>
          <a:lstStyle/>
          <a:p>
            <a:pPr>
              <a:defRPr sz="1725" b="0">
                <a:solidFill>
                  <a:srgbClr val="A6BAC4"/>
                </a:solidFill>
                <a:latin typeface="Arial"/>
                <a:ea typeface="Arial"/>
                <a:cs typeface="Arial"/>
              </a:defRPr>
            </a:pPr>
            <a:r>
              <a:rPr sz="1725" b="0">
                <a:solidFill>
                  <a:srgbClr val="A6BAC4"/>
                </a:solidFill>
                <a:latin typeface="Arial"/>
                <a:ea typeface="Arial"/>
                <a:cs typeface="Arial"/>
              </a:rPr>
              <a:t>Teacher updates stay within owned exams; administrators have broader access.</a:t>
            </a:r>
          </a:p>
        </p:txBody>
      </p:sp>
    </p:spTree>
    <p:extLst>
      <p:ext uri="{BB962C8B-B14F-4D97-AF65-F5344CB8AC3E}">
        <ns3:creationId val="127726008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450"/>
                                  <p:tgtEl>
                                    <p:spTgt spid="5"/>
                                  </p:tgtEl>
                                </p:cBhvr>
                              </p:animEffect>
                            </p:childTnLst>
                          </p:cTn>
                        </p:par>
                      </p:childTnLst>
                    </p:cTn>
                  </p:par>
                  <p:par>
                    <p:cTn id="13" fill="hold">
                      <p:stCondLst>
                        <p:cond delay="indefinite"/>
                      </p:stCondLst>
                      <p:childTnLst>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par>
                          <p:cTn id="17" presetID="10" presetClass="entr"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1"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50"/>
                                  <p:tgtEl>
                                    <p:spTgt spid="8"/>
                                  </p:tgtEl>
                                </p:cBhvr>
                              </p:animEffect>
                            </p:childTnLst>
                          </p:cTn>
                        </p:par>
                        <p:par>
                          <p:cTn id="23" presetID="10" presetClass="entr" presetSubtype="0" fill="hold" grpId="1"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childTnLst>
                    </p:cTn>
                  </p:par>
                  <p:par>
                    <p:cTn id="26" fill="hold">
                      <p:stCondLst>
                        <p:cond delay="indefinite"/>
                      </p:stCondLst>
                      <p:childTnLst>
                        <p:par>
                          <p:cTn id="27" presetID="10" presetClass="entr" presetSubtype="0" fill="hold" grpId="2"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50"/>
                                  <p:tgtEl>
                                    <p:spTgt spid="10"/>
                                  </p:tgtEl>
                                </p:cBhvr>
                              </p:animEffect>
                            </p:childTnLst>
                          </p:cTn>
                        </p:par>
                        <p:par>
                          <p:cTn id="30" presetID="10" presetClass="entr" presetSubtype="0" fill="hold" grpId="2"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50"/>
                                  <p:tgtEl>
                                    <p:spTgt spid="11"/>
                                  </p:tgtEl>
                                </p:cBhvr>
                              </p:animEffect>
                            </p:childTnLst>
                          </p:cTn>
                        </p:par>
                        <p:par>
                          <p:cTn id="33" presetID="10" presetClass="entr" presetSubtype="0" fill="hold" grpId="2"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450"/>
                                  <p:tgtEl>
                                    <p:spTgt spid="12"/>
                                  </p:tgtEl>
                                </p:cBhvr>
                              </p:animEffect>
                            </p:childTnLst>
                          </p:cTn>
                        </p:par>
                        <p:par>
                          <p:cTn id="36" presetID="10" presetClass="entr" presetSubtype="0" fill="hold" grpId="2"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450"/>
                                  <p:tgtEl>
                                    <p:spTgt spid="13"/>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1" animBg="1"/>
      <p:bldP spid="7" grpId="1" animBg="1"/>
      <p:bldP spid="8" grpId="1" animBg="1"/>
      <p:bldP spid="9" grpId="1" animBg="1"/>
      <p:bldP spid="10" grpId="2" animBg="1"/>
      <p:bldP spid="11" grpId="2" animBg="1"/>
      <p:bldP spid="12" grpId="2" animBg="1"/>
      <p:bldP spid="13" grpId="2" animBg="1"/>
    </p:bld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5" name="static">
            <a:extLst>
              <a:ext uri="{FF2B5EF4-FFF2-40B4-BE49-F238E27FC236}">
                <ns2:creationId id="{795CFC8E-4A6B-4C56-AA64-4837FF62A1A4}"/>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Implementation progress</a:t>
            </a:r>
          </a:p>
        </p:txBody>
      </p:sp>
      <p:sp>
        <p:nvSpPr>
          <p:cNvPr id="2" name="static">
            <a:extLst>
              <a:ext uri="{FF2B5EF4-FFF2-40B4-BE49-F238E27FC236}">
                <ns2:creationId id="{D2A06F39-2E57-4B48-8444-D8315DFDC13F}"/>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07</a:t>
            </a:r>
          </a:p>
        </p:txBody>
      </p:sp>
      <p:graphicFrame>
        <p:nvGraphicFramePr>
          <p:cNvPr id="7" name=""/>
          <p:cNvGraphicFramePr/>
          <p:nvPr/>
        </p:nvGraphicFramePr>
        <p:xfrm>
          <a:off x="609600" y="1704975"/>
          <a:ext cx="10972800" cy="3829050"/>
        </p:xfrm>
        <a:graphic>
          <a:graphicData uri="http://schemas.openxmlformats.org/drawingml/2006/table">
            <a:tbl>
              <a:tblPr/>
              <a:tblGrid>
                <a:gridCol w="4000500"/>
                <a:gridCol w="6972300"/>
              </a:tblGrid>
              <a:tr h="478631">
                <a:tc>
                  <a:txBody>
                    <a:bodyPr>
                      <a:noAutofit/>
                    </a:bodyPr>
                    <a:lstStyle/>
                    <a:p>
                      <a:r>
                        <a:rPr sz="1875" b="1">
                          <a:solidFill>
                            <a:srgbClr val="50DDC4"/>
                          </a:solidFill>
                          <a:latin typeface="Arial"/>
                          <a:ea typeface="Arial"/>
                          <a:cs typeface="Arial"/>
                        </a:rPr>
                        <a:t>Scope module</a:t>
                      </a:r>
                    </a:p>
                  </a:txBody>
                  <a:tcPr marL="91440" marR="91440" marT="45720" marB="45720">
                    <a:solidFill>
                      <a:srgbClr val="163D49"/>
                    </a:solidFill>
                  </a:tcPr>
                </a:tc>
                <a:tc>
                  <a:txBody>
                    <a:bodyPr>
                      <a:noAutofit/>
                    </a:bodyPr>
                    <a:lstStyle/>
                    <a:p>
                      <a:r>
                        <a:rPr sz="1875" b="1">
                          <a:solidFill>
                            <a:srgbClr val="50DDC4"/>
                          </a:solidFill>
                          <a:latin typeface="Arial"/>
                          <a:ea typeface="Arial"/>
                          <a:cs typeface="Arial"/>
                        </a:rPr>
                        <a:t>Current implementation</a:t>
                      </a:r>
                    </a:p>
                  </a:txBody>
                  <a:tcPr marL="91440" marR="91440" marT="45720" marB="45720">
                    <a:solidFill>
                      <a:srgbClr val="163D49"/>
                    </a:solidFill>
                  </a:tcPr>
                </a:tc>
              </a:tr>
              <a:tr h="478631">
                <a:tc>
                  <a:txBody>
                    <a:bodyPr>
                      <a:noAutofit/>
                    </a:bodyPr>
                    <a:lstStyle/>
                    <a:p>
                      <a:r>
                        <a:rPr sz="1725" b="0">
                          <a:solidFill>
                            <a:srgbClr val="F1F6F7"/>
                          </a:solidFill>
                          <a:latin typeface="Arial"/>
                          <a:ea typeface="Arial"/>
                          <a:cs typeface="Arial"/>
                        </a:rPr>
                        <a:t>Secure environment</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AI monitoring</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 model/class scope differences</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Event evidence</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Examiner dashboard</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File and typed submission</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a:t>
                      </a:r>
                    </a:p>
                  </a:txBody>
                  <a:tcPr marL="91440" marR="91440" marT="45720" marB="45720">
                    <a:solidFill>
                      <a:srgbClr val="0C2330"/>
                    </a:solidFill>
                  </a:tcPr>
                </a:tc>
              </a:tr>
              <a:tr h="478631">
                <a:tc>
                  <a:txBody>
                    <a:bodyPr>
                      <a:noAutofit/>
                    </a:bodyPr>
                    <a:lstStyle/>
                    <a:p>
                      <a:r>
                        <a:rPr sz="1725" b="0">
                          <a:solidFill>
                            <a:srgbClr val="F1F6F7"/>
                          </a:solidFill>
                          <a:latin typeface="Arial"/>
                          <a:ea typeface="Arial"/>
                          <a:cs typeface="Arial"/>
                        </a:rPr>
                        <a:t>Self-check + severity scoring</a:t>
                      </a:r>
                    </a:p>
                  </a:txBody>
                  <a:tcPr marL="91440" marR="91440" marT="45720" marB="45720">
                    <a:solidFill>
                      <a:srgbClr val="081925"/>
                    </a:solidFill>
                  </a:tcPr>
                </a:tc>
                <a:tc>
                  <a:txBody>
                    <a:bodyPr>
                      <a:noAutofit/>
                    </a:bodyPr>
                    <a:lstStyle/>
                    <a:p>
                      <a:r>
                        <a:rPr sz="1725" b="0">
                          <a:solidFill>
                            <a:srgbClr val="F1F6F7"/>
                          </a:solidFill>
                          <a:latin typeface="Arial"/>
                          <a:ea typeface="Arial"/>
                          <a:cs typeface="Arial"/>
                        </a:rPr>
                        <a:t>Implemented (optional scope modules)</a:t>
                      </a:r>
                    </a:p>
                  </a:txBody>
                  <a:tcPr marL="91440" marR="91440" marT="45720" marB="45720">
                    <a:solidFill>
                      <a:srgbClr val="081925"/>
                    </a:solidFill>
                  </a:tcPr>
                </a:tc>
              </a:tr>
              <a:tr h="478631">
                <a:tc>
                  <a:txBody>
                    <a:bodyPr>
                      <a:noAutofit/>
                    </a:bodyPr>
                    <a:lstStyle/>
                    <a:p>
                      <a:r>
                        <a:rPr sz="1725" b="0">
                          <a:solidFill>
                            <a:srgbClr val="F1F6F7"/>
                          </a:solidFill>
                          <a:latin typeface="Arial"/>
                          <a:ea typeface="Arial"/>
                          <a:cs typeface="Arial"/>
                        </a:rPr>
                        <a:t>Audit reporting</a:t>
                      </a:r>
                    </a:p>
                  </a:txBody>
                  <a:tcPr marL="91440" marR="91440" marT="45720" marB="45720">
                    <a:solidFill>
                      <a:srgbClr val="0C2330"/>
                    </a:solidFill>
                  </a:tcPr>
                </a:tc>
                <a:tc>
                  <a:txBody>
                    <a:bodyPr>
                      <a:noAutofit/>
                    </a:bodyPr>
                    <a:lstStyle/>
                    <a:p>
                      <a:r>
                        <a:rPr sz="1725" b="0">
                          <a:solidFill>
                            <a:srgbClr val="F1F6F7"/>
                          </a:solidFill>
                          <a:latin typeface="Arial"/>
                          <a:ea typeface="Arial"/>
                          <a:cs typeface="Arial"/>
                        </a:rPr>
                        <a:t>Implemented: summary, CSV and browser PDF</a:t>
                      </a:r>
                    </a:p>
                  </a:txBody>
                  <a:tcPr marL="91440" marR="91440" marT="45720" marB="45720">
                    <a:solidFill>
                      <a:srgbClr val="0C2330"/>
                    </a:solidFill>
                  </a:tcPr>
                </a:tc>
              </a:tr>
            </a:tbl>
          </a:graphicData>
        </a:graphic>
      </p:graphicFrame>
      <p:sp>
        <p:nvSpPr>
          <p:cNvPr id="4" name="static">
            <a:extLst>
              <a:ext uri="{FF2B5EF4-FFF2-40B4-BE49-F238E27FC236}">
                <ns2:creationId id="{89E3A92E-AE59-46F0-B42E-175F66DBF7C5}"/>
              </a:ext>
            </a:extLst>
          </p:cNvPr>
          <p:cNvSpPr>
            <a:spLocks noGrp="1"/>
          </p:cNvSpPr>
          <p:nvPr/>
        </p:nvSpPr>
        <p:spPr>
          <a:xfrm>
            <a:off x="609600" y="5734050"/>
            <a:ext cx="10972800" cy="419100"/>
          </a:xfrm>
          <a:prstGeom prst="rect">
            <a:avLst/>
          </a:prstGeom>
          <a:noFill/>
          <a:ln w="0">
            <a:noFill/>
          </a:ln>
        </p:spPr>
        <p:txBody>
          <a:bodyPr>
            <a:noAutofit/>
          </a:bodyPr>
          <a:lstStyle/>
          <a:p>
            <a:pPr>
              <a:defRPr sz="1950" b="0">
                <a:solidFill>
                  <a:srgbClr val="50DDC4"/>
                </a:solidFill>
                <a:latin typeface="Arial"/>
                <a:ea typeface="Arial"/>
                <a:cs typeface="Arial"/>
              </a:defRPr>
            </a:pPr>
            <a:r>
              <a:rPr sz="1950" b="0">
                <a:solidFill>
                  <a:srgbClr val="50DDC4"/>
                </a:solidFill>
                <a:latin typeface="Arial"/>
                <a:ea typeface="Arial"/>
                <a:cs typeface="Arial"/>
              </a:rPr>
              <a:t>Code implementation and measured acceptance are separate milestones.</a:t>
            </a:r>
          </a:p>
        </p:txBody>
      </p:sp>
    </p:spTree>
    <p:extLst>
      <p:ext uri="{BB962C8B-B14F-4D97-AF65-F5344CB8AC3E}">
        <ns3:creationId val="560908731"/>
      </p:ext>
    </p:extLst>
  </p:cSld>
  <p:transition spd="med" advClick="1">
    <p:fade/>
  </p:transition>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9" name="static">
            <a:extLst>
              <a:ext uri="{FF2B5EF4-FFF2-40B4-BE49-F238E27FC236}">
                <ns2:creationId id="{33CBF887-FE8E-44C4-A674-0D13101293B0}"/>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Additions beyond the original scope</a:t>
            </a:r>
          </a:p>
        </p:txBody>
      </p:sp>
      <p:sp>
        <p:nvSpPr>
          <p:cNvPr id="2" name="static">
            <a:extLst>
              <a:ext uri="{FF2B5EF4-FFF2-40B4-BE49-F238E27FC236}">
                <ns2:creationId id="{679584F5-73B3-4E68-A56D-A34648836361}"/>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08</a:t>
            </a:r>
          </a:p>
        </p:txBody>
      </p:sp>
      <p:sp>
        <p:nvSpPr>
          <p:cNvPr id="3" name="reveal-1">
            <a:extLst>
              <a:ext uri="{FF2B5EF4-FFF2-40B4-BE49-F238E27FC236}">
                <ns2:creationId id="{49BB0EE4-B191-4FFD-9FA6-864941C3489C}"/>
              </a:ext>
            </a:extLst>
          </p:cNvPr>
          <p:cNvSpPr>
            <a:spLocks noGrp="1"/>
          </p:cNvSpPr>
          <p:nvPr/>
        </p:nvSpPr>
        <p:spPr>
          <a:xfrm>
            <a:off x="609600" y="1800225"/>
            <a:ext cx="10668000" cy="581025"/>
          </a:xfrm>
          <a:prstGeom prst="rect">
            <a:avLst/>
          </a:prstGeom>
          <a:noFill/>
          <a:ln w="0">
            <a:noFill/>
          </a:ln>
        </p:spPr>
        <p:txBody>
          <a:bodyPr>
            <a:noAutofit/>
          </a:bodyPr>
          <a:lstStyle/>
          <a:p>
            <a:pPr>
              <a:defRPr sz="2700" b="1">
                <a:solidFill>
                  <a:srgbClr val="50DDC4"/>
                </a:solidFill>
                <a:latin typeface="Arial"/>
                <a:ea typeface="Arial"/>
                <a:cs typeface="Arial"/>
              </a:defRPr>
            </a:pPr>
            <a:r>
              <a:rPr sz="2700" b="1">
                <a:solidFill>
                  <a:srgbClr val="50DDC4"/>
                </a:solidFill>
                <a:latin typeface="Arial"/>
                <a:ea typeface="Arial"/>
                <a:cs typeface="Arial"/>
              </a:rPr>
              <a:t>Speaker-reference verification</a:t>
            </a:r>
          </a:p>
        </p:txBody>
      </p:sp>
      <p:sp>
        <p:nvSpPr>
          <p:cNvPr id="4" name="reveal-1">
            <a:extLst>
              <a:ext uri="{FF2B5EF4-FFF2-40B4-BE49-F238E27FC236}">
                <ns2:creationId id="{F205170E-2EF3-49F6-8A09-DBD21013C67E}"/>
              </a:ext>
            </a:extLst>
          </p:cNvPr>
          <p:cNvSpPr>
            <a:spLocks noGrp="1"/>
          </p:cNvSpPr>
          <p:nvPr/>
        </p:nvSpPr>
        <p:spPr>
          <a:xfrm>
            <a:off x="609600" y="2419350"/>
            <a:ext cx="10668000" cy="438150"/>
          </a:xfrm>
          <a:prstGeom prst="rect">
            <a:avLst/>
          </a:prstGeom>
          <a:noFill/>
          <a:ln w="0">
            <a:noFill/>
          </a:ln>
        </p:spPr>
        <p:txBody>
          <a:bodyPr>
            <a:noAutofit/>
          </a:bodyPr>
          <a:lstStyle/>
          <a:p>
            <a:pPr>
              <a:defRPr sz="2025" b="0">
                <a:solidFill>
                  <a:srgbClr val="A6BAC4"/>
                </a:solidFill>
                <a:latin typeface="Arial"/>
                <a:ea typeface="Arial"/>
                <a:cs typeface="Arial"/>
              </a:defRPr>
            </a:pPr>
            <a:r>
              <a:rPr sz="2025" b="0">
                <a:solidFill>
                  <a:srgbClr val="A6BAC4"/>
                </a:solidFill>
                <a:latin typeface="Arial"/>
                <a:ea typeface="Arial"/>
                <a:cs typeface="Arial"/>
              </a:rPr>
              <a:t>Enrollment, confirmation and suspicious audio clips</a:t>
            </a:r>
          </a:p>
        </p:txBody>
      </p:sp>
      <p:sp>
        <p:nvSpPr>
          <p:cNvPr id="5" name="reveal-2">
            <a:extLst>
              <a:ext uri="{FF2B5EF4-FFF2-40B4-BE49-F238E27FC236}">
                <ns2:creationId id="{3242D4B3-9C94-4EE7-8711-978556AEA61C}"/>
              </a:ext>
            </a:extLst>
          </p:cNvPr>
          <p:cNvSpPr>
            <a:spLocks noGrp="1"/>
          </p:cNvSpPr>
          <p:nvPr/>
        </p:nvSpPr>
        <p:spPr>
          <a:xfrm>
            <a:off x="609600" y="3267075"/>
            <a:ext cx="10668000" cy="581025"/>
          </a:xfrm>
          <a:prstGeom prst="rect">
            <a:avLst/>
          </a:prstGeom>
          <a:noFill/>
          <a:ln w="0">
            <a:noFill/>
          </a:ln>
        </p:spPr>
        <p:txBody>
          <a:bodyPr>
            <a:noAutofit/>
          </a:bodyPr>
          <a:lstStyle/>
          <a:p>
            <a:pPr>
              <a:defRPr sz="2700" b="1">
                <a:solidFill>
                  <a:srgbClr val="F1F6F7"/>
                </a:solidFill>
                <a:latin typeface="Arial"/>
                <a:ea typeface="Arial"/>
                <a:cs typeface="Arial"/>
              </a:defRPr>
            </a:pPr>
            <a:r>
              <a:rPr sz="2700" b="1">
                <a:solidFill>
                  <a:srgbClr val="F1F6F7"/>
                </a:solidFill>
                <a:latin typeface="Arial"/>
                <a:ea typeface="Arial"/>
                <a:cs typeface="Arial"/>
              </a:rPr>
              <a:t>Exam management and communication</a:t>
            </a:r>
          </a:p>
        </p:txBody>
      </p:sp>
      <p:sp>
        <p:nvSpPr>
          <p:cNvPr id="6" name="reveal-2">
            <a:extLst>
              <a:ext uri="{FF2B5EF4-FFF2-40B4-BE49-F238E27FC236}">
                <ns2:creationId id="{4E6133FD-0D19-4C97-8A55-FEC86BCA88BF}"/>
              </a:ext>
            </a:extLst>
          </p:cNvPr>
          <p:cNvSpPr>
            <a:spLocks noGrp="1"/>
          </p:cNvSpPr>
          <p:nvPr/>
        </p:nvSpPr>
        <p:spPr>
          <a:xfrm>
            <a:off x="609600" y="3886200"/>
            <a:ext cx="10668000" cy="742950"/>
          </a:xfrm>
          <a:prstGeom prst="rect">
            <a:avLst/>
          </a:prstGeom>
          <a:noFill/>
          <a:ln w="0">
            <a:noFill/>
          </a:ln>
        </p:spPr>
        <p:txBody>
          <a:bodyPr>
            <a:noAutofit/>
          </a:bodyPr>
          <a:lstStyle/>
          <a:p>
            <a:pPr>
              <a:defRPr sz="2025" b="0">
                <a:solidFill>
                  <a:srgbClr val="A6BAC4"/>
                </a:solidFill>
                <a:latin typeface="Arial"/>
                <a:ea typeface="Arial"/>
                <a:cs typeface="Arial"/>
              </a:defRPr>
            </a:pPr>
            <a:r>
              <a:rPr sz="2025" b="0">
                <a:solidFill>
                  <a:srgbClr val="A6BAC4"/>
                </a:solidFill>
                <a:latin typeface="Arial"/>
                <a:ea typeface="Arial"/>
                <a:cs typeface="Arial"/>
              </a:rPr>
              <a:t>Lab mode, chat, warnings, extensions, priority queue and dark mode</a:t>
            </a:r>
          </a:p>
        </p:txBody>
      </p:sp>
      <p:sp>
        <p:nvSpPr>
          <p:cNvPr id="7" name="reveal-3">
            <a:extLst>
              <a:ext uri="{FF2B5EF4-FFF2-40B4-BE49-F238E27FC236}">
                <ns2:creationId id="{3031EC4F-9ED5-4E25-88C9-B842A6838349}"/>
              </a:ext>
            </a:extLst>
          </p:cNvPr>
          <p:cNvSpPr>
            <a:spLocks noGrp="1"/>
          </p:cNvSpPr>
          <p:nvPr/>
        </p:nvSpPr>
        <p:spPr>
          <a:xfrm>
            <a:off x="609600" y="4943475"/>
            <a:ext cx="10668000" cy="581025"/>
          </a:xfrm>
          <a:prstGeom prst="rect">
            <a:avLst/>
          </a:prstGeom>
          <a:noFill/>
          <a:ln w="0">
            <a:noFill/>
          </a:ln>
        </p:spPr>
        <p:txBody>
          <a:bodyPr>
            <a:noAutofit/>
          </a:bodyPr>
          <a:lstStyle/>
          <a:p>
            <a:pPr>
              <a:defRPr sz="2700" b="1">
                <a:solidFill>
                  <a:srgbClr val="F1F6F7"/>
                </a:solidFill>
                <a:latin typeface="Arial"/>
                <a:ea typeface="Arial"/>
                <a:cs typeface="Arial"/>
              </a:defRPr>
            </a:pPr>
            <a:r>
              <a:rPr sz="2700" b="1">
                <a:solidFill>
                  <a:srgbClr val="F1F6F7"/>
                </a:solidFill>
                <a:latin typeface="Arial"/>
                <a:ea typeface="Arial"/>
                <a:cs typeface="Arial"/>
              </a:rPr>
              <a:t>Administration and recovery</a:t>
            </a:r>
          </a:p>
        </p:txBody>
      </p:sp>
      <p:sp>
        <p:nvSpPr>
          <p:cNvPr id="8" name="reveal-3">
            <a:extLst>
              <a:ext uri="{FF2B5EF4-FFF2-40B4-BE49-F238E27FC236}">
                <ns2:creationId id="{D1D5FBCF-52F1-4E9A-A47C-EF89F64AB987}"/>
              </a:ext>
            </a:extLst>
          </p:cNvPr>
          <p:cNvSpPr>
            <a:spLocks noGrp="1"/>
          </p:cNvSpPr>
          <p:nvPr/>
        </p:nvSpPr>
        <p:spPr>
          <a:xfrm>
            <a:off x="609600" y="5562600"/>
            <a:ext cx="10668000" cy="457200"/>
          </a:xfrm>
          <a:prstGeom prst="rect">
            <a:avLst/>
          </a:prstGeom>
          <a:noFill/>
          <a:ln w="0">
            <a:noFill/>
          </a:ln>
        </p:spPr>
        <p:txBody>
          <a:bodyPr>
            <a:noAutofit/>
          </a:bodyPr>
          <a:lstStyle/>
          <a:p>
            <a:pPr>
              <a:defRPr sz="2025" b="0">
                <a:solidFill>
                  <a:srgbClr val="A6BAC4"/>
                </a:solidFill>
                <a:latin typeface="Arial"/>
                <a:ea typeface="Arial"/>
                <a:cs typeface="Arial"/>
              </a:defRPr>
            </a:pPr>
            <a:r>
              <a:rPr sz="2025" b="0">
                <a:solidFill>
                  <a:srgbClr val="A6BAC4"/>
                </a:solidFill>
                <a:latin typeface="Arial"/>
                <a:ea typeface="Arial"/>
                <a:cs typeface="Arial"/>
              </a:rPr>
              <a:t>Asset/user management, offline buffering and dynamic local ports</a:t>
            </a:r>
          </a:p>
        </p:txBody>
      </p:sp>
    </p:spTree>
    <p:extLst>
      <p:ext uri="{BB962C8B-B14F-4D97-AF65-F5344CB8AC3E}">
        <ns3:creationId val="105977155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par>
                    <p:cTn id="17" fill="hold">
                      <p:stCondLst>
                        <p:cond delay="indefinite"/>
                      </p:stCondLst>
                      <p:childTnLst>
                        <p:par>
                          <p:cTn id="18" presetID="10" presetClass="entr" presetSubtype="0" fill="hold" grpId="2"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50"/>
                                  <p:tgtEl>
                                    <p:spTgt spid="7"/>
                                  </p:tgtEl>
                                </p:cBhvr>
                              </p:animEffect>
                            </p:childTnLst>
                          </p:cTn>
                        </p:par>
                        <p:par>
                          <p:cTn id="21" presetID="10" presetClass="entr" presetSubtype="0" fill="hold" grpId="2"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1" animBg="1"/>
      <p:bldP spid="6" grpId="1" animBg="1"/>
      <p:bldP spid="7" grpId="2" animBg="1"/>
      <p:bldP spid="8" grpId="2" animBg="1"/>
    </p:bldLst>
  </p:timing>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9" name="static">
            <a:extLst>
              <a:ext uri="{FF2B5EF4-FFF2-40B4-BE49-F238E27FC236}">
                <ns2:creationId id="{EBD6C753-C8F0-4907-B988-15221A6D2853}"/>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Validation and remaining evaluation</a:t>
            </a:r>
          </a:p>
        </p:txBody>
      </p:sp>
      <p:sp>
        <p:nvSpPr>
          <p:cNvPr id="2" name="static">
            <a:extLst>
              <a:ext uri="{FF2B5EF4-FFF2-40B4-BE49-F238E27FC236}">
                <ns2:creationId id="{705C82EC-CD6D-4058-AF5A-978407D5FC11}"/>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09</a:t>
            </a:r>
          </a:p>
        </p:txBody>
      </p:sp>
      <p:sp>
        <p:nvSpPr>
          <p:cNvPr id="3" name="static">
            <a:extLst>
              <a:ext uri="{FF2B5EF4-FFF2-40B4-BE49-F238E27FC236}">
                <ns2:creationId id="{431B3A86-4840-452B-BFEB-D394C3194CA8}"/>
              </a:ext>
            </a:extLst>
          </p:cNvPr>
          <p:cNvSpPr>
            <a:spLocks noGrp="1"/>
          </p:cNvSpPr>
          <p:nvPr/>
        </p:nvSpPr>
        <p:spPr>
          <a:xfrm>
            <a:off x="609600" y="1590675"/>
            <a:ext cx="3333750" cy="1495425"/>
          </a:xfrm>
          <a:prstGeom prst="rect">
            <a:avLst/>
          </a:prstGeom>
          <a:noFill/>
          <a:ln w="0">
            <a:noFill/>
          </a:ln>
        </p:spPr>
        <p:txBody>
          <a:bodyPr>
            <a:noAutofit/>
          </a:bodyPr>
          <a:lstStyle/>
          <a:p>
            <a:pPr>
              <a:defRPr sz="8850" b="1">
                <a:solidFill>
                  <a:srgbClr val="50DDC4"/>
                </a:solidFill>
                <a:latin typeface="Arial"/>
                <a:ea typeface="Arial"/>
                <a:cs typeface="Arial"/>
              </a:defRPr>
            </a:pPr>
            <a:r>
              <a:rPr sz="8850" b="1">
                <a:solidFill>
                  <a:srgbClr val="50DDC4"/>
                </a:solidFill>
                <a:latin typeface="Arial"/>
                <a:ea typeface="Arial"/>
                <a:cs typeface="Arial"/>
              </a:rPr>
              <a:t>13</a:t>
            </a:r>
          </a:p>
        </p:txBody>
      </p:sp>
      <p:sp>
        <p:nvSpPr>
          <p:cNvPr id="4" name="static">
            <a:extLst>
              <a:ext uri="{FF2B5EF4-FFF2-40B4-BE49-F238E27FC236}">
                <ns2:creationId id="{ADFFF0C3-CCAA-4D4E-BC00-96FD6D58DAF5}"/>
              </a:ext>
            </a:extLst>
          </p:cNvPr>
          <p:cNvSpPr>
            <a:spLocks noGrp="1"/>
          </p:cNvSpPr>
          <p:nvPr/>
        </p:nvSpPr>
        <p:spPr>
          <a:xfrm>
            <a:off x="609600" y="3209925"/>
            <a:ext cx="4667250" cy="628650"/>
          </a:xfrm>
          <a:prstGeom prst="rect">
            <a:avLst/>
          </a:prstGeom>
          <a:noFill/>
          <a:ln w="0">
            <a:noFill/>
          </a:ln>
        </p:spPr>
        <p:txBody>
          <a:bodyPr>
            <a:noAutofit/>
          </a:bodyPr>
          <a:lstStyle/>
          <a:p>
            <a:pPr>
              <a:defRPr sz="2400" b="1">
                <a:solidFill>
                  <a:srgbClr val="F1F6F7"/>
                </a:solidFill>
                <a:latin typeface="Arial"/>
                <a:ea typeface="Arial"/>
                <a:cs typeface="Arial"/>
              </a:defRPr>
            </a:pPr>
            <a:r>
              <a:rPr sz="2400" b="1">
                <a:solidFill>
                  <a:srgbClr val="F1F6F7"/>
                </a:solidFill>
                <a:latin typeface="Arial"/>
                <a:ea typeface="Arial"/>
                <a:cs typeface="Arial"/>
              </a:rPr>
              <a:t>Python regression checks</a:t>
            </a:r>
          </a:p>
        </p:txBody>
      </p:sp>
      <p:sp>
        <p:nvSpPr>
          <p:cNvPr id="5" name="static">
            <a:extLst>
              <a:ext uri="{FF2B5EF4-FFF2-40B4-BE49-F238E27FC236}">
                <ns2:creationId id="{B6378C63-A259-4133-ADDD-357F5F0DDEFF}"/>
              </a:ext>
            </a:extLst>
          </p:cNvPr>
          <p:cNvSpPr>
            <a:spLocks noGrp="1"/>
          </p:cNvSpPr>
          <p:nvPr/>
        </p:nvSpPr>
        <p:spPr>
          <a:xfrm>
            <a:off x="609600" y="4219575"/>
            <a:ext cx="5000625" cy="1504950"/>
          </a:xfrm>
          <a:prstGeom prst="rect">
            <a:avLst/>
          </a:prstGeom>
          <a:noFill/>
          <a:ln w="0">
            <a:noFill/>
          </a:ln>
        </p:spPr>
        <p:txBody>
          <a:bodyPr>
            <a:noAutofit/>
          </a:bodyPr>
          <a:lstStyle/>
          <a:p>
            <a:pPr>
              <a:defRPr sz="1950" b="0">
                <a:solidFill>
                  <a:srgbClr val="A6BAC4"/>
                </a:solidFill>
                <a:latin typeface="Arial"/>
                <a:ea typeface="Arial"/>
                <a:cs typeface="Arial"/>
              </a:defRPr>
            </a:pPr>
            <a:r>
              <a:rPr sz="1950" b="0">
                <a:solidFill>
                  <a:srgbClr val="A6BAC4"/>
                </a:solidFill>
                <a:latin typeface="Arial"/>
                <a:ea typeface="Arial"/>
                <a:cs typeface="Arial"/>
              </a:rPr>
              <a:t>Local startup / offline checks</a:t>
            </a:r>
          </a:p>
          <a:p>
            <a:pPr>
              <a:defRPr sz="1950" b="0">
                <a:solidFill>
                  <a:srgbClr val="A6BAC4"/>
                </a:solidFill>
                <a:latin typeface="Arial"/>
                <a:ea typeface="Arial"/>
                <a:cs typeface="Arial"/>
              </a:defRPr>
            </a:pPr>
            <a:r>
              <a:rPr sz="1950" b="0">
                <a:solidFill>
                  <a:srgbClr val="A6BAC4"/>
                </a:solidFill>
                <a:latin typeface="Arial"/>
                <a:ea typeface="Arial"/>
                <a:cs typeface="Arial"/>
              </a:rPr>
              <a:t>Owner/admin isolation checks</a:t>
            </a:r>
          </a:p>
          <a:p>
            <a:pPr>
              <a:defRPr sz="1950" b="0">
                <a:solidFill>
                  <a:srgbClr val="A6BAC4"/>
                </a:solidFill>
                <a:latin typeface="Arial"/>
                <a:ea typeface="Arial"/>
                <a:cs typeface="Arial"/>
              </a:defRPr>
            </a:pPr>
            <a:r>
              <a:rPr sz="1950" b="0">
                <a:solidFill>
                  <a:srgbClr val="A6BAC4"/>
                </a:solidFill>
                <a:latin typeface="Arial"/>
                <a:ea typeface="Arial"/>
                <a:cs typeface="Arial"/>
              </a:rPr>
              <a:t>Explicit consent checks</a:t>
            </a:r>
          </a:p>
        </p:txBody>
      </p:sp>
      <p:sp>
        <p:nvSpPr>
          <p:cNvPr id="6" name="reveal-1">
            <a:extLst>
              <a:ext uri="{FF2B5EF4-FFF2-40B4-BE49-F238E27FC236}">
                <ns2:creationId id="{C0CF54FD-AB9D-4CE6-B22C-2DFE3CB3367A}"/>
              </a:ext>
            </a:extLst>
          </p:cNvPr>
          <p:cNvSpPr>
            <a:spLocks noGrp="1"/>
          </p:cNvSpPr>
          <p:nvPr/>
        </p:nvSpPr>
        <p:spPr>
          <a:xfrm>
            <a:off x="6477000" y="1743075"/>
            <a:ext cx="5076825" cy="733425"/>
          </a:xfrm>
          <a:prstGeom prst="rect">
            <a:avLst/>
          </a:prstGeom>
          <a:noFill/>
          <a:ln w="0">
            <a:noFill/>
          </a:ln>
        </p:spPr>
        <p:txBody>
          <a:bodyPr>
            <a:noAutofit/>
          </a:bodyPr>
          <a:lstStyle/>
          <a:p>
            <a:pPr>
              <a:defRPr sz="1875" b="1">
                <a:solidFill>
                  <a:srgbClr val="F7BC76"/>
                </a:solidFill>
                <a:latin typeface="Arial"/>
                <a:ea typeface="Arial"/>
                <a:cs typeface="Arial"/>
              </a:defRPr>
            </a:pPr>
            <a:r>
              <a:rPr sz="1875" b="1">
                <a:solidFill>
                  <a:srgbClr val="F7BC76"/>
                </a:solidFill>
                <a:latin typeface="Arial"/>
                <a:ea typeface="Arial"/>
                <a:cs typeface="Arial"/>
              </a:rPr>
              <a:t>NEXT: MEASURE IN REAL SCENARIOS</a:t>
            </a:r>
          </a:p>
        </p:txBody>
      </p:sp>
      <p:sp>
        <p:nvSpPr>
          <p:cNvPr id="7" name="reveal-1">
            <a:extLst>
              <a:ext uri="{FF2B5EF4-FFF2-40B4-BE49-F238E27FC236}">
                <ns2:creationId id="{C5D08CE6-70A6-4F27-92B1-36E7BE001ECB}"/>
              </a:ext>
            </a:extLst>
          </p:cNvPr>
          <p:cNvSpPr>
            <a:spLocks noGrp="1"/>
          </p:cNvSpPr>
          <p:nvPr/>
        </p:nvSpPr>
        <p:spPr>
          <a:xfrm>
            <a:off x="6477000" y="2857500"/>
            <a:ext cx="5067300" cy="2447925"/>
          </a:xfrm>
          <a:prstGeom prst="rect">
            <a:avLst/>
          </a:prstGeom>
          <a:noFill/>
          <a:ln w="0">
            <a:noFill/>
          </a:ln>
        </p:spPr>
        <p:txBody>
          <a:bodyPr>
            <a:noAutofit/>
          </a:bodyPr>
          <a:lstStyle/>
          <a:p>
            <a:pPr>
              <a:defRPr sz="2100" b="0">
                <a:solidFill>
                  <a:srgbClr val="F1F6F7"/>
                </a:solidFill>
                <a:latin typeface="Arial"/>
                <a:ea typeface="Arial"/>
                <a:cs typeface="Arial"/>
              </a:defRPr>
            </a:pPr>
            <a:r>
              <a:rPr sz="2100" b="0">
                <a:solidFill>
                  <a:srgbClr val="F1F6F7"/>
                </a:solidFill>
                <a:latin typeface="Arial"/>
                <a:ea typeface="Arial"/>
                <a:cs typeface="Arial"/>
              </a:rPr>
              <a:t>False positives and missed events</a:t>
            </a:r>
          </a:p>
          <a:p>
            <a:pPr>
              <a:defRPr sz="2100" b="0">
                <a:solidFill>
                  <a:srgbClr val="F1F6F7"/>
                </a:solidFill>
                <a:latin typeface="Arial"/>
                <a:ea typeface="Arial"/>
                <a:cs typeface="Arial"/>
              </a:defRPr>
            </a:pPr>
            <a:r>
              <a:rPr sz="2100" b="0">
                <a:solidFill>
                  <a:srgbClr val="F1F6F7"/>
                </a:solidFill>
                <a:latin typeface="Arial"/>
                <a:ea typeface="Arial"/>
                <a:cs typeface="Arial"/>
              </a:rPr>
              <a:t>Alert latency, load and resources</a:t>
            </a:r>
          </a:p>
          <a:p>
            <a:pPr>
              <a:defRPr sz="2100" b="0">
                <a:solidFill>
                  <a:srgbClr val="F1F6F7"/>
                </a:solidFill>
                <a:latin typeface="Arial"/>
                <a:ea typeface="Arial"/>
                <a:cs typeface="Arial"/>
              </a:defRPr>
            </a:pPr>
            <a:r>
              <a:rPr sz="2100" b="0">
                <a:solidFill>
                  <a:srgbClr val="F1F6F7"/>
                </a:solidFill>
                <a:latin typeface="Arial"/>
                <a:ea typeface="Arial"/>
                <a:cs typeface="Arial"/>
              </a:rPr>
              <a:t>Model/headphone scope alignment</a:t>
            </a:r>
          </a:p>
          <a:p>
            <a:pPr>
              <a:defRPr sz="2100" b="0">
                <a:solidFill>
                  <a:srgbClr val="F1F6F7"/>
                </a:solidFill>
                <a:latin typeface="Arial"/>
                <a:ea typeface="Arial"/>
                <a:cs typeface="Arial"/>
              </a:defRPr>
            </a:pPr>
            <a:r>
              <a:rPr sz="2100" b="0">
                <a:solidFill>
                  <a:srgbClr val="F1F6F7"/>
                </a:solidFill>
                <a:latin typeface="Arial"/>
                <a:ea typeface="Arial"/>
                <a:cs typeface="Arial"/>
              </a:rPr>
              <a:t>Delayed post-completion evidence</a:t>
            </a:r>
          </a:p>
        </p:txBody>
      </p:sp>
      <p:sp>
        <p:nvSpPr>
          <p:cNvPr id="8" name="reveal-1">
            <a:extLst>
              <a:ext uri="{FF2B5EF4-FFF2-40B4-BE49-F238E27FC236}">
                <ns2:creationId id="{CDAF88D6-A4A5-436D-B27C-05DB620616F6}"/>
              </a:ext>
            </a:extLst>
          </p:cNvPr>
          <p:cNvSpPr>
            <a:spLocks noGrp="1"/>
          </p:cNvSpPr>
          <p:nvPr/>
        </p:nvSpPr>
        <p:spPr>
          <a:xfrm>
            <a:off x="6477000" y="5534025"/>
            <a:ext cx="5029200" cy="628650"/>
          </a:xfrm>
          <a:prstGeom prst="rect">
            <a:avLst/>
          </a:prstGeom>
          <a:noFill/>
          <a:ln w="0">
            <a:noFill/>
          </a:ln>
        </p:spPr>
        <p:txBody>
          <a:bodyPr>
            <a:noAutofit/>
          </a:bodyPr>
          <a:lstStyle/>
          <a:p>
            <a:pPr>
              <a:defRPr sz="1650" b="0">
                <a:solidFill>
                  <a:srgbClr val="A6BAC4"/>
                </a:solidFill>
                <a:latin typeface="Arial"/>
                <a:ea typeface="Arial"/>
                <a:cs typeface="Arial"/>
              </a:defRPr>
            </a:pPr>
            <a:r>
              <a:rPr sz="1650" b="0">
                <a:solidFill>
                  <a:srgbClr val="A6BAC4"/>
                </a:solidFill>
                <a:latin typeface="Arial"/>
                <a:ea typeface="Arial"/>
                <a:cs typeface="Arial"/>
              </a:rPr>
              <a:t>Combined alert + screenshot export is a reporting enhancement.</a:t>
            </a:r>
          </a:p>
        </p:txBody>
      </p:sp>
    </p:spTree>
    <p:extLst>
      <p:ext uri="{BB962C8B-B14F-4D97-AF65-F5344CB8AC3E}">
        <ns3:creationId val="74626211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450"/>
                                  <p:tgtEl>
                                    <p:spTgt spid="6"/>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50"/>
                                  <p:tgtEl>
                                    <p:spTgt spid="7"/>
                                  </p:tgtEl>
                                </p:cBhvr>
                              </p:animEffect>
                            </p:childTnLst>
                          </p:cTn>
                        </p:par>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50"/>
                                  <p:tgtEl>
                                    <p:spTgt spid="8"/>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0.xml><?xml version="1.0" encoding="utf-8"?>
<p:sld xmlns:a="http://schemas.openxmlformats.org/drawingml/2006/main" xmlns:ns3="http://schemas.microsoft.com/office/drawing/2014/main" xmlns:ns4="http://schemas.microsoft.com/office/powerpoint/2010/main" xmlns:p="http://schemas.openxmlformats.org/presentationml/2006/main" xmlns:r="http://schemas.openxmlformats.org/officeDocument/2006/relationships">
  <p:cSld>
    <p:bg>
      <p:bgPr>
        <a:solidFill>
          <a:srgbClr val="081925"/>
        </a:solidFill>
      </p:bgPr>
    </p:bg>
    <p:spTree>
      <p:nvGrpSpPr>
        <p:cNvPr id="1" name=""/>
        <p:cNvGrpSpPr/>
        <p:nvPr/>
      </p:nvGrpSpPr>
      <p:grpSpPr>
        <a:xfrm/>
      </p:grpSpPr>
      <p:pic>
        <p:nvPicPr>
          <p:cNvPr id="8" name=""/>
          <p:cNvPicPr>
            <a:picLocks noChangeAspect="1"/>
          </p:cNvPicPr>
          <p:nvPr/>
        </p:nvPicPr>
        <p:blipFill>
          <a:blip r:embed="Ra0a0c7b02bb542b8"/>
          <a:srcRect l="0" t="27" r="0" b="27"/>
          <a:stretch>
            <a:fillRect l="0" t="0" r="0" b="0"/>
          </a:stretch>
        </p:blipFill>
        <p:spPr>
          <a:xfrm>
            <a:off x="0" y="0"/>
            <a:ext cx="12192000" cy="6858000"/>
          </a:xfrm>
          <a:prstGeom prst="rect">
            <a:avLst/>
          </a:prstGeom>
        </p:spPr>
      </p:pic>
      <p:sp>
        <p:nvSpPr>
          <p:cNvPr id="2" name="static">
            <a:extLst>
              <a:ext uri="{FF2B5EF4-FFF2-40B4-BE49-F238E27FC236}">
                <ns3:creationId id="{CC1E5684-B3FD-482D-B8E4-904C39FF3FCC}"/>
              </a:ext>
            </a:extLst>
          </p:cNvPr>
          <p:cNvSpPr>
            <a:spLocks noGrp="1"/>
          </p:cNvSpPr>
          <p:nvPr/>
        </p:nvSpPr>
        <p:spPr>
          <a:xfrm>
            <a:off x="609600" y="552450"/>
            <a:ext cx="10763250" cy="819150"/>
          </a:xfrm>
          <a:prstGeom prst="rect">
            <a:avLst/>
          </a:prstGeom>
          <a:noFill/>
          <a:ln w="0">
            <a:noFill/>
          </a:ln>
        </p:spPr>
        <p:txBody>
          <a:bodyPr>
            <a:noAutofit/>
          </a:bodyPr>
          <a:lstStyle/>
          <a:p>
            <a:pPr>
              <a:defRPr sz="4350" b="1">
                <a:solidFill>
                  <a:srgbClr val="F1F6F7"/>
                </a:solidFill>
                <a:latin typeface="Arial"/>
                <a:ea typeface="Arial"/>
                <a:cs typeface="Arial"/>
              </a:defRPr>
            </a:pPr>
            <a:r>
              <a:rPr sz="4350" b="1">
                <a:solidFill>
                  <a:srgbClr val="F1F6F7"/>
                </a:solidFill>
                <a:latin typeface="Arial"/>
                <a:ea typeface="Arial"/>
                <a:cs typeface="Arial"/>
              </a:rPr>
              <a:t>Live demonstration</a:t>
            </a:r>
          </a:p>
        </p:txBody>
      </p:sp>
      <p:sp>
        <p:nvSpPr>
          <p:cNvPr id="3" name="static">
            <a:extLst>
              <a:ext uri="{FF2B5EF4-FFF2-40B4-BE49-F238E27FC236}">
                <ns3:creationId id="{B4667428-6DDA-4C18-A07E-94CF3CBF3050}"/>
              </a:ext>
            </a:extLst>
          </p:cNvPr>
          <p:cNvSpPr>
            <a:spLocks noGrp="1"/>
          </p:cNvSpPr>
          <p:nvPr/>
        </p:nvSpPr>
        <p:spPr>
          <a:xfrm>
            <a:off x="609600" y="1790700"/>
            <a:ext cx="8001000" cy="1085850"/>
          </a:xfrm>
          <a:prstGeom prst="rect">
            <a:avLst/>
          </a:prstGeom>
          <a:noFill/>
          <a:ln w="0">
            <a:noFill/>
          </a:ln>
        </p:spPr>
        <p:txBody>
          <a:bodyPr>
            <a:noAutofit/>
          </a:bodyPr>
          <a:lstStyle/>
          <a:p>
            <a:pPr>
              <a:defRPr sz="5850" b="1">
                <a:solidFill>
                  <a:srgbClr val="50DDC4"/>
                </a:solidFill>
                <a:latin typeface="Arial"/>
                <a:ea typeface="Arial"/>
                <a:cs typeface="Arial"/>
              </a:defRPr>
            </a:pPr>
            <a:r>
              <a:rPr sz="5850" b="1">
                <a:solidFill>
                  <a:srgbClr val="50DDC4"/>
                </a:solidFill>
                <a:latin typeface="Arial"/>
                <a:ea typeface="Arial"/>
                <a:cs typeface="Arial"/>
              </a:rPr>
              <a:t>7–8 minutes</a:t>
            </a:r>
          </a:p>
        </p:txBody>
      </p:sp>
      <p:sp>
        <p:nvSpPr>
          <p:cNvPr id="4" name="reveal-1">
            <a:extLst>
              <a:ext uri="{FF2B5EF4-FFF2-40B4-BE49-F238E27FC236}">
                <ns3:creationId id="{E60B93A7-4AF6-4C7C-910C-BB0120D61AC7}"/>
              </a:ext>
            </a:extLst>
          </p:cNvPr>
          <p:cNvSpPr>
            <a:spLocks noGrp="1"/>
          </p:cNvSpPr>
          <p:nvPr/>
        </p:nvSpPr>
        <p:spPr>
          <a:xfrm>
            <a:off x="609600" y="3276600"/>
            <a:ext cx="7905750" cy="609600"/>
          </a:xfrm>
          <a:prstGeom prst="rect">
            <a:avLst/>
          </a:prstGeom>
          <a:noFill/>
          <a:ln w="0">
            <a:noFill/>
          </a:ln>
        </p:spPr>
        <p:txBody>
          <a:bodyPr>
            <a:noAutofit/>
          </a:bodyPr>
          <a:lstStyle/>
          <a:p>
            <a:pPr>
              <a:defRPr sz="2550" b="1">
                <a:solidFill>
                  <a:srgbClr val="F1F6F7"/>
                </a:solidFill>
                <a:latin typeface="Arial"/>
                <a:ea typeface="Arial"/>
                <a:cs typeface="Arial"/>
              </a:defRPr>
            </a:pPr>
            <a:r>
              <a:rPr sz="2550" b="1">
                <a:solidFill>
                  <a:srgbClr val="F1F6F7"/>
                </a:solidFill>
                <a:latin typeface="Arial"/>
                <a:ea typeface="Arial"/>
                <a:cs typeface="Arial"/>
              </a:rPr>
              <a:t>Prepared exam → candidate self-check</a:t>
            </a:r>
          </a:p>
        </p:txBody>
      </p:sp>
      <p:sp>
        <p:nvSpPr>
          <p:cNvPr id="5" name="reveal-2">
            <a:extLst>
              <a:ext uri="{FF2B5EF4-FFF2-40B4-BE49-F238E27FC236}">
                <ns3:creationId id="{61C1163F-080A-40F4-A5A5-EA8FEC1F7D39}"/>
              </a:ext>
            </a:extLst>
          </p:cNvPr>
          <p:cNvSpPr>
            <a:spLocks noGrp="1"/>
          </p:cNvSpPr>
          <p:nvPr/>
        </p:nvSpPr>
        <p:spPr>
          <a:xfrm>
            <a:off x="609600" y="3990975"/>
            <a:ext cx="8143875" cy="609600"/>
          </a:xfrm>
          <a:prstGeom prst="rect">
            <a:avLst/>
          </a:prstGeom>
          <a:noFill/>
          <a:ln w="0">
            <a:noFill/>
          </a:ln>
        </p:spPr>
        <p:txBody>
          <a:bodyPr>
            <a:noAutofit/>
          </a:bodyPr>
          <a:lstStyle/>
          <a:p>
            <a:pPr>
              <a:defRPr sz="2550" b="1">
                <a:solidFill>
                  <a:srgbClr val="F1F6F7"/>
                </a:solidFill>
                <a:latin typeface="Arial"/>
                <a:ea typeface="Arial"/>
                <a:cs typeface="Arial"/>
              </a:defRPr>
            </a:pPr>
            <a:r>
              <a:rPr sz="2550" b="1">
                <a:solidFill>
                  <a:srgbClr val="F1F6F7"/>
                </a:solidFill>
                <a:latin typeface="Arial"/>
                <a:ea typeface="Arial"/>
                <a:cs typeface="Arial"/>
              </a:rPr>
              <a:t>Answer workspace → alert and evidence</a:t>
            </a:r>
          </a:p>
        </p:txBody>
      </p:sp>
      <p:sp>
        <p:nvSpPr>
          <p:cNvPr id="6" name="reveal-3">
            <a:extLst>
              <a:ext uri="{FF2B5EF4-FFF2-40B4-BE49-F238E27FC236}">
                <ns3:creationId id="{7FA1D2D5-D64B-4201-B6C6-F6F5AE9058CD}"/>
              </a:ext>
            </a:extLst>
          </p:cNvPr>
          <p:cNvSpPr>
            <a:spLocks noGrp="1"/>
          </p:cNvSpPr>
          <p:nvPr/>
        </p:nvSpPr>
        <p:spPr>
          <a:xfrm>
            <a:off x="609600" y="4705350"/>
            <a:ext cx="8667750" cy="609600"/>
          </a:xfrm>
          <a:prstGeom prst="rect">
            <a:avLst/>
          </a:prstGeom>
          <a:noFill/>
          <a:ln w="0">
            <a:noFill/>
          </a:ln>
        </p:spPr>
        <p:txBody>
          <a:bodyPr>
            <a:noAutofit/>
          </a:bodyPr>
          <a:lstStyle/>
          <a:p>
            <a:pPr>
              <a:defRPr sz="2550" b="1">
                <a:solidFill>
                  <a:srgbClr val="F1F6F7"/>
                </a:solidFill>
                <a:latin typeface="Arial"/>
                <a:ea typeface="Arial"/>
                <a:cs typeface="Arial"/>
              </a:defRPr>
            </a:pPr>
            <a:r>
              <a:rPr sz="2550" b="1">
                <a:solidFill>
                  <a:srgbClr val="F1F6F7"/>
                </a:solidFill>
                <a:latin typeface="Arial"/>
                <a:ea typeface="Arial"/>
                <a:cs typeface="Arial"/>
              </a:rPr>
              <a:t>Examiner review → submission and history</a:t>
            </a:r>
          </a:p>
        </p:txBody>
      </p:sp>
      <p:sp>
        <p:nvSpPr>
          <p:cNvPr id="7" name="static">
            <a:extLst>
              <a:ext uri="{FF2B5EF4-FFF2-40B4-BE49-F238E27FC236}">
                <ns3:creationId id="{50292915-891D-4734-831C-E6B921B3A10B}"/>
              </a:ext>
            </a:extLst>
          </p:cNvPr>
          <p:cNvSpPr>
            <a:spLocks noGrp="1"/>
          </p:cNvSpPr>
          <p:nvPr/>
        </p:nvSpPr>
        <p:spPr>
          <a:xfrm>
            <a:off x="609600" y="5953125"/>
            <a:ext cx="10477500" cy="552450"/>
          </a:xfrm>
          <a:prstGeom prst="rect">
            <a:avLst/>
          </a:prstGeom>
          <a:noFill/>
          <a:ln w="0">
            <a:noFill/>
          </a:ln>
        </p:spPr>
        <p:txBody>
          <a:bodyPr>
            <a:noAutofit/>
          </a:bodyPr>
          <a:lstStyle/>
          <a:p>
            <a:pPr>
              <a:defRPr sz="1800" b="0">
                <a:solidFill>
                  <a:srgbClr val="A6BAC4"/>
                </a:solidFill>
                <a:latin typeface="Arial"/>
                <a:ea typeface="Arial"/>
                <a:cs typeface="Arial"/>
              </a:defRPr>
            </a:pPr>
            <a:r>
              <a:rPr sz="1800" b="0">
                <a:solidFill>
                  <a:srgbClr val="A6BAC4"/>
                </a:solidFill>
                <a:latin typeface="Arial"/>
                <a:ea typeface="Arial"/>
                <a:cs typeface="Arial"/>
              </a:rPr>
              <a:t>Project the examiner laptop; keep the candidate on one display.</a:t>
            </a:r>
          </a:p>
        </p:txBody>
      </p:sp>
    </p:spTree>
    <p:extLst>
      <p:ext uri="{BB962C8B-B14F-4D97-AF65-F5344CB8AC3E}">
        <ns4:creationId val="117308945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50"/>
                                  <p:tgtEl>
                                    <p:spTgt spid="4"/>
                                  </p:tgtEl>
                                </p:cBhvr>
                              </p:animEffect>
                            </p:childTnLst>
                          </p:cTn>
                        </p:par>
                      </p:childTnLst>
                    </p:cTn>
                  </p:par>
                  <p:par>
                    <p:cTn id="7" fill="hold">
                      <p:stCondLst>
                        <p:cond delay="indefinite"/>
                      </p:stCondLst>
                      <p:childTnLst>
                        <p:par>
                          <p:cTn id="8" presetID="10" presetClass="entr" presetSubtype="0" fill="hold" grpId="1"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childTnLst>
                          </p:cTn>
                        </p:par>
                      </p:childTnLst>
                    </p:cTn>
                  </p:par>
                  <p:par>
                    <p:cTn id="11" fill="hold">
                      <p:stCondLst>
                        <p:cond delay="indefinite"/>
                      </p:stCondLst>
                      <p:childTnLst>
                        <p:par>
                          <p:cTn id="12" presetID="10" presetClass="entr" presetSubtype="0" fill="hold" grpId="2"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4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1" animBg="1"/>
      <p:bldP spid="6" grpId="2" animBg="1"/>
    </p:bldLst>
  </p:timing>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7" name="static">
            <a:extLst>
              <a:ext uri="{FF2B5EF4-FFF2-40B4-BE49-F238E27FC236}">
                <ns2:creationId id="{C7D720E1-97AD-482B-93E9-BE9A2ACD67A7}"/>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Appendix · privacy and reliability</a:t>
            </a:r>
          </a:p>
        </p:txBody>
      </p:sp>
      <p:sp>
        <p:nvSpPr>
          <p:cNvPr id="2" name="static">
            <a:extLst>
              <a:ext uri="{FF2B5EF4-FFF2-40B4-BE49-F238E27FC236}">
                <ns2:creationId id="{63ECB6F6-778F-4F66-8C34-BDDD7D8BBA1D}"/>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11</a:t>
            </a:r>
          </a:p>
        </p:txBody>
      </p:sp>
      <p:sp>
        <p:nvSpPr>
          <p:cNvPr id="3" name="reveal-1">
            <a:extLst>
              <a:ext uri="{FF2B5EF4-FFF2-40B4-BE49-F238E27FC236}">
                <ns2:creationId id="{CB3E9D26-24B0-4165-876F-F288CD06526B}"/>
              </a:ext>
            </a:extLst>
          </p:cNvPr>
          <p:cNvSpPr>
            <a:spLocks noGrp="1"/>
          </p:cNvSpPr>
          <p:nvPr/>
        </p:nvSpPr>
        <p:spPr>
          <a:xfrm>
            <a:off x="609600" y="1714500"/>
            <a:ext cx="10591800" cy="561975"/>
          </a:xfrm>
          <a:prstGeom prst="rect">
            <a:avLst/>
          </a:prstGeom>
          <a:noFill/>
          <a:ln w="0">
            <a:noFill/>
          </a:ln>
        </p:spPr>
        <p:txBody>
          <a:bodyPr>
            <a:noAutofit/>
          </a:bodyPr>
          <a:lstStyle/>
          <a:p>
            <a:pPr>
              <a:defRPr sz="2850" b="1">
                <a:solidFill>
                  <a:srgbClr val="50DDC4"/>
                </a:solidFill>
                <a:latin typeface="Arial"/>
                <a:ea typeface="Arial"/>
                <a:cs typeface="Arial"/>
              </a:defRPr>
            </a:pPr>
            <a:r>
              <a:rPr sz="2850" b="1">
                <a:solidFill>
                  <a:srgbClr val="50DDC4"/>
                </a:solidFill>
                <a:latin typeface="Arial"/>
                <a:ea typeface="Arial"/>
                <a:cs typeface="Arial"/>
              </a:rPr>
              <a:t>Stored event evidence</a:t>
            </a:r>
          </a:p>
        </p:txBody>
      </p:sp>
      <p:sp>
        <p:nvSpPr>
          <p:cNvPr id="4" name="reveal-1">
            <a:extLst>
              <a:ext uri="{FF2B5EF4-FFF2-40B4-BE49-F238E27FC236}">
                <ns2:creationId id="{3C59E096-B8A5-4688-A729-5B822BCE9682}"/>
              </a:ext>
            </a:extLst>
          </p:cNvPr>
          <p:cNvSpPr>
            <a:spLocks noGrp="1"/>
          </p:cNvSpPr>
          <p:nvPr/>
        </p:nvSpPr>
        <p:spPr>
          <a:xfrm>
            <a:off x="609600" y="2447925"/>
            <a:ext cx="10763250" cy="1257300"/>
          </a:xfrm>
          <a:prstGeom prst="rect">
            <a:avLst/>
          </a:prstGeom>
          <a:noFill/>
          <a:ln w="0">
            <a:noFill/>
          </a:ln>
        </p:spPr>
        <p:txBody>
          <a:bodyPr>
            <a:noAutofit/>
          </a:bodyPr>
          <a:lstStyle/>
          <a:p>
            <a:pPr>
              <a:defRPr sz="2175" b="0">
                <a:solidFill>
                  <a:srgbClr val="F1F6F7"/>
                </a:solidFill>
                <a:latin typeface="Arial"/>
                <a:ea typeface="Arial"/>
                <a:cs typeface="Arial"/>
              </a:defRPr>
            </a:pPr>
            <a:r>
              <a:rPr sz="2175" b="0">
                <a:solidFill>
                  <a:srgbClr val="F1F6F7"/>
                </a:solidFill>
                <a:latin typeface="Arial"/>
                <a:ea typeface="Arial"/>
                <a:cs typeface="Arial"/>
              </a:rPr>
              <a:t>Identity/event stills, session voice vectors and suspicious audio clips.</a:t>
            </a:r>
          </a:p>
          <a:p>
            <a:pPr>
              <a:defRPr sz="2175" b="0">
                <a:solidFill>
                  <a:srgbClr val="F1F6F7"/>
                </a:solidFill>
                <a:latin typeface="Arial"/>
                <a:ea typeface="Arial"/>
                <a:cs typeface="Arial"/>
              </a:defRPr>
            </a:pPr>
            <a:r>
              <a:rPr sz="2175" b="0">
                <a:solidFill>
                  <a:srgbClr val="F1F6F7"/>
                </a:solidFill>
                <a:latin typeface="Arial"/>
                <a:ea typeface="Arial"/>
                <a:cs typeface="Arial"/>
              </a:rPr>
              <a:t>No continuous video or full-exam audio recording.</a:t>
            </a:r>
          </a:p>
        </p:txBody>
      </p:sp>
      <p:sp>
        <p:nvSpPr>
          <p:cNvPr id="5" name="reveal-2">
            <a:extLst>
              <a:ext uri="{FF2B5EF4-FFF2-40B4-BE49-F238E27FC236}">
                <ns2:creationId id="{49751A27-DA43-447E-9429-08C5CD9B067A}"/>
              </a:ext>
            </a:extLst>
          </p:cNvPr>
          <p:cNvSpPr>
            <a:spLocks noGrp="1"/>
          </p:cNvSpPr>
          <p:nvPr/>
        </p:nvSpPr>
        <p:spPr>
          <a:xfrm>
            <a:off x="609600" y="4181475"/>
            <a:ext cx="10668000" cy="561975"/>
          </a:xfrm>
          <a:prstGeom prst="rect">
            <a:avLst/>
          </a:prstGeom>
          <a:noFill/>
          <a:ln w="0">
            <a:noFill/>
          </a:ln>
        </p:spPr>
        <p:txBody>
          <a:bodyPr>
            <a:noAutofit/>
          </a:bodyPr>
          <a:lstStyle/>
          <a:p>
            <a:pPr>
              <a:defRPr sz="2850" b="1">
                <a:solidFill>
                  <a:srgbClr val="50DDC4"/>
                </a:solidFill>
                <a:latin typeface="Arial"/>
                <a:ea typeface="Arial"/>
                <a:cs typeface="Arial"/>
              </a:defRPr>
            </a:pPr>
            <a:r>
              <a:rPr sz="2850" b="1">
                <a:solidFill>
                  <a:srgbClr val="50DDC4"/>
                </a:solidFill>
                <a:latin typeface="Arial"/>
                <a:ea typeface="Arial"/>
                <a:cs typeface="Arial"/>
              </a:rPr>
              <a:t>Explicit consent and manual retention</a:t>
            </a:r>
          </a:p>
        </p:txBody>
      </p:sp>
      <p:sp>
        <p:nvSpPr>
          <p:cNvPr id="6" name="reveal-2">
            <a:extLst>
              <a:ext uri="{FF2B5EF4-FFF2-40B4-BE49-F238E27FC236}">
                <ns2:creationId id="{C21F80CE-863B-4CC9-8232-99D67B01FD4E}"/>
              </a:ext>
            </a:extLst>
          </p:cNvPr>
          <p:cNvSpPr>
            <a:spLocks noGrp="1"/>
          </p:cNvSpPr>
          <p:nvPr/>
        </p:nvSpPr>
        <p:spPr>
          <a:xfrm>
            <a:off x="609600" y="4914900"/>
            <a:ext cx="10763250" cy="1200150"/>
          </a:xfrm>
          <a:prstGeom prst="rect">
            <a:avLst/>
          </a:prstGeom>
          <a:noFill/>
          <a:ln w="0">
            <a:noFill/>
          </a:ln>
        </p:spPr>
        <p:txBody>
          <a:bodyPr>
            <a:noAutofit/>
          </a:bodyPr>
          <a:lstStyle/>
          <a:p>
            <a:pPr>
              <a:defRPr sz="2175" b="0">
                <a:solidFill>
                  <a:srgbClr val="F1F6F7"/>
                </a:solidFill>
                <a:latin typeface="Arial"/>
                <a:ea typeface="Arial"/>
                <a:cs typeface="Arial"/>
              </a:defRPr>
            </a:pPr>
            <a:r>
              <a:rPr sz="2175" b="0">
                <a:solidFill>
                  <a:srgbClr val="F1F6F7"/>
                </a:solidFill>
                <a:latin typeface="Arial"/>
                <a:ea typeface="Arial"/>
                <a:cs typeface="Arial"/>
              </a:rPr>
              <a:t>No automatic expiry today; local and uploaded copies need removal.</a:t>
            </a:r>
          </a:p>
          <a:p>
            <a:pPr>
              <a:defRPr sz="2175" b="0">
                <a:solidFill>
                  <a:srgbClr val="F1F6F7"/>
                </a:solidFill>
                <a:latin typeface="Arial"/>
                <a:ea typeface="Arial"/>
                <a:cs typeface="Arial"/>
              </a:defRPr>
            </a:pPr>
            <a:r>
              <a:rPr sz="2175" b="0">
                <a:solidFill>
                  <a:srgbClr val="F1F6F7"/>
                </a:solidFill>
                <a:latin typeface="Arial"/>
                <a:ea typeface="Arial"/>
                <a:cs typeface="Arial"/>
              </a:rPr>
              <a:t>Live examiner updates require a network connection.</a:t>
            </a:r>
          </a:p>
        </p:txBody>
      </p:sp>
    </p:spTree>
    <p:extLst>
      <p:ext uri="{BB962C8B-B14F-4D97-AF65-F5344CB8AC3E}">
        <ns3:creationId val="1682934810"/>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presetID="10" presetClass="entr" presetSubtype="0" fill="hold" grpId="0" nodeType="click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childTnLst>
                          </p:cTn>
                        </p:par>
                        <p:par>
                          <p:cTn id="7" presetID="10" presetClass="entr" presetSubtype="0" fill="hold" grpId="0" nodeType="click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fade">
                                <p:cBhvr>
                                  <p:cTn id="9" dur="450"/>
                                  <p:tgtEl>
                                    <p:spTgt spid="4"/>
                                  </p:tgtEl>
                                </p:cBhvr>
                              </p:animEffect>
                            </p:childTnLst>
                          </p:cTn>
                        </p:par>
                      </p:childTnLst>
                    </p:cTn>
                  </p:par>
                  <p:par>
                    <p:cTn id="10" fill="hold">
                      <p:stCondLst>
                        <p:cond delay="indefinite"/>
                      </p:stCondLst>
                      <p:childTnLst>
                        <p:par>
                          <p:cTn id="11" presetID="10" presetClass="entr" presetSubtype="0" fill="hold" grpId="1"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childTnLst>
                          </p:cTn>
                        </p:par>
                        <p:par>
                          <p:cTn id="14" presetID="10" presetClass="entr" presetSubtype="0" fill="hold" grpId="1"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50"/>
                                  <p:tgtEl>
                                    <p:spTgt spid="6"/>
                                  </p:tgtEl>
                                </p:cBhvr>
                              </p:animEffect>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1" animBg="1"/>
      <p:bldP spid="6" grpId="1" animBg="1"/>
    </p:bldLst>
  </p:timing>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81925"/>
        </a:solidFill>
      </p:bgPr>
    </p:bg>
    <p:spTree>
      <p:nvGrpSpPr>
        <p:cNvPr id="1" name=""/>
        <p:cNvGrpSpPr/>
        <p:nvPr/>
      </p:nvGrpSpPr>
      <p:grpSpPr>
        <a:xfrm/>
      </p:grpSpPr>
      <p:sp>
        <p:nvSpPr>
          <p:cNvPr id="11" name="static">
            <a:extLst>
              <a:ext uri="{FF2B5EF4-FFF2-40B4-BE49-F238E27FC236}">
                <ns2:creationId id="{4D702F7E-06B8-4CCD-BEDA-E904DF7D33B4}"/>
              </a:ext>
            </a:extLst>
          </p:cNvPr>
          <p:cNvSpPr>
            <a:spLocks noGrp="1"/>
          </p:cNvSpPr>
          <p:nvPr/>
        </p:nvSpPr>
        <p:spPr>
          <a:xfrm>
            <a:off x="609600" y="438150"/>
            <a:ext cx="10972800" cy="952500"/>
          </a:xfrm>
          <a:prstGeom prst="rect">
            <a:avLst/>
          </a:prstGeom>
          <a:noFill/>
          <a:ln w="0">
            <a:noFill/>
          </a:ln>
        </p:spPr>
        <p:txBody>
          <a:bodyPr>
            <a:noAutofit/>
          </a:bodyPr>
          <a:lstStyle/>
          <a:p>
            <a:pPr>
              <a:defRPr sz="3600" b="1">
                <a:solidFill>
                  <a:srgbClr val="F1F6F7"/>
                </a:solidFill>
                <a:latin typeface="Arial"/>
                <a:ea typeface="Arial"/>
                <a:cs typeface="Arial"/>
              </a:defRPr>
            </a:pPr>
            <a:r>
              <a:rPr sz="3600" b="1">
                <a:solidFill>
                  <a:srgbClr val="F1F6F7"/>
                </a:solidFill>
                <a:latin typeface="Arial"/>
                <a:ea typeface="Arial"/>
                <a:cs typeface="Arial"/>
              </a:rPr>
              <a:t>Appendix · questions and evidence</a:t>
            </a:r>
          </a:p>
        </p:txBody>
      </p:sp>
      <p:sp>
        <p:nvSpPr>
          <p:cNvPr id="2" name="static">
            <a:extLst>
              <a:ext uri="{FF2B5EF4-FFF2-40B4-BE49-F238E27FC236}">
                <ns2:creationId id="{38749EDD-529A-4F5D-B13A-A90A80B8D744}"/>
              </a:ext>
            </a:extLst>
          </p:cNvPr>
          <p:cNvSpPr>
            <a:spLocks noGrp="1"/>
          </p:cNvSpPr>
          <p:nvPr/>
        </p:nvSpPr>
        <p:spPr>
          <a:xfrm>
            <a:off x="609600" y="6438900"/>
            <a:ext cx="10972800" cy="238125"/>
          </a:xfrm>
          <a:prstGeom prst="rect">
            <a:avLst/>
          </a:prstGeom>
          <a:noFill/>
          <a:ln w="0">
            <a:noFill/>
          </a:ln>
        </p:spPr>
        <p:txBody>
          <a:bodyPr>
            <a:noAutofit/>
          </a:bodyPr>
          <a:lstStyle/>
          <a:p>
            <a:pPr>
              <a:defRPr sz="1200" b="0">
                <a:solidFill>
                  <a:srgbClr val="A6BAC4"/>
                </a:solidFill>
                <a:latin typeface="Arial"/>
                <a:ea typeface="Arial"/>
                <a:cs typeface="Arial"/>
              </a:defRPr>
            </a:pPr>
            <a:r>
              <a:rPr sz="1200" b="0">
                <a:solidFill>
                  <a:srgbClr val="A6BAC4"/>
                </a:solidFill>
                <a:latin typeface="Arial"/>
                <a:ea typeface="Arial"/>
                <a:cs typeface="Arial"/>
              </a:rPr>
              <a:t>IntegrityFlow  /  12</a:t>
            </a:r>
          </a:p>
        </p:txBody>
      </p:sp>
      <p:sp>
        <p:nvSpPr>
          <p:cNvPr id="3" name="static">
            <a:extLst>
              <a:ext uri="{FF2B5EF4-FFF2-40B4-BE49-F238E27FC236}">
                <ns2:creationId id="{7FB0FAD7-480D-4654-8E76-C29A2E7A0B61}"/>
              </a:ext>
            </a:extLst>
          </p:cNvPr>
          <p:cNvSpPr>
            <a:spLocks noGrp="1"/>
          </p:cNvSpPr>
          <p:nvPr/>
        </p:nvSpPr>
        <p:spPr>
          <a:xfrm>
            <a:off x="609600" y="1733550"/>
            <a:ext cx="10972800" cy="4572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Does AI prove misconduct?</a:t>
            </a:r>
          </a:p>
        </p:txBody>
      </p:sp>
      <p:sp>
        <p:nvSpPr>
          <p:cNvPr id="4" name="static">
            <a:extLst>
              <a:ext uri="{FF2B5EF4-FFF2-40B4-BE49-F238E27FC236}">
                <ns2:creationId id="{61224792-36A1-460C-8FD6-5509909E5B2C}"/>
              </a:ext>
            </a:extLst>
          </p:cNvPr>
          <p:cNvSpPr>
            <a:spLocks noGrp="1"/>
          </p:cNvSpPr>
          <p:nvPr/>
        </p:nvSpPr>
        <p:spPr>
          <a:xfrm>
            <a:off x="609600" y="2228850"/>
            <a:ext cx="10972800" cy="504825"/>
          </a:xfrm>
          <a:prstGeom prst="rect">
            <a:avLst/>
          </a:prstGeom>
          <a:noFill/>
          <a:ln w="0">
            <a:noFill/>
          </a:ln>
        </p:spPr>
        <p:txBody>
          <a:bodyPr>
            <a:noAutofit/>
          </a:bodyPr>
          <a:lstStyle/>
          <a:p>
            <a:pPr>
              <a:defRPr sz="1950" b="0">
                <a:solidFill>
                  <a:srgbClr val="F1F6F7"/>
                </a:solidFill>
                <a:latin typeface="Arial"/>
                <a:ea typeface="Arial"/>
                <a:cs typeface="Arial"/>
              </a:defRPr>
            </a:pPr>
            <a:r>
              <a:rPr sz="1950" b="0">
                <a:solidFill>
                  <a:srgbClr val="F1F6F7"/>
                </a:solidFill>
                <a:latin typeface="Arial"/>
                <a:ea typeface="Arial"/>
                <a:cs typeface="Arial"/>
              </a:rPr>
              <a:t>No. The examiner reviews the evidence.</a:t>
            </a:r>
          </a:p>
        </p:txBody>
      </p:sp>
      <p:sp>
        <p:nvSpPr>
          <p:cNvPr id="5" name="static">
            <a:extLst>
              <a:ext uri="{FF2B5EF4-FFF2-40B4-BE49-F238E27FC236}">
                <ns2:creationId id="{9A587B05-EF2C-42AA-9E78-E6B5924B1A17}"/>
              </a:ext>
            </a:extLst>
          </p:cNvPr>
          <p:cNvSpPr>
            <a:spLocks noGrp="1"/>
          </p:cNvSpPr>
          <p:nvPr/>
        </p:nvSpPr>
        <p:spPr>
          <a:xfrm>
            <a:off x="609600" y="2847975"/>
            <a:ext cx="10972800" cy="4572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Did we train the models?</a:t>
            </a:r>
          </a:p>
        </p:txBody>
      </p:sp>
      <p:sp>
        <p:nvSpPr>
          <p:cNvPr id="6" name="static">
            <a:extLst>
              <a:ext uri="{FF2B5EF4-FFF2-40B4-BE49-F238E27FC236}">
                <ns2:creationId id="{D14F2B9A-3E8A-4272-A673-80820CD9DF52}"/>
              </a:ext>
            </a:extLst>
          </p:cNvPr>
          <p:cNvSpPr>
            <a:spLocks noGrp="1"/>
          </p:cNvSpPr>
          <p:nvPr/>
        </p:nvSpPr>
        <p:spPr>
          <a:xfrm>
            <a:off x="609600" y="3343275"/>
            <a:ext cx="10972800" cy="504825"/>
          </a:xfrm>
          <a:prstGeom prst="rect">
            <a:avLst/>
          </a:prstGeom>
          <a:noFill/>
          <a:ln w="0">
            <a:noFill/>
          </a:ln>
        </p:spPr>
        <p:txBody>
          <a:bodyPr>
            <a:noAutofit/>
          </a:bodyPr>
          <a:lstStyle/>
          <a:p>
            <a:pPr>
              <a:defRPr sz="1950" b="0">
                <a:solidFill>
                  <a:srgbClr val="F1F6F7"/>
                </a:solidFill>
                <a:latin typeface="Arial"/>
                <a:ea typeface="Arial"/>
                <a:cs typeface="Arial"/>
              </a:defRPr>
            </a:pPr>
            <a:r>
              <a:rPr sz="1950" b="0">
                <a:solidFill>
                  <a:srgbClr val="F1F6F7"/>
                </a:solidFill>
                <a:latin typeface="Arial"/>
                <a:ea typeface="Arial"/>
                <a:cs typeface="Arial"/>
              </a:rPr>
              <a:t>We integrated pretrained models for local execution.</a:t>
            </a:r>
          </a:p>
        </p:txBody>
      </p:sp>
      <p:sp>
        <p:nvSpPr>
          <p:cNvPr id="7" name="static">
            <a:extLst>
              <a:ext uri="{FF2B5EF4-FFF2-40B4-BE49-F238E27FC236}">
                <ns2:creationId id="{9EE5EA31-ABDC-45CD-B29A-1E76D1C0B385}"/>
              </a:ext>
            </a:extLst>
          </p:cNvPr>
          <p:cNvSpPr>
            <a:spLocks noGrp="1"/>
          </p:cNvSpPr>
          <p:nvPr/>
        </p:nvSpPr>
        <p:spPr>
          <a:xfrm>
            <a:off x="609600" y="3962400"/>
            <a:ext cx="10972800" cy="4572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Is reporting available?</a:t>
            </a:r>
          </a:p>
        </p:txBody>
      </p:sp>
      <p:sp>
        <p:nvSpPr>
          <p:cNvPr id="8" name="static">
            <a:extLst>
              <a:ext uri="{FF2B5EF4-FFF2-40B4-BE49-F238E27FC236}">
                <ns2:creationId id="{2C7278F0-F6A4-4252-8291-8D8BBA2AC7CE}"/>
              </a:ext>
            </a:extLst>
          </p:cNvPr>
          <p:cNvSpPr>
            <a:spLocks noGrp="1"/>
          </p:cNvSpPr>
          <p:nvPr/>
        </p:nvSpPr>
        <p:spPr>
          <a:xfrm>
            <a:off x="609600" y="4457700"/>
            <a:ext cx="10972800" cy="504825"/>
          </a:xfrm>
          <a:prstGeom prst="rect">
            <a:avLst/>
          </a:prstGeom>
          <a:noFill/>
          <a:ln w="0">
            <a:noFill/>
          </a:ln>
        </p:spPr>
        <p:txBody>
          <a:bodyPr>
            <a:noAutofit/>
          </a:bodyPr>
          <a:lstStyle/>
          <a:p>
            <a:pPr>
              <a:defRPr sz="1950" b="0">
                <a:solidFill>
                  <a:srgbClr val="F1F6F7"/>
                </a:solidFill>
                <a:latin typeface="Arial"/>
                <a:ea typeface="Arial"/>
                <a:cs typeface="Arial"/>
              </a:defRPr>
            </a:pPr>
            <a:r>
              <a:rPr sz="1950" b="0">
                <a:solidFill>
                  <a:srgbClr val="F1F6F7"/>
                </a:solidFill>
                <a:latin typeface="Arial"/>
                <a:ea typeface="Arial"/>
                <a:cs typeface="Arial"/>
              </a:rPr>
              <a:t>Yes: summary, CSV and Save PDF through browser printing.</a:t>
            </a:r>
          </a:p>
        </p:txBody>
      </p:sp>
      <p:sp>
        <p:nvSpPr>
          <p:cNvPr id="9" name="static">
            <a:extLst>
              <a:ext uri="{FF2B5EF4-FFF2-40B4-BE49-F238E27FC236}">
                <ns2:creationId id="{C5F87C55-7817-4692-8133-E5B007ECE994}"/>
              </a:ext>
            </a:extLst>
          </p:cNvPr>
          <p:cNvSpPr>
            <a:spLocks noGrp="1"/>
          </p:cNvSpPr>
          <p:nvPr/>
        </p:nvSpPr>
        <p:spPr>
          <a:xfrm>
            <a:off x="609600" y="5076825"/>
            <a:ext cx="10972800" cy="457200"/>
          </a:xfrm>
          <a:prstGeom prst="rect">
            <a:avLst/>
          </a:prstGeom>
          <a:noFill/>
          <a:ln w="0">
            <a:noFill/>
          </a:ln>
        </p:spPr>
        <p:txBody>
          <a:bodyPr>
            <a:noAutofit/>
          </a:bodyPr>
          <a:lstStyle/>
          <a:p>
            <a:pPr>
              <a:defRPr sz="2250" b="1">
                <a:solidFill>
                  <a:srgbClr val="50DDC4"/>
                </a:solidFill>
                <a:latin typeface="Arial"/>
                <a:ea typeface="Arial"/>
                <a:cs typeface="Arial"/>
              </a:defRPr>
            </a:pPr>
            <a:r>
              <a:rPr sz="2250" b="1">
                <a:solidFill>
                  <a:srgbClr val="50DDC4"/>
                </a:solidFill>
                <a:latin typeface="Arial"/>
                <a:ea typeface="Arial"/>
                <a:cs typeface="Arial"/>
              </a:rPr>
              <a:t>How much is complete?</a:t>
            </a:r>
          </a:p>
        </p:txBody>
      </p:sp>
      <p:sp>
        <p:nvSpPr>
          <p:cNvPr id="10" name="static">
            <a:extLst>
              <a:ext uri="{FF2B5EF4-FFF2-40B4-BE49-F238E27FC236}">
                <ns2:creationId id="{FD625D37-02C5-49A0-BECE-A67A96CE9658}"/>
              </a:ext>
            </a:extLst>
          </p:cNvPr>
          <p:cNvSpPr>
            <a:spLocks noGrp="1"/>
          </p:cNvSpPr>
          <p:nvPr/>
        </p:nvSpPr>
        <p:spPr>
          <a:xfrm>
            <a:off x="609600" y="5572125"/>
            <a:ext cx="10972800" cy="504825"/>
          </a:xfrm>
          <a:prstGeom prst="rect">
            <a:avLst/>
          </a:prstGeom>
          <a:noFill/>
          <a:ln w="0">
            <a:noFill/>
          </a:ln>
        </p:spPr>
        <p:txBody>
          <a:bodyPr>
            <a:noAutofit/>
          </a:bodyPr>
          <a:lstStyle/>
          <a:p>
            <a:pPr>
              <a:defRPr sz="1950" b="0">
                <a:solidFill>
                  <a:srgbClr val="F1F6F7"/>
                </a:solidFill>
                <a:latin typeface="Arial"/>
                <a:ea typeface="Arial"/>
                <a:cs typeface="Arial"/>
              </a:defRPr>
            </a:pPr>
            <a:r>
              <a:rPr sz="1950" b="0">
                <a:solidFill>
                  <a:srgbClr val="F1F6F7"/>
                </a:solidFill>
                <a:latin typeface="Arial"/>
                <a:ea typeface="Arial"/>
                <a:cs typeface="Arial"/>
              </a:rPr>
              <a:t>Show the implemented modules and working demo.</a:t>
            </a:r>
          </a:p>
        </p:txBody>
      </p:sp>
    </p:spTree>
    <p:extLst>
      <p:ext uri="{BB962C8B-B14F-4D97-AF65-F5344CB8AC3E}">
        <ns3:creationId val="301891"/>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2026-10-03T10:18:18.7070000Z</dcterms:created>
  <dcterms:modified xsi:type="dcterms:W3CDTF">2026-10-03T10:18:18.7080000Z</dcterms:modified>
</coreProperties>
</file>