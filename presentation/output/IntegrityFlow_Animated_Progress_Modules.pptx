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4ad45debcf4162" /><Relationship Type="http://schemas.openxmlformats.org/officeDocument/2006/relationships/extended-properties" Target="/docProps/app.xml" Id="R0b118f7b1b934518" /><Relationship Type="http://schemas.openxmlformats.org/officeDocument/2006/relationships/officeDocument" Target="/ppt/presentation.xml" Id="R923ebbbb4ab946a9" /></Relationships>
</file>

<file path=ppt/presentation.xml><?xml version="1.0" encoding="utf-8"?>
<p:presentation xmlns:p="http://schemas.openxmlformats.org/presentationml/2006/main">
  <p:sldMasterIdLst>
    <p:sldMasterId xmlns:r="http://schemas.openxmlformats.org/officeDocument/2006/relationships" id="2147483648" r:id="R52597db25efe4812"/>
  </p:sldMasterIdLst>
  <p:notesMasterIdLst>
    <p:notesMasterId xmlns:r="http://schemas.openxmlformats.org/officeDocument/2006/relationships" r:id="R5ed1d9ab5ec847ab"/>
  </p:notesMasterIdLst>
  <p:sldIdLst>
    <p:sldId xmlns:r="http://schemas.openxmlformats.org/officeDocument/2006/relationships" id="256" r:id="R2af1b8dcea8b4f5b"/>
    <p:sldId xmlns:r="http://schemas.openxmlformats.org/officeDocument/2006/relationships" id="257" r:id="R626d7fe219754e89"/>
    <p:sldId xmlns:r="http://schemas.openxmlformats.org/officeDocument/2006/relationships" id="258" r:id="Rde3b31e64e86480e"/>
    <p:sldId xmlns:r="http://schemas.openxmlformats.org/officeDocument/2006/relationships" id="259" r:id="Recd52dd8e60f4f38"/>
    <p:sldId xmlns:r="http://schemas.openxmlformats.org/officeDocument/2006/relationships" id="260" r:id="R0a3251190fe44ba1"/>
    <p:sldId xmlns:r="http://schemas.openxmlformats.org/officeDocument/2006/relationships" id="261" r:id="R6673214904bc4245"/>
    <p:sldId xmlns:r="http://schemas.openxmlformats.org/officeDocument/2006/relationships" id="262" r:id="Rcdb030bfb4944dda"/>
    <p:sldId xmlns:r="http://schemas.openxmlformats.org/officeDocument/2006/relationships" id="263" r:id="R19881d5c4abb4c15"/>
    <p:sldId xmlns:r="http://schemas.openxmlformats.org/officeDocument/2006/relationships" id="264" r:id="R1a86493c882b49e9"/>
    <p:sldId xmlns:r="http://schemas.openxmlformats.org/officeDocument/2006/relationships" id="265" r:id="Rcc0b63ab78f64276"/>
    <p:sldId xmlns:r="http://schemas.openxmlformats.org/officeDocument/2006/relationships" id="266" r:id="R43a3dab45350416d"/>
    <p:sldId xmlns:r="http://schemas.openxmlformats.org/officeDocument/2006/relationships" id="267" r:id="R9960d0cc3c7740b8"/>
    <p:sldId xmlns:r="http://schemas.openxmlformats.org/officeDocument/2006/relationships" id="268" r:id="R8acb005fbc69419a"/>
    <p:sldId xmlns:r="http://schemas.openxmlformats.org/officeDocument/2006/relationships" id="269" r:id="R10651c12bcdb4e39"/>
    <p:sldId xmlns:r="http://schemas.openxmlformats.org/officeDocument/2006/relationships" id="270" r:id="Ra463351b04b44ee7"/>
    <p:sldId xmlns:r="http://schemas.openxmlformats.org/officeDocument/2006/relationships" id="271" r:id="R95428eb4d6574ac0"/>
    <p:sldId xmlns:r="http://schemas.openxmlformats.org/officeDocument/2006/relationships" id="272" r:id="Raab2018ecc1c4e08"/>
    <p:sldId xmlns:r="http://schemas.openxmlformats.org/officeDocument/2006/relationships" id="273" r:id="Ra2b3b774a4a54b57"/>
    <p:sldId xmlns:r="http://schemas.openxmlformats.org/officeDocument/2006/relationships" id="274" r:id="R355968adb3a34313"/>
    <p:sldId xmlns:r="http://schemas.openxmlformats.org/officeDocument/2006/relationships" id="275" r:id="Rc0aa452b4da4439c"/>
    <p:sldId xmlns:r="http://schemas.openxmlformats.org/officeDocument/2006/relationships" id="276" r:id="Re332fd2d25b6448e"/>
    <p:sldId xmlns:r="http://schemas.openxmlformats.org/officeDocument/2006/relationships" id="277" r:id="R336210fb3f4a4b3b"/>
    <p:sldId xmlns:r="http://schemas.openxmlformats.org/officeDocument/2006/relationships" id="278" r:id="R5905fe9a21b749d2"/>
    <p:sldId xmlns:r="http://schemas.openxmlformats.org/officeDocument/2006/relationships" id="279" r:id="R73f747f715384b51"/>
    <p:sldId xmlns:r="http://schemas.openxmlformats.org/officeDocument/2006/relationships" id="280" r:id="R97f0ed6d9a334043"/>
    <p:sldId xmlns:r="http://schemas.openxmlformats.org/officeDocument/2006/relationships" id="281" r:id="R1d9284feb8994f9a"/>
    <p:sldId xmlns:r="http://schemas.openxmlformats.org/officeDocument/2006/relationships" id="282" r:id="Rdfa1bc4207364354"/>
    <p:sldId xmlns:r="http://schemas.openxmlformats.org/officeDocument/2006/relationships" id="283" r:id="Rb80f654ce41c4074"/>
    <p:sldId xmlns:r="http://schemas.openxmlformats.org/officeDocument/2006/relationships" id="284" r:id="R097af2b7264548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592aed73b64b50" /><Relationship Type="http://schemas.openxmlformats.org/officeDocument/2006/relationships/slideMaster" Target="/ppt/slideMasters/slideMaster1.xml" Id="R52597db25efe4812" /><Relationship Type="http://schemas.openxmlformats.org/officeDocument/2006/relationships/notesMaster" Target="/ppt/notesMasters/notesMaster1.xml" Id="R5ed1d9ab5ec847ab" /><Relationship Type="http://schemas.openxmlformats.org/officeDocument/2006/relationships/presProps" Target="/ppt/presProps.xml" Id="R5dd2882fcbbe46b9" /><Relationship Type="http://schemas.openxmlformats.org/officeDocument/2006/relationships/tableStyles" Target="/ppt/tableStyles.xml" Id="R0d2eb746b11f4477" /><Relationship Type="http://schemas.openxmlformats.org/officeDocument/2006/relationships/slide" Target="/ppt/slides/slide1.xml" Id="R2af1b8dcea8b4f5b" /><Relationship Type="http://schemas.openxmlformats.org/officeDocument/2006/relationships/slide" Target="/ppt/slides/slide2.xml" Id="R626d7fe219754e89" /><Relationship Type="http://schemas.openxmlformats.org/officeDocument/2006/relationships/slide" Target="/ppt/slides/slide3.xml" Id="Rde3b31e64e86480e" /><Relationship Type="http://schemas.openxmlformats.org/officeDocument/2006/relationships/slide" Target="/ppt/slides/slide4.xml" Id="Recd52dd8e60f4f38" /><Relationship Type="http://schemas.openxmlformats.org/officeDocument/2006/relationships/slide" Target="/ppt/slides/slide5.xml" Id="R0a3251190fe44ba1" /><Relationship Type="http://schemas.openxmlformats.org/officeDocument/2006/relationships/slide" Target="/ppt/slides/slide6.xml" Id="R6673214904bc4245" /><Relationship Type="http://schemas.openxmlformats.org/officeDocument/2006/relationships/slide" Target="/ppt/slides/slide7.xml" Id="Rcdb030bfb4944dda" /><Relationship Type="http://schemas.openxmlformats.org/officeDocument/2006/relationships/slide" Target="/ppt/slides/slide8.xml" Id="R19881d5c4abb4c15" /><Relationship Type="http://schemas.openxmlformats.org/officeDocument/2006/relationships/slide" Target="/ppt/slides/slide9.xml" Id="R1a86493c882b49e9" /><Relationship Type="http://schemas.openxmlformats.org/officeDocument/2006/relationships/slide" Target="/ppt/slides/slide10.xml" Id="Rcc0b63ab78f64276" /><Relationship Type="http://schemas.openxmlformats.org/officeDocument/2006/relationships/slide" Target="/ppt/slides/slide11.xml" Id="R43a3dab45350416d" /><Relationship Type="http://schemas.openxmlformats.org/officeDocument/2006/relationships/slide" Target="/ppt/slides/slide12.xml" Id="R9960d0cc3c7740b8" /><Relationship Type="http://schemas.openxmlformats.org/officeDocument/2006/relationships/slide" Target="/ppt/slides/slide13.xml" Id="R8acb005fbc69419a" /><Relationship Type="http://schemas.openxmlformats.org/officeDocument/2006/relationships/slide" Target="/ppt/slides/slide14.xml" Id="R10651c12bcdb4e39" /><Relationship Type="http://schemas.openxmlformats.org/officeDocument/2006/relationships/slide" Target="/ppt/slides/slide15.xml" Id="Ra463351b04b44ee7" /><Relationship Type="http://schemas.openxmlformats.org/officeDocument/2006/relationships/slide" Target="/ppt/slides/slide16.xml" Id="R95428eb4d6574ac0" /><Relationship Type="http://schemas.openxmlformats.org/officeDocument/2006/relationships/slide" Target="/ppt/slides/slide17.xml" Id="Raab2018ecc1c4e08" /><Relationship Type="http://schemas.openxmlformats.org/officeDocument/2006/relationships/slide" Target="/ppt/slides/slide18.xml" Id="Ra2b3b774a4a54b57" /><Relationship Type="http://schemas.openxmlformats.org/officeDocument/2006/relationships/slide" Target="/ppt/slides/slide19.xml" Id="R355968adb3a34313" /><Relationship Type="http://schemas.openxmlformats.org/officeDocument/2006/relationships/slide" Target="/ppt/slides/slide20.xml" Id="Rc0aa452b4da4439c" /><Relationship Type="http://schemas.openxmlformats.org/officeDocument/2006/relationships/slide" Target="/ppt/slides/slide21.xml" Id="Re332fd2d25b6448e" /><Relationship Type="http://schemas.openxmlformats.org/officeDocument/2006/relationships/slide" Target="/ppt/slides/slide22.xml" Id="R336210fb3f4a4b3b" /><Relationship Type="http://schemas.openxmlformats.org/officeDocument/2006/relationships/slide" Target="/ppt/slides/slide23.xml" Id="R5905fe9a21b749d2" /><Relationship Type="http://schemas.openxmlformats.org/officeDocument/2006/relationships/slide" Target="/ppt/slides/slide24.xml" Id="R73f747f715384b51" /><Relationship Type="http://schemas.openxmlformats.org/officeDocument/2006/relationships/slide" Target="/ppt/slides/slide25.xml" Id="R97f0ed6d9a334043" /><Relationship Type="http://schemas.openxmlformats.org/officeDocument/2006/relationships/slide" Target="/ppt/slides/slide26.xml" Id="R1d9284feb8994f9a" /><Relationship Type="http://schemas.openxmlformats.org/officeDocument/2006/relationships/slide" Target="/ppt/slides/slide27.xml" Id="Rdfa1bc4207364354" /><Relationship Type="http://schemas.openxmlformats.org/officeDocument/2006/relationships/slide" Target="/ppt/slides/slide28.xml" Id="Rb80f654ce41c4074" /><Relationship Type="http://schemas.openxmlformats.org/officeDocument/2006/relationships/slide" Target="/ppt/slides/slide29.xml" Id="R097af2b7264548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a79c2a35e94c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f76f2dc5e84e14" /><Relationship Type="http://schemas.openxmlformats.org/officeDocument/2006/relationships/notesMaster" Target="/ppt/notesMasters/notesMaster1.xml" Id="R9c5a2257225f4a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e35649968b4602" /><Relationship Type="http://schemas.openxmlformats.org/officeDocument/2006/relationships/notesMaster" Target="/ppt/notesMasters/notesMaster1.xml" Id="Ra29bd25aee0a4c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a7182b8d0a431e" /><Relationship Type="http://schemas.openxmlformats.org/officeDocument/2006/relationships/notesMaster" Target="/ppt/notesMasters/notesMaster1.xml" Id="R512964185f9948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a69159512544f4" /><Relationship Type="http://schemas.openxmlformats.org/officeDocument/2006/relationships/notesMaster" Target="/ppt/notesMasters/notesMaster1.xml" Id="R284f70241c8c4c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89855c0ccb44e7" /><Relationship Type="http://schemas.openxmlformats.org/officeDocument/2006/relationships/notesMaster" Target="/ppt/notesMasters/notesMaster1.xml" Id="Rf6e4f81188d94f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e0ba642e5c4cfc" /><Relationship Type="http://schemas.openxmlformats.org/officeDocument/2006/relationships/notesMaster" Target="/ppt/notesMasters/notesMaster1.xml" Id="R6d3de514a56c47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2cd7254f74469e" /><Relationship Type="http://schemas.openxmlformats.org/officeDocument/2006/relationships/notesMaster" Target="/ppt/notesMasters/notesMaster1.xml" Id="R8d3c5fc21a4049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1285a41a094a1a" /><Relationship Type="http://schemas.openxmlformats.org/officeDocument/2006/relationships/notesMaster" Target="/ppt/notesMasters/notesMaster1.xml" Id="R646fc7ac5a8c4a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0d6d2a2d514279" /><Relationship Type="http://schemas.openxmlformats.org/officeDocument/2006/relationships/notesMaster" Target="/ppt/notesMasters/notesMaster1.xml" Id="Rb87f9764613b43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9ac3ec3da74652" /><Relationship Type="http://schemas.openxmlformats.org/officeDocument/2006/relationships/notesMaster" Target="/ppt/notesMasters/notesMaster1.xml" Id="R88c25aaee80743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376415e53b4db7" /><Relationship Type="http://schemas.openxmlformats.org/officeDocument/2006/relationships/notesMaster" Target="/ppt/notesMasters/notesMaster1.xml" Id="Rf784a9498d4748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4461694f8a4ca8" /><Relationship Type="http://schemas.openxmlformats.org/officeDocument/2006/relationships/notesMaster" Target="/ppt/notesMasters/notesMaster1.xml" Id="Rdae7ad0503494e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7692eda1de41ee" /><Relationship Type="http://schemas.openxmlformats.org/officeDocument/2006/relationships/notesMaster" Target="/ppt/notesMasters/notesMaster1.xml" Id="R185b76a4cc9149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7b6203711349de" /><Relationship Type="http://schemas.openxmlformats.org/officeDocument/2006/relationships/notesMaster" Target="/ppt/notesMasters/notesMaster1.xml" Id="R8fae43dafae348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b868d826c4c4c2f" /><Relationship Type="http://schemas.openxmlformats.org/officeDocument/2006/relationships/notesMaster" Target="/ppt/notesMasters/notesMaster1.xml" Id="Rda466fff841b48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692470596544a3" /><Relationship Type="http://schemas.openxmlformats.org/officeDocument/2006/relationships/notesMaster" Target="/ppt/notesMasters/notesMaster1.xml" Id="Rd6037dbaf1d74d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55d832b7fe4ca5" /><Relationship Type="http://schemas.openxmlformats.org/officeDocument/2006/relationships/notesMaster" Target="/ppt/notesMasters/notesMaster1.xml" Id="R1da00dfc8f3641a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d70a26f1ac4a9c" /><Relationship Type="http://schemas.openxmlformats.org/officeDocument/2006/relationships/notesMaster" Target="/ppt/notesMasters/notesMaster1.xml" Id="R7ad56a5a249a40a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0ae2f6553f44049" /><Relationship Type="http://schemas.openxmlformats.org/officeDocument/2006/relationships/notesMaster" Target="/ppt/notesMasters/notesMaster1.xml" Id="R5888db1c6b514b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6fb27115c04847" /><Relationship Type="http://schemas.openxmlformats.org/officeDocument/2006/relationships/notesMaster" Target="/ppt/notesMasters/notesMaster1.xml" Id="R4a80eb0b96b3427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b65a745298041d7" /><Relationship Type="http://schemas.openxmlformats.org/officeDocument/2006/relationships/notesMaster" Target="/ppt/notesMasters/notesMaster1.xml" Id="R942c497be7ab40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48a91b9fbf4ff9" /><Relationship Type="http://schemas.openxmlformats.org/officeDocument/2006/relationships/notesMaster" Target="/ppt/notesMasters/notesMaster1.xml" Id="R107de1d66d554d3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64a576f9a9477b" /><Relationship Type="http://schemas.openxmlformats.org/officeDocument/2006/relationships/notesMaster" Target="/ppt/notesMasters/notesMaster1.xml" Id="R49bb7386e8b54f3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7b2a798bab34e0e" /><Relationship Type="http://schemas.openxmlformats.org/officeDocument/2006/relationships/notesMaster" Target="/ppt/notesMasters/notesMaster1.xml" Id="Rf6973742e924460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c52718834624bab" /><Relationship Type="http://schemas.openxmlformats.org/officeDocument/2006/relationships/notesMaster" Target="/ppt/notesMasters/notesMaster1.xml" Id="R72781022761c46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ec2bdb42f17445c" /><Relationship Type="http://schemas.openxmlformats.org/officeDocument/2006/relationships/notesMaster" Target="/ppt/notesMasters/notesMaster1.xml" Id="Rc25983e278714a6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1f6b4ce72ac4d43" /><Relationship Type="http://schemas.openxmlformats.org/officeDocument/2006/relationships/notesMaster" Target="/ppt/notesMasters/notesMaster1.xml" Id="R266c02b46d0443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eae2f97f85d48b7" /><Relationship Type="http://schemas.openxmlformats.org/officeDocument/2006/relationships/notesMaster" Target="/ppt/notesMasters/notesMaster1.xml" Id="Rf3336ebc57e5478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059fdf38c5249ad" /><Relationship Type="http://schemas.openxmlformats.org/officeDocument/2006/relationships/notesMaster" Target="/ppt/notesMasters/notesMaster1.xml" Id="Rd291b5fe813944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Introduce the team and IntegrityFlow, then explain the supervision problem. Keep the main presentation to 5–6 minutes by presenting slides 1–15 briefly. Technical appendix starts at slide 16. Sources: original title slide and scope p.1. Background is a conceptual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Remote assessment gives an examiner limited visibility of the candidate environment. An alert without context can mislead. IntegrityFlow combines controls and event evidence to support human review. Do not promise cheating proof or automated guilt. Source: Scope v3 and implemented candidate/examiner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Explain local analysis, a controlled application environment, captured evidence, human review and answer submission. Online mode includes camera/voice. Physical lab mode bypasses those checks and retains environment checks. Sources: main.py, selfCheck.js, examScreen.js, Scope 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Candidate laptop holds the Electron workspace and local Python monitors. Python emits events over loopback to Electron. Electron uploads media/event metadata via HTTP; accepted events persist in an atomic JSON disk queue when delivery fails. Express validates session/window and event ID, stores files through the configured local or Cloudinary provider, and commits violation/session records in MongoDB. It calculates review-priority scores and sends active events via Socket.IO only to the owning teacher and administrators. React requests history and review actions over authenticated HTTP as well; the arrow labelled Socket.IO emphasizes the live path rather than representing every API request. Local Python health/self-check endpoints use FastAPI/Uvicorn, with dynamically assigned loopback ports. Source: candidate-app/ai-module/main.py, server.py; electron/main.js; ipc/pythonBridge.js and violationBuffer.js; server/src/routes/violations.js; services/storage/index.js; sockets/violationSocket.js; dashboard/src/hooks/useSocket.js.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This count follows the original scope, not arbitrary feature counting. Five core modules: secure environment, AI monitoring, evidence capture, examiner dashboard and file submission. Two optional modules: self-check and severity scoring. One advanced module: audit reporting. All have implementation paths; AI model/classes differ and full combined evidence export remains incomplete. Voice, admin, lab mode, USB/display and reliability are added capabilities inside the workflow. Source: IntegrityFlow Scope v3 pp.8–10; presentation/output/Scope_Progress_Verification.md.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 1 checks processes against teacher-approved and configured allowlists, with protected system/app processes. Strict exam mode can terminate unauthorized applications; this is not a complete OS sandbox. USB/display checks are additional environment controls. Module 2 processes webcam frames locally: OpenCV counts visible faces and estimates head direction; MediaPipe PnP is optional when available; ONNX Runtime runs a YOLO26n phone/book detector. Continuity filters reject brief hits. Headphones are absent and model choice differs from scope. Detailed algorithms are in the technical appendix. Sources: whitelist_enforcer.py; electron/main.js; ai_monitor.py; 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 3 stores vision-event webcam stills and environment-event screen captures, plus voice clips for the extension. Local or Cloudinary server providers store uploaded files linked to events. Offline accepted events retry, including valid captures delivered after completion. Module 4 checks camera/face, microphone, voice enrollment, apps, USB storage and displays before allowing entry. Photo upload must succeed. Identity photo review is not automatic face recognition. Physical lab mode bypasses camera/voice checks intentionally. Sources: services/capture; ai_monitor.py; voice_monitor.py; ipc/pythonBridge.js; renderer/selfCheck.js; server.py; routes/violations.js.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 5 combines eligible event severity with approximately 30-minute recency half-life and a persistent baseline. Dismissed events are excluded; late events count only after confirmation. It is a review priority, not probability of cheating, and historical scores use the same current calculation. Module 6 groups Live Monitoring, Exams and History, with candidate filters, priority queue, evidence playback, confirm/dismiss, warnings, termination and communication. Teachers receive owned-exam data/events; administrators have broader access. Sources: scoring/DecayScoringStrategy.js; scoring/severityEngine.js; Dashboard.jsx; EvidenceViewer.jsx; sockets/violationSocket.js.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 7 extends the scope file submission with typed answers and local draft recovery. Attachments must be reselected after restart. A successful final submission ends local monitoring and the server session. Module 8 already provides historical student/submission summaries, score distributions, event breakdown, CSV export and browser print-to-PDF. Individual screenshots and all alert logs currently open in the evidence viewer rather than the combined report export; that content gap remains. No automatic server PDF generator is claimed. Sources: renderer/examScreen.js; routes/submissions.js; models/Submission.js; routes/exams.js; components/ExamSummary.jsx.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Reveal entry checks, then exam workspace, then submission. Consent explicitly covers identity/evidence and online speaker-reference storage. Online self-check includes voice enrollment and confirmation. Student writes typed answers or uploads a file. Sources: consent.html, identity.js, selfCheck.js, examScreen.js.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 score is a 0–100 review priority, not probability of cheating. Examiner opens evidence and confirms or dismisses an alert; dismissed events do not contribute to scoring. Owning teacher sees exam updates; admin retains broader access. Sources: scoring strategy, EvidenceViewer, violationSocket.js; check_socket_isolation.js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All core modules have implementation paths. AI differs from exact scope: YOLO26 rather than YOLOv8, no headphone target, OpenCV fallback here. Reporting is implemented: summary, final scores, CSV, browser PDF; combined all-alert/screenshots export remains an enhancement. No overall completion percentage is independently verified. Source: Scope v3 pp.9–10; ExamSummary.jsx; ai_monitor.py; code-backed verification report, corrected 3 October.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Voice is an extension beyond Scope v3. A speaker-reference mismatch is a signal, not a count of speakers or proof. Other additions: lab mode, management, communication and reliability. These features are implemented but demonstration should use rehearsed paths. Sources: voice_monitor.py, Dashboard.jsx, admin routes, violationBuffer.js and 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Thirteen deterministic Python checks passed, alongside candidate startup/offline checks, teacher isolation, explicit consent and the new late-evidence HTTP/multipart recovery check. Valid evidence captured before the session cutoff now survives delivery after completion. Native MongoDB unique IDs prevent duplicate retries. Late evidence contributes to risk only after examiner confirmation. Controlled tests use model/storage doubles and do not measure hardware accuracy or prove real cloud/database recovery. Remaining work: scenario accuracy, latency/load/resources and scope alignment, including headphones. Sources: server/check_late_evidence.js; candidate-app/electron/check_reliability.js; server/check_socket_isolation.js; candidate-app/check_consent.js; Scope_Progress_Verification.md.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then switch to live demo. Spend 7–8 minutes demonstrating a rehearsed practice exam. Separate candidate laptop because single-display self-check conflicts with HDMI projector. Candidate joins, consent/self-check, answers, sustained rehearsed event, examiner evidence review/dismissal/message, submission and completed summary. Demonstrate CSV/browser PDF if rehearsed. No strict process killing with unsaved work. Sources: Demo_and_Speaking_Plan.md and current display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in Q&amp;A. No continuous video or full-exam audio file is stored. Voice enrollment raw audio is processed in memory, session reference vector persists locally; suspicious clips persist locally and upload. Current retention has no automatic expiry; authorized operator manually removes local and uploaded copies. Consent explicitly discloses this and requires acceptance. Central dashboard needs connectivity; buffering is not continuous offline live visibility. Sources: consent.html, voice_monitor.py, violationBuffer.js.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in Q&amp;A. These are defensible answers rather than performance claims. Team integrated pretrained models rather than trained them. Accuracy remains to measure. Existing summary/CSV/PDF via browser is implemented, combined evidence export remains an enhancement. Explain completion by implemented modules and demo; no independently verified percentage. Sources: Scope v3, ai_monitor.py, ExamSummary.jsx and verification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explanation. OpenCV uses pretrained Haar frontal-face cascades and count continuity. It compares the first two boxes to reduce duplicate hits. Profile cascades support head turns when no frontal face appears, but are not added to the multiple-person count. If MediaPipe is available, landmark-set count goes through the same sustained count helper. YOLO person output is not used for this event. Threshold is 1.0 second; actual delivery includes capture and transport latency. Source: candidate-app/ai-module/ai_monitor.py _check_faces_opencv, _check_head_pose, _record_face_count; 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current setup before the optional path. OpenCV fallback uses face/profile and eye positions relative to the neutral baseline. Lateral eye offset is 0.14 and sustained lateral window 0.8 seconds. Downward window is 2.2 seconds and upward 1.2 seconds. MediaPipe path uses six image landmarks, approximate camera intrinsics, cv2.solvePnP, Rodrigues and RQDecomp3x3 for yaw/pitch. The 18-degree yaw setting applies to MediaPipe only. No-face duration is 3 seconds in executable code, despite old docstrings. Camera placement, glasses and initial baseline affect behavior. Source: candidate-app/ai-module/ai_monitor.py; 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YOLO runs every third camera frame; the target loop rate is not a measured latency guarantee. Model loader prefers the standard yolo26n.onnx and can select yolo26n_int8.onnx. ONNX uses two intra-op CPU threads. The parser handles N×6 or 84×N output and chooses the winning class. Target IDs are 67 cell phone and 73 book. A teacher rule can disable phone alerts. Brief single detections do not trigger. This differs from the original scope model/class list. Source: candidate-app/ai-module/ai_monitor.py model initialization and _check_objects; 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detector samples grayscale pixels. Dark threshold is mean below 22/255. The uniform-frame test uses standard deviation below 6 and mean below 180; the variable labelled variance in details actually holds standard deviation. Sustained window is 1.2 seconds and the outer monitor imposes a three-second alert cooldown. Both face pipelines run this guard first. Source: candidate-app/ai-module/services/lighting_occlusion_detector.py; ai_monitor.py.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Enrollment requires at least three seconds processed enrollment speech and two seconds confirmation speech, valid energy and consistent embeddings. Raw input is 16 kHz mono int16. WebRTC VAD gates speech, with 1.5 seconds voiced duration for ended phrases and three-second windows for continuous speech. A worker computes normalized Resemblyzer vectors and cosine similarity. Two consecutive valid mismatches below 0.75 are required. Cooldown is 60 seconds. Very short/quiet speech can intentionally pass without an alert. Reference vectors persist locally by session; suspicious clips persist locally and upload. Explicit consent explains storage and manual retention. Sources: voice_monitor.py; config/thresholds.json; renderer/selfCheck.js; consent.html.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checks use psutil names/ownership and protect the app process tree/system services. Teacher-approved applications supplement the whitelist. The verified-file guard inspects open file paths/timestamps where allowed tools can open pre-existing documents. USB implementation uses PowerShell Get-CimInstance Win32_DiskDrive with InterfaceType USB and positive size, not keyboard/mouse detection and not merely mounted drive letters. Some device interfaces can evade this query. Electron screen.getAllDisplays supplies the self-check count and display-added events during an exam. Candidate currently requires one display, so project the examiner laptop. Physical-lab mode bypasses camera/voice but retains environment checks. Sources: whitelist_enforcer.py; usb_monitor.py; electron/main.js; renderer/selfCheck.js.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implementation. Python sends events to Electron through a bounded in-memory worker; only Electron-accepted events enter its durable queue. In actual Electron the buffer uses atomic JSON writes. SQLite is optional for compatible non-Electron runs. Retry interval is 12 seconds. HTTP 503/network errors retain events; invalid events 400 and missing sessions 404 are consumed with a log. Express validates original ISO timestamp against start/end, including completed/terminated sessions. Session/event hash derives _id and MongoDB unique index prevents concurrent duplicates. Legacy IDs are deterministic. Local/Cloudinary provider saves media. Late records expose receivedLate/receivedAt and do not broadcast ordinary live alerts or automatically affect scoring. Refresh historical summary/evidence after reconnection and confirm/dismiss. Unknown closed-session cutoff returns 503. Controlled checks passed; real DB/cloud rehearsal remains. Sources: main.py; electron/ipc/pythonBridge.js; violationBuffer.js; server/src/routes/violations.js; server/check_late_evidence.js.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strategy uses recency exp(-0.0231 × age in minutes), approximately 30-minute half-life. Cumulative base = sum(severity × 0.55). Total weight = max(0.55 × recent sum + 0.45 × base, 0.6 × base). Normalize by raw score 10, round, clamp 1–100 when eligible events exist, otherwise zero. A recent severity-4 event alone gives about 32, not 40 or a calibrated probability. Regular pending events count unless dismissed, whereas receivedLate events require decision confirmed. Alert counts can include pending late records while scores exclude them. Historical finalRiskScore uses the same current calculation, not an immutable frozen snapshot. Sources: server/src/services/scoring/DecayScoringStrategy.js; scoring/severityEngine.js; routes/violations.js; dashboard/EvidenceViewer.jsx.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access is release-controlled. Candidate draft text persists locally; file attachments must be reselected after restart. Submission records associate typed/file answers with the candidate session; successful final submission ends local monitoring and the server session. Historical summary includes final/current risk calculation, event breakdown and submission state, plus pendingLateEvidenceCount. CSV exports summary rows; Save PDF invokes browser printing, not automatic server PDF generation. Sources: renderer/examScreen.js; server/src/routes/exams.js; submissions routes/model; dashboard/src/components/ExamSummary.jsx.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bcrypt hashes use 12 rounds. JWT access lifetime is 15 minutes; random refresh tokens rotate and expire after 14 days, stored as hashes with an HttpOnly cookie. Rate limiting/failed-attempt lockouts cover auth routes. Auth middleware protects examiner reads and review decisions; ownership helpers and teacher/admin socket rooms enforce isolation. Candidate POST /sessions and /violation are intentionally open machine-to-machine routes, so do not claim complete anti-tamper identity guarantees. Admin console has statistics, assets, batch/purge deletion, audit export and user role management. Its retention actions are manual, not automatic expiry. Modular email verification is built but unmounted. Sources: server/src/routes/auth.js; middleware/authMiddleware.js and examAccess.js; sockets/violationSocket.js; routes/admin.js; server/SERVER.md.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appendix. UML lifelines represent participants; time progresses downward. Server + storage is a combined participant for readable abstraction. Python emits an event and local evidence paths; Electron submits eventId, original timestamp and media to POST /violation. The server validates, stores media and commits the unique event. A new active event triggers an owning-teacher/admin Socket.IO violation and score update; the server returns 201. An existing event returns 200 duplicate without another live broadcast. The examiner confirms/dismisses through authenticated PATCH /violations/:id/review and the server broadcasts review/score updates. The diagram simplifies score-update ordering for readability. Solid arrows represent requests/asynchronous events, not all synchronous method calls. Source: candidate-app/electron/ipc/pythonBridge.js; server/src/routes/violations.js; server/src/sockets/violationSocket.js; dashboard/src/components/EvidenceViewer.jsx.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appendix. Interaction frames use UML guards to separate failure and recovery phases; this is a simplified sequence, not two mutually exclusive alternatives. During a delivery failure Electron retains accepted events on disk. The first dashed error is an outcome shorthand: a network failure has no server response, whereas HTTP 503 is a server response. The next background retry preserves original capture time and event ID. Server validates the closed session capture window, stores files and commits via deterministic unique MongoDB _id. Invalid/out-of-window events return 400, missing session 404, database/storage failures or missing closed-session cutoff 503. Duplicate 200 reuses the stored record. Accepted late evidence has receivedLate true and remains pending; it does not reopen the session or emit ordinary live violation events. Examiner refreshes history over HTTP; the request and dashed response show late evidence in history, and the UI labels it. Confirmation through the existing review endpoint allows scoring contribution; dismissal excludes it. Source: electron/ipc/pythonBridge.js; violationBuffer.js; server/src/routes/violations.js; scoring/severityEngine.js; dashboard/ExamSummary.jsx and EvidenceViewer.jsx; check_late_evidence.js.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9afd3526c14e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b01b5b0e4d4e7c" /><Relationship Type="http://schemas.openxmlformats.org/officeDocument/2006/relationships/slideLayout" Target="/ppt/slideLayouts/slideLayout1.xml" Id="R431a7dbef5d645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1a7dbef5d645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45d0dacfb84668" /><Relationship Type="http://schemas.openxmlformats.org/officeDocument/2006/relationships/image" Target="/ppt/media/image.png" Id="R342a148fc73f4298" /><Relationship Type="http://schemas.openxmlformats.org/officeDocument/2006/relationships/notesSlide" Target="/ppt/notesSlides/notesSlide1.xml" Id="Racb42ffd3ce448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2182c2fd1b4348" /><Relationship Type="http://schemas.openxmlformats.org/officeDocument/2006/relationships/notesSlide" Target="/ppt/notesSlides/notesSlide2.xml" Id="R6c8afe8fe07244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b86cf6181544b8" /><Relationship Type="http://schemas.openxmlformats.org/officeDocument/2006/relationships/notesSlide" Target="/ppt/notesSlides/notesSlide3.xml" Id="R9dfff432a5114f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5dd4bb640c499f" /><Relationship Type="http://schemas.openxmlformats.org/officeDocument/2006/relationships/notesSlide" Target="/ppt/notesSlides/notesSlide4.xml" Id="Rfeb28f5224a740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f556b07bb54e34" /><Relationship Type="http://schemas.openxmlformats.org/officeDocument/2006/relationships/notesSlide" Target="/ppt/notesSlides/notesSlide5.xml" Id="R6d94139ff7a242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ac90f7b2544ce6" /><Relationship Type="http://schemas.openxmlformats.org/officeDocument/2006/relationships/notesSlide" Target="/ppt/notesSlides/notesSlide6.xml" Id="R9a5b9ebffaeb4f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9529b3c1854cac" /><Relationship Type="http://schemas.openxmlformats.org/officeDocument/2006/relationships/notesSlide" Target="/ppt/notesSlides/notesSlide7.xml" Id="Recbf3554ea1344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0c56c72588494e" /><Relationship Type="http://schemas.openxmlformats.org/officeDocument/2006/relationships/notesSlide" Target="/ppt/notesSlides/notesSlide8.xml" Id="R671d4816626749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6066b83b73478f" /><Relationship Type="http://schemas.openxmlformats.org/officeDocument/2006/relationships/notesSlide" Target="/ppt/notesSlides/notesSlide9.xml" Id="R3453eb24da1e4b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27d18f9c0b438f" /><Relationship Type="http://schemas.openxmlformats.org/officeDocument/2006/relationships/notesSlide" Target="/ppt/notesSlides/notesSlide10.xml" Id="R214985c80e7d4a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6dc284827648ac" /><Relationship Type="http://schemas.openxmlformats.org/officeDocument/2006/relationships/notesSlide" Target="/ppt/notesSlides/notesSlide11.xml" Id="R8f9e465782a940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c1ea6f81b44ddc" /><Relationship Type="http://schemas.openxmlformats.org/officeDocument/2006/relationships/notesSlide" Target="/ppt/notesSlides/notesSlide12.xml" Id="Re4d61e13d7f145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4629b3a44664b93" /><Relationship Type="http://schemas.openxmlformats.org/officeDocument/2006/relationships/notesSlide" Target="/ppt/notesSlides/notesSlide13.xml" Id="Rafba1cdf6a1049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0d8c63607274880" /><Relationship Type="http://schemas.openxmlformats.org/officeDocument/2006/relationships/notesSlide" Target="/ppt/notesSlides/notesSlide14.xml" Id="R9123bb151ac04f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138ebd6d434ae4" /><Relationship Type="http://schemas.openxmlformats.org/officeDocument/2006/relationships/image" Target="/ppt/media/image2.png" Id="R5d95ba8e9b30442b" /><Relationship Type="http://schemas.openxmlformats.org/officeDocument/2006/relationships/notesSlide" Target="/ppt/notesSlides/notesSlide15.xml" Id="Rafa4ed96b53147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74a2e04fcd46d8" /><Relationship Type="http://schemas.openxmlformats.org/officeDocument/2006/relationships/notesSlide" Target="/ppt/notesSlides/notesSlide16.xml" Id="R9fc4a06a63b44a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31c0f172ebe44bb" /><Relationship Type="http://schemas.openxmlformats.org/officeDocument/2006/relationships/notesSlide" Target="/ppt/notesSlides/notesSlide17.xml" Id="R466d97e9dcdf47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4e4bbbd46cf4292" /><Relationship Type="http://schemas.openxmlformats.org/officeDocument/2006/relationships/notesSlide" Target="/ppt/notesSlides/notesSlide18.xml" Id="R85a799f64c50436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3e5b6d576824d8b" /><Relationship Type="http://schemas.openxmlformats.org/officeDocument/2006/relationships/notesSlide" Target="/ppt/notesSlides/notesSlide19.xml" Id="R53cbcafc7c1e465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a73b63dbfe3458b" /><Relationship Type="http://schemas.openxmlformats.org/officeDocument/2006/relationships/notesSlide" Target="/ppt/notesSlides/notesSlide20.xml" Id="R4be73a434e33487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76f75650b3e40ee" /><Relationship Type="http://schemas.openxmlformats.org/officeDocument/2006/relationships/notesSlide" Target="/ppt/notesSlides/notesSlide21.xml" Id="Ra62a6d64fd0549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271dc4af2b94153" /><Relationship Type="http://schemas.openxmlformats.org/officeDocument/2006/relationships/notesSlide" Target="/ppt/notesSlides/notesSlide22.xml" Id="R800e74143dda4ef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5640195fac24612" /><Relationship Type="http://schemas.openxmlformats.org/officeDocument/2006/relationships/notesSlide" Target="/ppt/notesSlides/notesSlide23.xml" Id="Rebafc64b07f6406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6aae9e765d04586" /><Relationship Type="http://schemas.openxmlformats.org/officeDocument/2006/relationships/notesSlide" Target="/ppt/notesSlides/notesSlide24.xml" Id="R277a9f233f12443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e0950f1119f4fbd" /><Relationship Type="http://schemas.openxmlformats.org/officeDocument/2006/relationships/notesSlide" Target="/ppt/notesSlides/notesSlide25.xml" Id="R5fb7dc10a3ce4a3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c069b478d274600" /><Relationship Type="http://schemas.openxmlformats.org/officeDocument/2006/relationships/notesSlide" Target="/ppt/notesSlides/notesSlide26.xml" Id="R6aded2b5271c449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a3ff8acefd4499d" /><Relationship Type="http://schemas.openxmlformats.org/officeDocument/2006/relationships/notesSlide" Target="/ppt/notesSlides/notesSlide27.xml" Id="Rc631ff84832245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4cb62c5ccad4406" /><Relationship Type="http://schemas.openxmlformats.org/officeDocument/2006/relationships/notesSlide" Target="/ppt/notesSlides/notesSlide28.xml" Id="R45d4db38dd7342e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d2347259ee04fc4" /><Relationship Type="http://schemas.openxmlformats.org/officeDocument/2006/relationships/notesSlide" Target="/ppt/notesSlides/notesSlide29.xml" Id="Ra223d9d8ab2a4001" /></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925"/>
        </a:solidFill>
      </p:bgPr>
    </p:bg>
    <p:spTree>
      <p:nvGrpSpPr>
        <p:cNvPr id="1" name=""/>
        <p:cNvGrpSpPr/>
        <p:nvPr/>
      </p:nvGrpSpPr>
      <p:grpSpPr>
        <a:xfrm/>
      </p:grpSpPr>
      <p:pic>
        <p:nvPicPr>
          <p:cNvPr id="7" name=""/>
          <p:cNvPicPr>
            <a:picLocks noChangeAspect="1"/>
          </p:cNvPicPr>
          <p:nvPr/>
        </p:nvPicPr>
        <p:blipFill>
          <a:blip r:embed="R342a148fc73f4298"/>
          <a:srcRect l="0" t="27" r="0" b="27"/>
          <a:stretch>
            <a:fillRect l="0" t="0" r="0" b="0"/>
          </a:stretch>
        </p:blipFill>
        <p:spPr>
          <a:xfrm>
            <a:off x="0" y="0"/>
            <a:ext cx="12192000" cy="6858000"/>
          </a:xfrm>
          <a:prstGeom prst="rect">
            <a:avLst/>
          </a:prstGeom>
        </p:spPr>
      </p:pic>
      <p:sp>
        <p:nvSpPr>
          <p:cNvPr id="2" name="static">
            <a:extLst>
              <a:ext uri="{FF2B5EF4-FFF2-40B4-BE49-F238E27FC236}">
                <ns3:creationId id="{C2FEB459-AC36-4F40-86A6-D62D3FEAB963}"/>
              </a:ext>
            </a:extLst>
          </p:cNvPr>
          <p:cNvSpPr>
            <a:spLocks noGrp="1"/>
          </p:cNvSpPr>
          <p:nvPr/>
        </p:nvSpPr>
        <p:spPr>
          <a:xfrm>
            <a:off x="609600" y="1447800"/>
            <a:ext cx="7334250" cy="1066800"/>
          </a:xfrm>
          <a:prstGeom prst="rect">
            <a:avLst/>
          </a:prstGeom>
          <a:noFill/>
          <a:ln w="0">
            <a:noFill/>
          </a:ln>
        </p:spPr>
        <p:txBody>
          <a:bodyPr>
            <a:noAutofit/>
          </a:bodyPr>
          <a:lstStyle/>
          <a:p>
            <a:pPr>
              <a:buNone/>
              <a:defRPr sz="6300" b="1">
                <a:solidFill>
                  <a:srgbClr val="F1F6F7"/>
                </a:solidFill>
                <a:latin typeface="Arial"/>
                <a:ea typeface="Arial"/>
                <a:cs typeface="Arial"/>
              </a:defRPr>
            </a:pPr>
            <a:r>
              <a:rPr sz="6300" b="1">
                <a:solidFill>
                  <a:srgbClr val="F1F6F7"/>
                </a:solidFill>
                <a:latin typeface="Arial"/>
                <a:ea typeface="Arial"/>
                <a:cs typeface="Arial"/>
              </a:rPr>
              <a:t>IntegrityFlow</a:t>
            </a:r>
          </a:p>
        </p:txBody>
      </p:sp>
      <p:sp>
        <p:nvSpPr>
          <p:cNvPr id="3" name="static">
            <a:extLst>
              <a:ext uri="{FF2B5EF4-FFF2-40B4-BE49-F238E27FC236}">
                <ns3:creationId id="{3C1893A4-4375-4894-A9AC-B81B1BC8803E}"/>
              </a:ext>
            </a:extLst>
          </p:cNvPr>
          <p:cNvSpPr>
            <a:spLocks noGrp="1"/>
          </p:cNvSpPr>
          <p:nvPr/>
        </p:nvSpPr>
        <p:spPr>
          <a:xfrm>
            <a:off x="647700" y="2724150"/>
            <a:ext cx="6477000" cy="120015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Final Year Project</a:t>
            </a:r>
          </a:p>
          <a:p>
            <a:pPr>
              <a:buNone/>
              <a:defRPr sz="2850" b="0">
                <a:solidFill>
                  <a:srgbClr val="50DDC4"/>
                </a:solidFill>
                <a:latin typeface="Arial"/>
                <a:ea typeface="Arial"/>
                <a:cs typeface="Arial"/>
              </a:defRPr>
            </a:pPr>
            <a:r>
              <a:rPr sz="2850" b="0">
                <a:solidFill>
                  <a:srgbClr val="50DDC4"/>
                </a:solidFill>
                <a:latin typeface="Arial"/>
                <a:ea typeface="Arial"/>
                <a:cs typeface="Arial"/>
              </a:rPr>
              <a:t>Progress Review</a:t>
            </a:r>
          </a:p>
        </p:txBody>
      </p:sp>
      <p:sp>
        <p:nvSpPr>
          <p:cNvPr id="4" name="static">
            <a:extLst>
              <a:ext uri="{FF2B5EF4-FFF2-40B4-BE49-F238E27FC236}">
                <ns3:creationId id="{E50C3198-ACDB-4C6A-8899-2B5946556A90}"/>
              </a:ext>
            </a:extLst>
          </p:cNvPr>
          <p:cNvSpPr>
            <a:spLocks noGrp="1"/>
          </p:cNvSpPr>
          <p:nvPr/>
        </p:nvSpPr>
        <p:spPr>
          <a:xfrm>
            <a:off x="647700" y="5238750"/>
            <a:ext cx="7048500" cy="666750"/>
          </a:xfrm>
          <a:prstGeom prst="rect">
            <a:avLst/>
          </a:prstGeom>
          <a:noFill/>
          <a:ln w="0">
            <a:noFill/>
          </a:ln>
        </p:spPr>
        <p:txBody>
          <a:bodyPr>
            <a:noAutofit/>
          </a:bodyPr>
          <a:lstStyle/>
          <a:p>
            <a:pPr>
              <a:buNone/>
              <a:defRPr sz="1725" b="0">
                <a:solidFill>
                  <a:srgbClr val="F1F6F7"/>
                </a:solidFill>
                <a:latin typeface="Arial"/>
                <a:ea typeface="Arial"/>
                <a:cs typeface="Arial"/>
              </a:defRPr>
            </a:pPr>
            <a:r>
              <a:rPr sz="1725" b="0">
                <a:solidFill>
                  <a:srgbClr val="F1F6F7"/>
                </a:solidFill>
                <a:latin typeface="Arial"/>
                <a:ea typeface="Arial"/>
                <a:cs typeface="Arial"/>
              </a:rPr>
              <a:t>Rao Umair Ahmed · Muhammad Usman</a:t>
            </a:r>
          </a:p>
          <a:p>
            <a:pPr>
              <a:buNone/>
              <a:defRPr sz="1725" b="0">
                <a:solidFill>
                  <a:srgbClr val="F1F6F7"/>
                </a:solidFill>
                <a:latin typeface="Arial"/>
                <a:ea typeface="Arial"/>
                <a:cs typeface="Arial"/>
              </a:defRPr>
            </a:pPr>
            <a:r>
              <a:rPr sz="1725" b="0">
                <a:solidFill>
                  <a:srgbClr val="F1F6F7"/>
                </a:solidFill>
                <a:latin typeface="Arial"/>
                <a:ea typeface="Arial"/>
                <a:cs typeface="Arial"/>
              </a:rPr>
              <a:t>Muhammad Abubakar Siddique</a:t>
            </a:r>
          </a:p>
        </p:txBody>
      </p:sp>
      <p:sp>
        <p:nvSpPr>
          <p:cNvPr id="5" name="static">
            <a:extLst>
              <a:ext uri="{FF2B5EF4-FFF2-40B4-BE49-F238E27FC236}">
                <ns3:creationId id="{4D712137-FFD7-4418-A9FC-92435F62B82C}"/>
              </a:ext>
            </a:extLst>
          </p:cNvPr>
          <p:cNvSpPr>
            <a:spLocks noGrp="1"/>
          </p:cNvSpPr>
          <p:nvPr/>
        </p:nvSpPr>
        <p:spPr>
          <a:xfrm>
            <a:off x="647700" y="6067425"/>
            <a:ext cx="8096250" cy="304800"/>
          </a:xfrm>
          <a:prstGeom prst="rect">
            <a:avLst/>
          </a:prstGeom>
          <a:noFill/>
          <a:ln w="0">
            <a:noFill/>
          </a:ln>
        </p:spPr>
        <p:txBody>
          <a:bodyPr>
            <a:noAutofit/>
          </a:bodyPr>
          <a:lstStyle/>
          <a:p>
            <a:pPr>
              <a:buNone/>
              <a:defRPr sz="1500" b="0">
                <a:solidFill>
                  <a:srgbClr val="A6BAC4"/>
                </a:solidFill>
                <a:latin typeface="Arial"/>
                <a:ea typeface="Arial"/>
                <a:cs typeface="Arial"/>
              </a:defRPr>
            </a:pPr>
            <a:r>
              <a:rPr sz="1500" b="0">
                <a:solidFill>
                  <a:srgbClr val="A6BAC4"/>
                </a:solidFill>
                <a:latin typeface="Arial"/>
                <a:ea typeface="Arial"/>
                <a:cs typeface="Arial"/>
              </a:rPr>
              <a:t>Supervisor: Mr. Abdullah  /  5 October 2026</a:t>
            </a:r>
          </a:p>
        </p:txBody>
      </p:sp>
    </p:spTree>
    <p:extLst>
      <p:ext uri="{BB962C8B-B14F-4D97-AF65-F5344CB8AC3E}">
        <ns4:creationId val="731472050"/>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6" name="static">
            <a:extLst>
              <a:ext uri="{FF2B5EF4-FFF2-40B4-BE49-F238E27FC236}">
                <ns2:creationId id="{3F6D2084-E0CD-4FDF-B261-2EB9019CEB3D}"/>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The supervision problem</a:t>
            </a:r>
          </a:p>
        </p:txBody>
      </p:sp>
      <p:sp>
        <p:nvSpPr>
          <p:cNvPr id="3" name="static">
            <a:extLst>
              <a:ext uri="{FF2B5EF4-FFF2-40B4-BE49-F238E27FC236}">
                <ns2:creationId id="{D0C44D7F-6A73-415E-83B3-581661DCAA80}"/>
              </a:ext>
            </a:extLst>
          </p:cNvPr>
          <p:cNvSpPr>
            <a:spLocks noGrp="1"/>
          </p:cNvSpPr>
          <p:nvPr/>
        </p:nvSpPr>
        <p:spPr>
          <a:xfrm>
            <a:off x="609600" y="1847850"/>
            <a:ext cx="7048500" cy="2114550"/>
          </a:xfrm>
          <a:prstGeom prst="rect">
            <a:avLst/>
          </a:prstGeom>
          <a:noFill/>
          <a:ln w="0">
            <a:noFill/>
          </a:ln>
        </p:spPr>
        <p:txBody>
          <a:bodyPr>
            <a:noAutofit/>
          </a:bodyPr>
          <a:lstStyle/>
          <a:p>
            <a:pPr>
              <a:buNone/>
              <a:defRPr sz="5400" b="1">
                <a:solidFill>
                  <a:srgbClr val="F1F6F7"/>
                </a:solidFill>
                <a:latin typeface="Arial"/>
                <a:ea typeface="Arial"/>
                <a:cs typeface="Arial"/>
              </a:defRPr>
            </a:pPr>
            <a:r>
              <a:rPr sz="5400" b="1">
                <a:solidFill>
                  <a:srgbClr val="F1F6F7"/>
                </a:solidFill>
                <a:latin typeface="Arial"/>
                <a:ea typeface="Arial"/>
                <a:cs typeface="Arial"/>
              </a:rPr>
              <a:t>An alert needs</a:t>
            </a:r>
          </a:p>
          <a:p>
            <a:pPr>
              <a:buNone/>
              <a:defRPr sz="5400" b="1">
                <a:solidFill>
                  <a:srgbClr val="F1F6F7"/>
                </a:solidFill>
                <a:latin typeface="Arial"/>
                <a:ea typeface="Arial"/>
                <a:cs typeface="Arial"/>
              </a:defRPr>
            </a:pPr>
            <a:r>
              <a:rPr sz="5400" b="1">
                <a:solidFill>
                  <a:srgbClr val="F1F6F7"/>
                </a:solidFill>
                <a:latin typeface="Arial"/>
                <a:ea typeface="Arial"/>
                <a:cs typeface="Arial"/>
              </a:rPr>
              <a:t>context.</a:t>
            </a:r>
          </a:p>
        </p:txBody>
      </p:sp>
      <p:sp>
        <p:nvSpPr>
          <p:cNvPr id="4" name="static">
            <a:extLst>
              <a:ext uri="{FF2B5EF4-FFF2-40B4-BE49-F238E27FC236}">
                <ns2:creationId id="{67CF2E68-E6D6-4613-AE86-31CCEF5DE496}"/>
              </a:ext>
            </a:extLst>
          </p:cNvPr>
          <p:cNvSpPr>
            <a:spLocks noGrp="1"/>
          </p:cNvSpPr>
          <p:nvPr/>
        </p:nvSpPr>
        <p:spPr>
          <a:xfrm>
            <a:off x="8058150" y="2038350"/>
            <a:ext cx="3333750" cy="1638300"/>
          </a:xfrm>
          <a:prstGeom prst="rect">
            <a:avLst/>
          </a:prstGeom>
          <a:noFill/>
          <a:ln w="0">
            <a:noFill/>
          </a:ln>
        </p:spPr>
        <p:txBody>
          <a:bodyPr>
            <a:noAutofit/>
          </a:bodyPr>
          <a:lstStyle/>
          <a:p>
            <a:pPr>
              <a:buNone/>
              <a:defRPr sz="2100" b="0">
                <a:solidFill>
                  <a:srgbClr val="A6BAC4"/>
                </a:solidFill>
                <a:latin typeface="Arial"/>
                <a:ea typeface="Arial"/>
                <a:cs typeface="Arial"/>
              </a:defRPr>
            </a:pPr>
            <a:r>
              <a:rPr sz="2100" b="0">
                <a:solidFill>
                  <a:srgbClr val="A6BAC4"/>
                </a:solidFill>
                <a:latin typeface="Arial"/>
                <a:ea typeface="Arial"/>
                <a:cs typeface="Arial"/>
              </a:rPr>
              <a:t>Unauthorized tools and physical aids can remain outside an examiner’s view.</a:t>
            </a:r>
          </a:p>
        </p:txBody>
      </p:sp>
      <p:sp>
        <p:nvSpPr>
          <p:cNvPr id="5" name="reveal-1">
            <a:extLst>
              <a:ext uri="{FF2B5EF4-FFF2-40B4-BE49-F238E27FC236}">
                <ns2:creationId id="{81B99C1F-2F61-4A93-87AB-E2350D298C4A}"/>
              </a:ext>
            </a:extLst>
          </p:cNvPr>
          <p:cNvSpPr>
            <a:spLocks noGrp="1"/>
          </p:cNvSpPr>
          <p:nvPr/>
        </p:nvSpPr>
        <p:spPr>
          <a:xfrm>
            <a:off x="628650" y="4505325"/>
            <a:ext cx="9810750" cy="1066800"/>
          </a:xfrm>
          <a:prstGeom prst="rect">
            <a:avLst/>
          </a:prstGeom>
          <a:noFill/>
          <a:ln w="0">
            <a:noFill/>
          </a:ln>
        </p:spPr>
        <p:txBody>
          <a:bodyPr>
            <a:noAutofit/>
          </a:bodyPr>
          <a:lstStyle/>
          <a:p>
            <a:pPr>
              <a:buNone/>
              <a:defRPr sz="2700" b="0">
                <a:solidFill>
                  <a:srgbClr val="50DDC4"/>
                </a:solidFill>
                <a:latin typeface="Arial"/>
                <a:ea typeface="Arial"/>
                <a:cs typeface="Arial"/>
              </a:defRPr>
            </a:pPr>
            <a:r>
              <a:rPr sz="2700" b="0">
                <a:solidFill>
                  <a:srgbClr val="50DDC4"/>
                </a:solidFill>
                <a:latin typeface="Arial"/>
                <a:ea typeface="Arial"/>
                <a:cs typeface="Arial"/>
              </a:rPr>
              <a:t>Event evidence helps the examiner</a:t>
            </a:r>
          </a:p>
          <a:p>
            <a:pPr>
              <a:buNone/>
              <a:defRPr sz="2700" b="0">
                <a:solidFill>
                  <a:srgbClr val="50DDC4"/>
                </a:solidFill>
                <a:latin typeface="Arial"/>
                <a:ea typeface="Arial"/>
                <a:cs typeface="Arial"/>
              </a:defRPr>
            </a:pPr>
            <a:r>
              <a:rPr sz="2700" b="0">
                <a:solidFill>
                  <a:srgbClr val="50DDC4"/>
                </a:solidFill>
                <a:latin typeface="Arial"/>
                <a:ea typeface="Arial"/>
                <a:cs typeface="Arial"/>
              </a:rPr>
              <a:t>judge what actually happened.</a:t>
            </a:r>
          </a:p>
        </p:txBody>
      </p:sp>
      <p:sp>
        <p:nvSpPr>
          <p:cNvPr id="7" name="static">
            <a:extLst>
              <a:ext uri="{FF2B5EF4-FFF2-40B4-BE49-F238E27FC236}">
                <ns2:creationId id="{D5B9E5AF-6657-401E-8CA0-FDFD3B969225}"/>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02</a:t>
            </a:r>
          </a:p>
        </p:txBody>
      </p:sp>
    </p:spTree>
    <p:extLst>
      <p:ext uri="{BB962C8B-B14F-4D97-AF65-F5344CB8AC3E}">
        <ns3:creationId val="21450494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1" name="static">
            <a:extLst>
              <a:ext uri="{FF2B5EF4-FFF2-40B4-BE49-F238E27FC236}">
                <ns2:creationId id="{E2F6BA11-06A4-430A-89DA-1C0158A998F9}"/>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Objectives and operating scope</a:t>
            </a:r>
          </a:p>
        </p:txBody>
      </p:sp>
      <p:sp>
        <p:nvSpPr>
          <p:cNvPr id="3" name="static">
            <a:extLst>
              <a:ext uri="{FF2B5EF4-FFF2-40B4-BE49-F238E27FC236}">
                <ns2:creationId id="{E3C61433-A7FD-421D-8E1B-59E5F7DF67E6}"/>
              </a:ext>
            </a:extLst>
          </p:cNvPr>
          <p:cNvSpPr>
            <a:spLocks noGrp="1"/>
          </p:cNvSpPr>
          <p:nvPr/>
        </p:nvSpPr>
        <p:spPr>
          <a:xfrm>
            <a:off x="609600" y="1771650"/>
            <a:ext cx="3048000" cy="438150"/>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CONTROL</a:t>
            </a:r>
          </a:p>
        </p:txBody>
      </p:sp>
      <p:sp>
        <p:nvSpPr>
          <p:cNvPr id="4" name="reveal-1">
            <a:extLst>
              <a:ext uri="{FF2B5EF4-FFF2-40B4-BE49-F238E27FC236}">
                <ns2:creationId id="{EB7448E8-34A4-4A13-AB27-DCB94199D4C3}"/>
              </a:ext>
            </a:extLst>
          </p:cNvPr>
          <p:cNvSpPr>
            <a:spLocks noGrp="1"/>
          </p:cNvSpPr>
          <p:nvPr/>
        </p:nvSpPr>
        <p:spPr>
          <a:xfrm>
            <a:off x="609600" y="2362200"/>
            <a:ext cx="5067300" cy="112395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Restrict unauthorized tools</a:t>
            </a:r>
          </a:p>
          <a:p>
            <a:pPr>
              <a:buNone/>
              <a:defRPr sz="2550" b="1">
                <a:solidFill>
                  <a:srgbClr val="F1F6F7"/>
                </a:solidFill>
                <a:latin typeface="Arial"/>
                <a:ea typeface="Arial"/>
                <a:cs typeface="Arial"/>
              </a:defRPr>
            </a:pPr>
            <a:r>
              <a:rPr sz="2550" b="1">
                <a:solidFill>
                  <a:srgbClr val="F1F6F7"/>
                </a:solidFill>
                <a:latin typeface="Arial"/>
                <a:ea typeface="Arial"/>
                <a:cs typeface="Arial"/>
              </a:rPr>
              <a:t>and accept exam answers</a:t>
            </a:r>
          </a:p>
        </p:txBody>
      </p:sp>
      <p:sp>
        <p:nvSpPr>
          <p:cNvPr id="5" name="static">
            <a:extLst>
              <a:ext uri="{FF2B5EF4-FFF2-40B4-BE49-F238E27FC236}">
                <ns2:creationId id="{83B51C38-F6AF-426B-A1F7-CFC593EB1D25}"/>
              </a:ext>
            </a:extLst>
          </p:cNvPr>
          <p:cNvSpPr>
            <a:spLocks noGrp="1"/>
          </p:cNvSpPr>
          <p:nvPr/>
        </p:nvSpPr>
        <p:spPr>
          <a:xfrm>
            <a:off x="6457950" y="1771650"/>
            <a:ext cx="3810000" cy="438150"/>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REVIEW</a:t>
            </a:r>
          </a:p>
        </p:txBody>
      </p:sp>
      <p:sp>
        <p:nvSpPr>
          <p:cNvPr id="6" name="reveal-1">
            <a:extLst>
              <a:ext uri="{FF2B5EF4-FFF2-40B4-BE49-F238E27FC236}">
                <ns2:creationId id="{D2CDA86E-6328-43B2-966A-A6399A2ACF52}"/>
              </a:ext>
            </a:extLst>
          </p:cNvPr>
          <p:cNvSpPr>
            <a:spLocks noGrp="1"/>
          </p:cNvSpPr>
          <p:nvPr/>
        </p:nvSpPr>
        <p:spPr>
          <a:xfrm>
            <a:off x="6457950" y="2362200"/>
            <a:ext cx="5143500" cy="112395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Observe local signals</a:t>
            </a:r>
          </a:p>
          <a:p>
            <a:pPr>
              <a:buNone/>
              <a:defRPr sz="2550" b="1">
                <a:solidFill>
                  <a:srgbClr val="F1F6F7"/>
                </a:solidFill>
                <a:latin typeface="Arial"/>
                <a:ea typeface="Arial"/>
                <a:cs typeface="Arial"/>
              </a:defRPr>
            </a:pPr>
            <a:r>
              <a:rPr sz="2550" b="1">
                <a:solidFill>
                  <a:srgbClr val="F1F6F7"/>
                </a:solidFill>
                <a:latin typeface="Arial"/>
                <a:ea typeface="Arial"/>
                <a:cs typeface="Arial"/>
              </a:rPr>
              <a:t>and preserve event evidence</a:t>
            </a:r>
          </a:p>
        </p:txBody>
      </p:sp>
      <p:sp>
        <p:nvSpPr>
          <p:cNvPr id="7" name="reveal-2">
            <a:extLst>
              <a:ext uri="{FF2B5EF4-FFF2-40B4-BE49-F238E27FC236}">
                <ns2:creationId id="{2E9F0134-C938-4F6F-9700-A61A7C0D5760}"/>
              </a:ext>
            </a:extLst>
          </p:cNvPr>
          <p:cNvSpPr>
            <a:spLocks noGrp="1"/>
          </p:cNvSpPr>
          <p:nvPr/>
        </p:nvSpPr>
        <p:spPr>
          <a:xfrm>
            <a:off x="609600" y="4286250"/>
            <a:ext cx="4572000" cy="53340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Remote online</a:t>
            </a:r>
          </a:p>
        </p:txBody>
      </p:sp>
      <p:sp>
        <p:nvSpPr>
          <p:cNvPr id="8" name="reveal-2">
            <a:extLst>
              <a:ext uri="{FF2B5EF4-FFF2-40B4-BE49-F238E27FC236}">
                <ns2:creationId id="{D23F00AC-BD3F-42CF-8D80-B3F09D6601FA}"/>
              </a:ext>
            </a:extLst>
          </p:cNvPr>
          <p:cNvSpPr>
            <a:spLocks noGrp="1"/>
          </p:cNvSpPr>
          <p:nvPr/>
        </p:nvSpPr>
        <p:spPr>
          <a:xfrm>
            <a:off x="609600" y="4943475"/>
            <a:ext cx="5238750" cy="876300"/>
          </a:xfrm>
          <a:prstGeom prst="rect">
            <a:avLst/>
          </a:prstGeom>
          <a:noFill/>
          <a:ln w="0">
            <a:noFill/>
          </a:ln>
        </p:spPr>
        <p:txBody>
          <a:bodyPr>
            <a:noAutofit/>
          </a:bodyPr>
          <a:lstStyle/>
          <a:p>
            <a:pPr>
              <a:buNone/>
              <a:defRPr sz="1950" b="0">
                <a:solidFill>
                  <a:srgbClr val="A6BAC4"/>
                </a:solidFill>
                <a:latin typeface="Arial"/>
                <a:ea typeface="Arial"/>
                <a:cs typeface="Arial"/>
              </a:defRPr>
            </a:pPr>
            <a:r>
              <a:rPr sz="1950" b="0">
                <a:solidFill>
                  <a:srgbClr val="A6BAC4"/>
                </a:solidFill>
                <a:latin typeface="Arial"/>
                <a:ea typeface="Arial"/>
                <a:cs typeface="Arial"/>
              </a:rPr>
              <a:t>Environment + camera + voice checks</a:t>
            </a:r>
          </a:p>
        </p:txBody>
      </p:sp>
      <p:sp>
        <p:nvSpPr>
          <p:cNvPr id="9" name="reveal-2">
            <a:extLst>
              <a:ext uri="{FF2B5EF4-FFF2-40B4-BE49-F238E27FC236}">
                <ns2:creationId id="{CEA6E41D-9C73-43C5-9DAA-1C9165208D6D}"/>
              </a:ext>
            </a:extLst>
          </p:cNvPr>
          <p:cNvSpPr>
            <a:spLocks noGrp="1"/>
          </p:cNvSpPr>
          <p:nvPr/>
        </p:nvSpPr>
        <p:spPr>
          <a:xfrm>
            <a:off x="6457950" y="4286250"/>
            <a:ext cx="4572000" cy="53340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Physical lab</a:t>
            </a:r>
          </a:p>
        </p:txBody>
      </p:sp>
      <p:sp>
        <p:nvSpPr>
          <p:cNvPr id="10" name="reveal-2">
            <a:extLst>
              <a:ext uri="{FF2B5EF4-FFF2-40B4-BE49-F238E27FC236}">
                <ns2:creationId id="{B950830C-4230-44A6-B2BF-7BA8E8B44E54}"/>
              </a:ext>
            </a:extLst>
          </p:cNvPr>
          <p:cNvSpPr>
            <a:spLocks noGrp="1"/>
          </p:cNvSpPr>
          <p:nvPr/>
        </p:nvSpPr>
        <p:spPr>
          <a:xfrm>
            <a:off x="6457950" y="4943475"/>
            <a:ext cx="5143500" cy="876300"/>
          </a:xfrm>
          <a:prstGeom prst="rect">
            <a:avLst/>
          </a:prstGeom>
          <a:noFill/>
          <a:ln w="0">
            <a:noFill/>
          </a:ln>
        </p:spPr>
        <p:txBody>
          <a:bodyPr>
            <a:noAutofit/>
          </a:bodyPr>
          <a:lstStyle/>
          <a:p>
            <a:pPr>
              <a:buNone/>
              <a:defRPr sz="1950" b="0">
                <a:solidFill>
                  <a:srgbClr val="A6BAC4"/>
                </a:solidFill>
                <a:latin typeface="Arial"/>
                <a:ea typeface="Arial"/>
                <a:cs typeface="Arial"/>
              </a:defRPr>
            </a:pPr>
            <a:r>
              <a:rPr sz="1950" b="0">
                <a:solidFill>
                  <a:srgbClr val="A6BAC4"/>
                </a:solidFill>
                <a:latin typeface="Arial"/>
                <a:ea typeface="Arial"/>
                <a:cs typeface="Arial"/>
              </a:rPr>
              <a:t>Environment checks; camera/voice bypassed</a:t>
            </a:r>
          </a:p>
        </p:txBody>
      </p:sp>
      <p:sp>
        <p:nvSpPr>
          <p:cNvPr id="12" name="static">
            <a:extLst>
              <a:ext uri="{FF2B5EF4-FFF2-40B4-BE49-F238E27FC236}">
                <ns2:creationId id="{2D615ABD-7940-415F-BDA8-1D91D2B4F389}"/>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03</a:t>
            </a:r>
          </a:p>
        </p:txBody>
      </p:sp>
    </p:spTree>
    <p:extLst>
      <p:ext uri="{BB962C8B-B14F-4D97-AF65-F5344CB8AC3E}">
        <ns3:creationId val="109944903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50"/>
                                  <p:tgtEl>
                                    <p:spTgt spid="9"/>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1" animBg="1"/>
      <p:bldP spid="8" grpId="1" animBg="1"/>
      <p:bldP spid="9" grpId="1" animBg="1"/>
      <p:bldP spid="10" grpId="1" animBg="1"/>
    </p:bldLst>
  </p:timing>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37" name="static">
            <a:extLst>
              <a:ext uri="{FF2B5EF4-FFF2-40B4-BE49-F238E27FC236}">
                <ns2:creationId id="{749CD754-B0A9-4E77-940B-10AC84C75DC7}"/>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System architecture</a:t>
            </a:r>
          </a:p>
        </p:txBody>
      </p:sp>
      <p:sp>
        <p:nvSpPr>
          <p:cNvPr id="3" name="static">
            <a:extLst>
              <a:ext uri="{FF2B5EF4-FFF2-40B4-BE49-F238E27FC236}">
                <ns2:creationId id="{478910CE-0582-426A-BC0F-89BB5E499D61}"/>
              </a:ext>
            </a:extLst>
          </p:cNvPr>
          <p:cNvSpPr>
            <a:spLocks noGrp="1"/>
          </p:cNvSpPr>
          <p:nvPr/>
        </p:nvSpPr>
        <p:spPr>
          <a:xfrm>
            <a:off x="609600" y="1657350"/>
            <a:ext cx="4857750" cy="3724275"/>
          </a:xfrm>
          <a:prstGeom prst="rect">
            <a:avLst/>
          </a:prstGeom>
          <a:noFill/>
          <a:ln w="14288">
            <a:solidFill>
              <a:srgbClr val="36616C"/>
            </a:solidFill>
          </a:ln>
        </p:spPr>
      </p:sp>
      <p:sp>
        <p:nvSpPr>
          <p:cNvPr id="4" name="static">
            <a:extLst>
              <a:ext uri="{FF2B5EF4-FFF2-40B4-BE49-F238E27FC236}">
                <ns2:creationId id="{CD30CFB6-5FAE-48B2-9F8B-0DF4987E0224}"/>
              </a:ext>
            </a:extLst>
          </p:cNvPr>
          <p:cNvSpPr>
            <a:spLocks noGrp="1"/>
          </p:cNvSpPr>
          <p:nvPr/>
        </p:nvSpPr>
        <p:spPr>
          <a:xfrm>
            <a:off x="800100" y="1743075"/>
            <a:ext cx="4429125" cy="333375"/>
          </a:xfrm>
          <a:prstGeom prst="rect">
            <a:avLst/>
          </a:prstGeom>
          <a:noFill/>
          <a:ln w="0">
            <a:noFill/>
          </a:ln>
        </p:spPr>
        <p:txBody>
          <a:bodyPr>
            <a:noAutofit/>
          </a:bodyPr>
          <a:lstStyle/>
          <a:p>
            <a:pPr>
              <a:buNone/>
              <a:defRPr sz="1650" b="1">
                <a:solidFill>
                  <a:srgbClr val="A6BAC4"/>
                </a:solidFill>
                <a:latin typeface="Arial"/>
                <a:ea typeface="Arial"/>
                <a:cs typeface="Arial"/>
              </a:defRPr>
            </a:pPr>
            <a:r>
              <a:rPr sz="1650" b="1">
                <a:solidFill>
                  <a:srgbClr val="A6BAC4"/>
                </a:solidFill>
                <a:latin typeface="Arial"/>
                <a:ea typeface="Arial"/>
                <a:cs typeface="Arial"/>
              </a:rPr>
              <a:t>CANDIDATE LAPTOP</a:t>
            </a:r>
          </a:p>
        </p:txBody>
      </p:sp>
      <p:sp>
        <p:nvSpPr>
          <p:cNvPr id="5" name="reveal-1">
            <a:extLst>
              <a:ext uri="{FF2B5EF4-FFF2-40B4-BE49-F238E27FC236}">
                <ns2:creationId id="{5EFBB1A9-FD25-4276-881F-DCF219844608}"/>
              </a:ext>
            </a:extLst>
          </p:cNvPr>
          <p:cNvSpPr>
            <a:spLocks noGrp="1"/>
          </p:cNvSpPr>
          <p:nvPr/>
        </p:nvSpPr>
        <p:spPr>
          <a:xfrm>
            <a:off x="800100" y="2333625"/>
            <a:ext cx="2038350" cy="1400175"/>
          </a:xfrm>
          <a:prstGeom prst="rect">
            <a:avLst/>
          </a:prstGeom>
          <a:solidFill>
            <a:srgbClr val="102F3C"/>
          </a:solidFill>
          <a:ln w="14288">
            <a:solidFill>
              <a:srgbClr val="36616C"/>
            </a:solidFill>
          </a:ln>
        </p:spPr>
      </p:sp>
      <p:sp>
        <p:nvSpPr>
          <p:cNvPr id="6" name="reveal-1">
            <a:extLst>
              <a:ext uri="{FF2B5EF4-FFF2-40B4-BE49-F238E27FC236}">
                <ns2:creationId id="{2D649FDA-A982-4CC3-8ECE-878C1A443D4E}"/>
              </a:ext>
            </a:extLst>
          </p:cNvPr>
          <p:cNvSpPr>
            <a:spLocks noGrp="1"/>
          </p:cNvSpPr>
          <p:nvPr/>
        </p:nvSpPr>
        <p:spPr>
          <a:xfrm>
            <a:off x="952500" y="2466975"/>
            <a:ext cx="1733550" cy="581025"/>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Python monitors</a:t>
            </a:r>
          </a:p>
        </p:txBody>
      </p:sp>
      <p:sp>
        <p:nvSpPr>
          <p:cNvPr id="7" name="reveal-1">
            <a:extLst>
              <a:ext uri="{FF2B5EF4-FFF2-40B4-BE49-F238E27FC236}">
                <ns2:creationId id="{60407A3E-976D-4BC1-8982-B3DFEC634DFF}"/>
              </a:ext>
            </a:extLst>
          </p:cNvPr>
          <p:cNvSpPr>
            <a:spLocks noGrp="1"/>
          </p:cNvSpPr>
          <p:nvPr/>
        </p:nvSpPr>
        <p:spPr>
          <a:xfrm>
            <a:off x="952500" y="3048000"/>
            <a:ext cx="1733550" cy="638175"/>
          </a:xfrm>
          <a:prstGeom prst="rect">
            <a:avLst/>
          </a:prstGeom>
          <a:noFill/>
          <a:ln w="0">
            <a:noFill/>
          </a:ln>
        </p:spPr>
        <p:txBody>
          <a:bodyPr>
            <a:noAutofit/>
          </a:bodyPr>
          <a:lstStyle/>
          <a:p>
            <a:pPr>
              <a:buNone/>
              <a:defRPr sz="1500" b="0">
                <a:solidFill>
                  <a:srgbClr val="F1F6F7"/>
                </a:solidFill>
                <a:latin typeface="Arial"/>
                <a:ea typeface="Arial"/>
                <a:cs typeface="Arial"/>
              </a:defRPr>
            </a:pPr>
            <a:r>
              <a:rPr sz="1500" b="0">
                <a:solidFill>
                  <a:srgbClr val="F1F6F7"/>
                </a:solidFill>
                <a:latin typeface="Arial"/>
                <a:ea typeface="Arial"/>
                <a:cs typeface="Arial"/>
              </a:rPr>
              <a:t>Camera / voice</a:t>
            </a:r>
          </a:p>
          <a:p>
            <a:pPr>
              <a:buNone/>
              <a:defRPr sz="1500" b="0">
                <a:solidFill>
                  <a:srgbClr val="F1F6F7"/>
                </a:solidFill>
                <a:latin typeface="Arial"/>
                <a:ea typeface="Arial"/>
                <a:cs typeface="Arial"/>
              </a:defRPr>
            </a:pPr>
            <a:r>
              <a:rPr sz="1500" b="0">
                <a:solidFill>
                  <a:srgbClr val="F1F6F7"/>
                </a:solidFill>
                <a:latin typeface="Arial"/>
                <a:ea typeface="Arial"/>
                <a:cs typeface="Arial"/>
              </a:rPr>
              <a:t>Environment</a:t>
            </a:r>
          </a:p>
        </p:txBody>
      </p:sp>
      <p:sp>
        <p:nvSpPr>
          <p:cNvPr id="8" name="reveal-1">
            <a:extLst>
              <a:ext uri="{FF2B5EF4-FFF2-40B4-BE49-F238E27FC236}">
                <ns2:creationId id="{A3813E16-1CE7-4413-813E-D2FF81C079D2}"/>
              </a:ext>
            </a:extLst>
          </p:cNvPr>
          <p:cNvSpPr>
            <a:spLocks noGrp="1"/>
          </p:cNvSpPr>
          <p:nvPr/>
        </p:nvSpPr>
        <p:spPr>
          <a:xfrm>
            <a:off x="3238500" y="2333625"/>
            <a:ext cx="2038350" cy="1400175"/>
          </a:xfrm>
          <a:prstGeom prst="rect">
            <a:avLst/>
          </a:prstGeom>
          <a:solidFill>
            <a:srgbClr val="102F3C"/>
          </a:solidFill>
          <a:ln w="14288">
            <a:solidFill>
              <a:srgbClr val="36616C"/>
            </a:solidFill>
          </a:ln>
        </p:spPr>
      </p:sp>
      <p:sp>
        <p:nvSpPr>
          <p:cNvPr id="9" name="reveal-1">
            <a:extLst>
              <a:ext uri="{FF2B5EF4-FFF2-40B4-BE49-F238E27FC236}">
                <ns2:creationId id="{922D31FC-7238-441B-B042-A1E2D7628D7B}"/>
              </a:ext>
            </a:extLst>
          </p:cNvPr>
          <p:cNvSpPr>
            <a:spLocks noGrp="1"/>
          </p:cNvSpPr>
          <p:nvPr/>
        </p:nvSpPr>
        <p:spPr>
          <a:xfrm>
            <a:off x="3390900" y="2466975"/>
            <a:ext cx="1733550" cy="581025"/>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Electron app</a:t>
            </a:r>
          </a:p>
        </p:txBody>
      </p:sp>
      <p:sp>
        <p:nvSpPr>
          <p:cNvPr id="10" name="reveal-1">
            <a:extLst>
              <a:ext uri="{FF2B5EF4-FFF2-40B4-BE49-F238E27FC236}">
                <ns2:creationId id="{845A9A6D-602E-4444-8964-D80670E2D0D4}"/>
              </a:ext>
            </a:extLst>
          </p:cNvPr>
          <p:cNvSpPr>
            <a:spLocks noGrp="1"/>
          </p:cNvSpPr>
          <p:nvPr/>
        </p:nvSpPr>
        <p:spPr>
          <a:xfrm>
            <a:off x="3390900" y="3048000"/>
            <a:ext cx="1733550" cy="638175"/>
          </a:xfrm>
          <a:prstGeom prst="rect">
            <a:avLst/>
          </a:prstGeom>
          <a:noFill/>
          <a:ln w="0">
            <a:noFill/>
          </a:ln>
        </p:spPr>
        <p:txBody>
          <a:bodyPr>
            <a:noAutofit/>
          </a:bodyPr>
          <a:lstStyle/>
          <a:p>
            <a:pPr>
              <a:buNone/>
              <a:defRPr sz="1500" b="0">
                <a:solidFill>
                  <a:srgbClr val="F1F6F7"/>
                </a:solidFill>
                <a:latin typeface="Arial"/>
                <a:ea typeface="Arial"/>
                <a:cs typeface="Arial"/>
              </a:defRPr>
            </a:pPr>
            <a:r>
              <a:rPr sz="1500" b="0">
                <a:solidFill>
                  <a:srgbClr val="F1F6F7"/>
                </a:solidFill>
                <a:latin typeface="Arial"/>
                <a:ea typeface="Arial"/>
                <a:cs typeface="Arial"/>
              </a:rPr>
              <a:t>Exam workspace</a:t>
            </a:r>
          </a:p>
          <a:p>
            <a:pPr>
              <a:buNone/>
              <a:defRPr sz="1500" b="0">
                <a:solidFill>
                  <a:srgbClr val="F1F6F7"/>
                </a:solidFill>
                <a:latin typeface="Arial"/>
                <a:ea typeface="Arial"/>
                <a:cs typeface="Arial"/>
              </a:defRPr>
            </a:pPr>
            <a:r>
              <a:rPr sz="1500" b="0">
                <a:solidFill>
                  <a:srgbClr val="F1F6F7"/>
                </a:solidFill>
                <a:latin typeface="Arial"/>
                <a:ea typeface="Arial"/>
                <a:cs typeface="Arial"/>
              </a:rPr>
              <a:t>Event uploads</a:t>
            </a:r>
          </a:p>
        </p:txBody>
      </p:sp>
      <p:cxnSp>
        <p:nvCxnSpPr>
          <p:cNvPr id="82" name="reveal-1"/>
          <p:cNvCxnSpPr>
            <a:stCxn id="5" idx="3"/>
            <a:endCxn id="8" idx="1"/>
          </p:cNvCxnSpPr>
          <p:nvPr/>
        </p:nvCxnSpPr>
        <p:spPr>
          <a:xfrm>
            <a:off x="2838450" y="3033713"/>
            <a:ext cx="400050" cy="0"/>
          </a:xfrm>
          <a:prstGeom prst="straightConnector1">
            <a:avLst/>
          </a:prstGeom>
          <a:ln w="19050">
            <a:solidFill>
              <a:srgbClr val="50DDC4"/>
            </a:solidFill>
            <a:prstDash val="solid"/>
            <a:tailEnd type="triangle" w="sm" len="sm"/>
          </a:ln>
        </p:spPr>
      </p:cxnSp>
      <p:sp>
        <p:nvSpPr>
          <p:cNvPr id="12" name="static">
            <a:extLst>
              <a:ext uri="{FF2B5EF4-FFF2-40B4-BE49-F238E27FC236}">
                <ns2:creationId id="{C2E59984-1AC3-4364-B1C2-520A5A04B363}"/>
              </a:ext>
            </a:extLst>
          </p:cNvPr>
          <p:cNvSpPr>
            <a:spLocks noGrp="1"/>
          </p:cNvSpPr>
          <p:nvPr/>
        </p:nvSpPr>
        <p:spPr>
          <a:xfrm>
            <a:off x="2781300" y="2085975"/>
            <a:ext cx="1028700" cy="295275"/>
          </a:xfrm>
          <a:prstGeom prst="rect">
            <a:avLst/>
          </a:prstGeom>
          <a:noFill/>
          <a:ln w="0">
            <a:noFill/>
          </a:ln>
        </p:spPr>
        <p:txBody>
          <a:bodyPr>
            <a:noAutofit/>
          </a:bodyPr>
          <a:lstStyle/>
          <a:p>
            <a:pPr>
              <a:buNone/>
              <a:defRPr sz="1350" b="0">
                <a:solidFill>
                  <a:srgbClr val="A6BAC4"/>
                </a:solidFill>
                <a:latin typeface="Arial"/>
                <a:ea typeface="Arial"/>
                <a:cs typeface="Arial"/>
              </a:defRPr>
            </a:pPr>
            <a:r>
              <a:rPr sz="1350" b="0">
                <a:solidFill>
                  <a:srgbClr val="A6BAC4"/>
                </a:solidFill>
                <a:latin typeface="Arial"/>
                <a:ea typeface="Arial"/>
                <a:cs typeface="Arial"/>
              </a:rPr>
              <a:t>Loopback</a:t>
            </a:r>
          </a:p>
        </p:txBody>
      </p:sp>
      <p:sp>
        <p:nvSpPr>
          <p:cNvPr id="13" name="reveal-1">
            <a:extLst>
              <a:ext uri="{FF2B5EF4-FFF2-40B4-BE49-F238E27FC236}">
                <ns2:creationId id="{83584832-30AF-4191-BDFD-0BBF69566B71}"/>
              </a:ext>
            </a:extLst>
          </p:cNvPr>
          <p:cNvSpPr>
            <a:spLocks noGrp="1"/>
          </p:cNvSpPr>
          <p:nvPr/>
        </p:nvSpPr>
        <p:spPr>
          <a:xfrm>
            <a:off x="3238500" y="4200525"/>
            <a:ext cx="2038350" cy="952500"/>
          </a:xfrm>
          <a:prstGeom prst="rect">
            <a:avLst/>
          </a:prstGeom>
          <a:solidFill>
            <a:srgbClr val="102F3C"/>
          </a:solidFill>
          <a:ln w="14288">
            <a:solidFill>
              <a:srgbClr val="36616C"/>
            </a:solidFill>
          </a:ln>
        </p:spPr>
      </p:sp>
      <p:sp>
        <p:nvSpPr>
          <p:cNvPr id="14" name="reveal-1">
            <a:extLst>
              <a:ext uri="{FF2B5EF4-FFF2-40B4-BE49-F238E27FC236}">
                <ns2:creationId id="{3F03A3DD-8341-461D-B274-EDDEEABB355F}"/>
              </a:ext>
            </a:extLst>
          </p:cNvPr>
          <p:cNvSpPr>
            <a:spLocks noGrp="1"/>
          </p:cNvSpPr>
          <p:nvPr/>
        </p:nvSpPr>
        <p:spPr>
          <a:xfrm>
            <a:off x="3390900" y="4333875"/>
            <a:ext cx="1733550" cy="581025"/>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Disk queue</a:t>
            </a:r>
          </a:p>
        </p:txBody>
      </p:sp>
      <p:sp>
        <p:nvSpPr>
          <p:cNvPr id="15" name="reveal-1">
            <a:extLst>
              <a:ext uri="{FF2B5EF4-FFF2-40B4-BE49-F238E27FC236}">
                <ns2:creationId id="{E10117C5-6581-4A13-A1BF-55273EC6C00B}"/>
              </a:ext>
            </a:extLst>
          </p:cNvPr>
          <p:cNvSpPr>
            <a:spLocks noGrp="1"/>
          </p:cNvSpPr>
          <p:nvPr/>
        </p:nvSpPr>
        <p:spPr>
          <a:xfrm>
            <a:off x="3390900" y="4914900"/>
            <a:ext cx="1733550" cy="190500"/>
          </a:xfrm>
          <a:prstGeom prst="rect">
            <a:avLst/>
          </a:prstGeom>
          <a:noFill/>
          <a:ln w="0">
            <a:noFill/>
          </a:ln>
        </p:spPr>
        <p:txBody>
          <a:bodyPr>
            <a:noAutofit/>
          </a:bodyPr>
          <a:lstStyle/>
          <a:p>
            <a:pPr>
              <a:buNone/>
              <a:defRPr sz="1500" b="0">
                <a:solidFill>
                  <a:srgbClr val="F1F6F7"/>
                </a:solidFill>
                <a:latin typeface="Arial"/>
                <a:ea typeface="Arial"/>
                <a:cs typeface="Arial"/>
              </a:defRPr>
            </a:pPr>
            <a:r>
              <a:rPr sz="1500" b="0">
                <a:solidFill>
                  <a:srgbClr val="F1F6F7"/>
                </a:solidFill>
                <a:latin typeface="Arial"/>
                <a:ea typeface="Arial"/>
                <a:cs typeface="Arial"/>
              </a:rPr>
              <a:t>Atomic JSON</a:t>
            </a:r>
          </a:p>
        </p:txBody>
      </p:sp>
      <p:cxnSp>
        <p:nvCxnSpPr>
          <p:cNvPr id="87" name="reveal-1"/>
          <p:cNvCxnSpPr>
            <a:stCxn id="8" idx="2"/>
            <a:endCxn id="13" idx="0"/>
          </p:cNvCxnSpPr>
          <p:nvPr/>
        </p:nvCxnSpPr>
        <p:spPr>
          <a:xfrm>
            <a:off x="4257675" y="3733800"/>
            <a:ext cx="0" cy="466725"/>
          </a:xfrm>
          <a:prstGeom prst="straightConnector1">
            <a:avLst/>
          </a:prstGeom>
          <a:ln w="19050">
            <a:solidFill>
              <a:srgbClr val="50DDC4"/>
            </a:solidFill>
            <a:prstDash val="solid"/>
            <a:tailEnd type="triangle" w="sm" len="sm"/>
          </a:ln>
        </p:spPr>
      </p:cxnSp>
      <p:sp>
        <p:nvSpPr>
          <p:cNvPr id="17" name="static">
            <a:extLst>
              <a:ext uri="{FF2B5EF4-FFF2-40B4-BE49-F238E27FC236}">
                <ns2:creationId id="{B94A51A1-AB68-45A9-9EC1-C1313FABCB32}"/>
              </a:ext>
            </a:extLst>
          </p:cNvPr>
          <p:cNvSpPr>
            <a:spLocks noGrp="1"/>
          </p:cNvSpPr>
          <p:nvPr/>
        </p:nvSpPr>
        <p:spPr>
          <a:xfrm>
            <a:off x="800100" y="4410075"/>
            <a:ext cx="2038350" cy="342900"/>
          </a:xfrm>
          <a:prstGeom prst="rect">
            <a:avLst/>
          </a:prstGeom>
          <a:noFill/>
          <a:ln w="0">
            <a:noFill/>
          </a:ln>
        </p:spPr>
        <p:txBody>
          <a:bodyPr>
            <a:noAutofit/>
          </a:bodyPr>
          <a:lstStyle/>
          <a:p>
            <a:pPr>
              <a:buNone/>
              <a:defRPr sz="1800" b="0">
                <a:solidFill>
                  <a:srgbClr val="A6BAC4"/>
                </a:solidFill>
                <a:latin typeface="Arial"/>
                <a:ea typeface="Arial"/>
                <a:cs typeface="Arial"/>
              </a:defRPr>
            </a:pPr>
            <a:r>
              <a:rPr sz="1800" b="0">
                <a:solidFill>
                  <a:srgbClr val="A6BAC4"/>
                </a:solidFill>
                <a:latin typeface="Arial"/>
                <a:ea typeface="Arial"/>
                <a:cs typeface="Arial"/>
              </a:rPr>
              <a:t>Local analysis</a:t>
            </a:r>
          </a:p>
        </p:txBody>
      </p:sp>
      <p:sp>
        <p:nvSpPr>
          <p:cNvPr id="18" name="reveal-2">
            <a:extLst>
              <a:ext uri="{FF2B5EF4-FFF2-40B4-BE49-F238E27FC236}">
                <ns2:creationId id="{D5EE75CE-BB47-4B77-B078-0C695674A341}"/>
              </a:ext>
            </a:extLst>
          </p:cNvPr>
          <p:cNvSpPr>
            <a:spLocks noGrp="1"/>
          </p:cNvSpPr>
          <p:nvPr/>
        </p:nvSpPr>
        <p:spPr>
          <a:xfrm>
            <a:off x="6334125" y="2333625"/>
            <a:ext cx="2190750" cy="1400175"/>
          </a:xfrm>
          <a:prstGeom prst="rect">
            <a:avLst/>
          </a:prstGeom>
          <a:solidFill>
            <a:srgbClr val="102F3C"/>
          </a:solidFill>
          <a:ln w="14288">
            <a:solidFill>
              <a:srgbClr val="36616C"/>
            </a:solidFill>
          </a:ln>
        </p:spPr>
      </p:sp>
      <p:sp>
        <p:nvSpPr>
          <p:cNvPr id="19" name="reveal-2">
            <a:extLst>
              <a:ext uri="{FF2B5EF4-FFF2-40B4-BE49-F238E27FC236}">
                <ns2:creationId id="{845978B7-6F27-4D11-BE06-A0605A6943DC}"/>
              </a:ext>
            </a:extLst>
          </p:cNvPr>
          <p:cNvSpPr>
            <a:spLocks noGrp="1"/>
          </p:cNvSpPr>
          <p:nvPr/>
        </p:nvSpPr>
        <p:spPr>
          <a:xfrm>
            <a:off x="6486525" y="2466975"/>
            <a:ext cx="1885950" cy="581025"/>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Express server</a:t>
            </a:r>
          </a:p>
        </p:txBody>
      </p:sp>
      <p:sp>
        <p:nvSpPr>
          <p:cNvPr id="20" name="reveal-2">
            <a:extLst>
              <a:ext uri="{FF2B5EF4-FFF2-40B4-BE49-F238E27FC236}">
                <ns2:creationId id="{8294B70C-C87A-4A94-9211-27734A1ED8EE}"/>
              </a:ext>
            </a:extLst>
          </p:cNvPr>
          <p:cNvSpPr>
            <a:spLocks noGrp="1"/>
          </p:cNvSpPr>
          <p:nvPr/>
        </p:nvSpPr>
        <p:spPr>
          <a:xfrm>
            <a:off x="6486525" y="3048000"/>
            <a:ext cx="1885950" cy="638175"/>
          </a:xfrm>
          <a:prstGeom prst="rect">
            <a:avLst/>
          </a:prstGeom>
          <a:noFill/>
          <a:ln w="0">
            <a:noFill/>
          </a:ln>
        </p:spPr>
        <p:txBody>
          <a:bodyPr>
            <a:noAutofit/>
          </a:bodyPr>
          <a:lstStyle/>
          <a:p>
            <a:pPr>
              <a:buNone/>
              <a:defRPr sz="1500" b="0">
                <a:solidFill>
                  <a:srgbClr val="F1F6F7"/>
                </a:solidFill>
                <a:latin typeface="Arial"/>
                <a:ea typeface="Arial"/>
                <a:cs typeface="Arial"/>
              </a:defRPr>
            </a:pPr>
            <a:r>
              <a:rPr sz="1500" b="0">
                <a:solidFill>
                  <a:srgbClr val="F1F6F7"/>
                </a:solidFill>
                <a:latin typeface="Arial"/>
                <a:ea typeface="Arial"/>
                <a:cs typeface="Arial"/>
              </a:rPr>
              <a:t>Validate / score</a:t>
            </a:r>
          </a:p>
          <a:p>
            <a:pPr>
              <a:buNone/>
              <a:defRPr sz="1500" b="0">
                <a:solidFill>
                  <a:srgbClr val="F1F6F7"/>
                </a:solidFill>
                <a:latin typeface="Arial"/>
                <a:ea typeface="Arial"/>
                <a:cs typeface="Arial"/>
              </a:defRPr>
            </a:pPr>
            <a:r>
              <a:rPr sz="1500" b="0">
                <a:solidFill>
                  <a:srgbClr val="F1F6F7"/>
                </a:solidFill>
                <a:latin typeface="Arial"/>
                <a:ea typeface="Arial"/>
                <a:cs typeface="Arial"/>
              </a:rPr>
              <a:t>Teacher access</a:t>
            </a:r>
          </a:p>
        </p:txBody>
      </p:sp>
      <p:sp>
        <p:nvSpPr>
          <p:cNvPr id="21" name="reveal-3">
            <a:extLst>
              <a:ext uri="{FF2B5EF4-FFF2-40B4-BE49-F238E27FC236}">
                <ns2:creationId id="{2CDE2898-DE8B-4922-9DD1-D538D3C04242}"/>
              </a:ext>
            </a:extLst>
          </p:cNvPr>
          <p:cNvSpPr>
            <a:spLocks noGrp="1"/>
          </p:cNvSpPr>
          <p:nvPr/>
        </p:nvSpPr>
        <p:spPr>
          <a:xfrm>
            <a:off x="9467850" y="2333625"/>
            <a:ext cx="2114550" cy="1400175"/>
          </a:xfrm>
          <a:prstGeom prst="rect">
            <a:avLst/>
          </a:prstGeom>
          <a:solidFill>
            <a:srgbClr val="102F3C"/>
          </a:solidFill>
          <a:ln w="14288">
            <a:solidFill>
              <a:srgbClr val="36616C"/>
            </a:solidFill>
          </a:ln>
        </p:spPr>
      </p:sp>
      <p:sp>
        <p:nvSpPr>
          <p:cNvPr id="22" name="reveal-3">
            <a:extLst>
              <a:ext uri="{FF2B5EF4-FFF2-40B4-BE49-F238E27FC236}">
                <ns2:creationId id="{6F947A37-D72F-45AC-BDCB-1CBC9303EEE9}"/>
              </a:ext>
            </a:extLst>
          </p:cNvPr>
          <p:cNvSpPr>
            <a:spLocks noGrp="1"/>
          </p:cNvSpPr>
          <p:nvPr/>
        </p:nvSpPr>
        <p:spPr>
          <a:xfrm>
            <a:off x="9620250" y="2466975"/>
            <a:ext cx="1809750" cy="581025"/>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React dashboard</a:t>
            </a:r>
          </a:p>
        </p:txBody>
      </p:sp>
      <p:sp>
        <p:nvSpPr>
          <p:cNvPr id="23" name="reveal-3">
            <a:extLst>
              <a:ext uri="{FF2B5EF4-FFF2-40B4-BE49-F238E27FC236}">
                <ns2:creationId id="{CD197144-AC5E-4462-8F75-785649AC60E4}"/>
              </a:ext>
            </a:extLst>
          </p:cNvPr>
          <p:cNvSpPr>
            <a:spLocks noGrp="1"/>
          </p:cNvSpPr>
          <p:nvPr/>
        </p:nvSpPr>
        <p:spPr>
          <a:xfrm>
            <a:off x="9620250" y="3048000"/>
            <a:ext cx="1809750" cy="638175"/>
          </a:xfrm>
          <a:prstGeom prst="rect">
            <a:avLst/>
          </a:prstGeom>
          <a:noFill/>
          <a:ln w="0">
            <a:noFill/>
          </a:ln>
        </p:spPr>
        <p:txBody>
          <a:bodyPr>
            <a:noAutofit/>
          </a:bodyPr>
          <a:lstStyle/>
          <a:p>
            <a:pPr>
              <a:buNone/>
              <a:defRPr sz="1500" b="0">
                <a:solidFill>
                  <a:srgbClr val="F1F6F7"/>
                </a:solidFill>
                <a:latin typeface="Arial"/>
                <a:ea typeface="Arial"/>
                <a:cs typeface="Arial"/>
              </a:defRPr>
            </a:pPr>
            <a:r>
              <a:rPr sz="1500" b="0">
                <a:solidFill>
                  <a:srgbClr val="F1F6F7"/>
                </a:solidFill>
                <a:latin typeface="Arial"/>
                <a:ea typeface="Arial"/>
                <a:cs typeface="Arial"/>
              </a:rPr>
              <a:t>Live monitoring</a:t>
            </a:r>
          </a:p>
          <a:p>
            <a:pPr>
              <a:buNone/>
              <a:defRPr sz="1500" b="0">
                <a:solidFill>
                  <a:srgbClr val="F1F6F7"/>
                </a:solidFill>
                <a:latin typeface="Arial"/>
                <a:ea typeface="Arial"/>
                <a:cs typeface="Arial"/>
              </a:defRPr>
            </a:pPr>
            <a:r>
              <a:rPr sz="1500" b="0">
                <a:solidFill>
                  <a:srgbClr val="F1F6F7"/>
                </a:solidFill>
                <a:latin typeface="Arial"/>
                <a:ea typeface="Arial"/>
                <a:cs typeface="Arial"/>
              </a:rPr>
              <a:t>Human review</a:t>
            </a:r>
          </a:p>
        </p:txBody>
      </p:sp>
      <p:cxnSp>
        <p:nvCxnSpPr>
          <p:cNvPr id="95" name="reveal-2"/>
          <p:cNvCxnSpPr>
            <a:stCxn id="8" idx="3"/>
            <a:endCxn id="18" idx="1"/>
          </p:cNvCxnSpPr>
          <p:nvPr/>
        </p:nvCxnSpPr>
        <p:spPr>
          <a:xfrm>
            <a:off x="5276850" y="3033713"/>
            <a:ext cx="1057275" cy="0"/>
          </a:xfrm>
          <a:prstGeom prst="straightConnector1">
            <a:avLst/>
          </a:prstGeom>
          <a:ln w="19050">
            <a:solidFill>
              <a:srgbClr val="50DDC4"/>
            </a:solidFill>
            <a:prstDash val="solid"/>
            <a:tailEnd type="triangle" w="sm" len="sm"/>
          </a:ln>
        </p:spPr>
      </p:cxnSp>
      <p:sp>
        <p:nvSpPr>
          <p:cNvPr id="25" name="reveal-2">
            <a:extLst>
              <a:ext uri="{FF2B5EF4-FFF2-40B4-BE49-F238E27FC236}">
                <ns2:creationId id="{C2D96D46-8373-4644-8EAF-059B188BA584}"/>
              </a:ext>
            </a:extLst>
          </p:cNvPr>
          <p:cNvSpPr>
            <a:spLocks noGrp="1"/>
          </p:cNvSpPr>
          <p:nvPr/>
        </p:nvSpPr>
        <p:spPr>
          <a:xfrm>
            <a:off x="5334000" y="2066925"/>
            <a:ext cx="1504950" cy="285750"/>
          </a:xfrm>
          <a:prstGeom prst="rect">
            <a:avLst/>
          </a:prstGeom>
          <a:noFill/>
          <a:ln w="0">
            <a:noFill/>
          </a:ln>
        </p:spPr>
        <p:txBody>
          <a:bodyPr>
            <a:noAutofit/>
          </a:bodyPr>
          <a:lstStyle/>
          <a:p>
            <a:pPr>
              <a:buNone/>
              <a:defRPr sz="1500" b="0">
                <a:solidFill>
                  <a:srgbClr val="A6BAC4"/>
                </a:solidFill>
                <a:latin typeface="Arial"/>
                <a:ea typeface="Arial"/>
                <a:cs typeface="Arial"/>
              </a:defRPr>
            </a:pPr>
            <a:r>
              <a:rPr sz="1500" b="0">
                <a:solidFill>
                  <a:srgbClr val="A6BAC4"/>
                </a:solidFill>
                <a:latin typeface="Arial"/>
                <a:ea typeface="Arial"/>
                <a:cs typeface="Arial"/>
              </a:rPr>
              <a:t>HTTP uploads</a:t>
            </a:r>
          </a:p>
        </p:txBody>
      </p:sp>
      <p:cxnSp>
        <p:nvCxnSpPr>
          <p:cNvPr id="97" name="reveal-3"/>
          <p:cNvCxnSpPr>
            <a:stCxn id="18" idx="3"/>
            <a:endCxn id="21" idx="1"/>
          </p:cNvCxnSpPr>
          <p:nvPr/>
        </p:nvCxnSpPr>
        <p:spPr>
          <a:xfrm>
            <a:off x="8524875" y="3033713"/>
            <a:ext cx="942975" cy="0"/>
          </a:xfrm>
          <a:prstGeom prst="straightConnector1">
            <a:avLst/>
          </a:prstGeom>
          <a:ln w="19050">
            <a:solidFill>
              <a:srgbClr val="50DDC4"/>
            </a:solidFill>
            <a:prstDash val="solid"/>
            <a:tailEnd type="triangle" w="sm" len="sm"/>
          </a:ln>
        </p:spPr>
      </p:cxnSp>
      <p:sp>
        <p:nvSpPr>
          <p:cNvPr id="27" name="reveal-3">
            <a:extLst>
              <a:ext uri="{FF2B5EF4-FFF2-40B4-BE49-F238E27FC236}">
                <ns2:creationId id="{EA4AD801-0B02-463D-8E82-D61F6B5C2764}"/>
              </a:ext>
            </a:extLst>
          </p:cNvPr>
          <p:cNvSpPr>
            <a:spLocks noGrp="1"/>
          </p:cNvSpPr>
          <p:nvPr/>
        </p:nvSpPr>
        <p:spPr>
          <a:xfrm>
            <a:off x="8601075" y="2066925"/>
            <a:ext cx="1381125" cy="285750"/>
          </a:xfrm>
          <a:prstGeom prst="rect">
            <a:avLst/>
          </a:prstGeom>
          <a:noFill/>
          <a:ln w="0">
            <a:noFill/>
          </a:ln>
        </p:spPr>
        <p:txBody>
          <a:bodyPr>
            <a:noAutofit/>
          </a:bodyPr>
          <a:lstStyle/>
          <a:p>
            <a:pPr>
              <a:buNone/>
              <a:defRPr sz="1500" b="0">
                <a:solidFill>
                  <a:srgbClr val="A6BAC4"/>
                </a:solidFill>
                <a:latin typeface="Arial"/>
                <a:ea typeface="Arial"/>
                <a:cs typeface="Arial"/>
              </a:defRPr>
            </a:pPr>
            <a:r>
              <a:rPr sz="1500" b="0">
                <a:solidFill>
                  <a:srgbClr val="A6BAC4"/>
                </a:solidFill>
                <a:latin typeface="Arial"/>
                <a:ea typeface="Arial"/>
                <a:cs typeface="Arial"/>
              </a:rPr>
              <a:t>Socket.IO</a:t>
            </a:r>
          </a:p>
        </p:txBody>
      </p:sp>
      <p:sp>
        <p:nvSpPr>
          <p:cNvPr id="28" name="reveal-2">
            <a:extLst>
              <a:ext uri="{FF2B5EF4-FFF2-40B4-BE49-F238E27FC236}">
                <ns2:creationId id="{B6046166-CD41-4B7F-A7C5-64F96D72E068}"/>
              </a:ext>
            </a:extLst>
          </p:cNvPr>
          <p:cNvSpPr>
            <a:spLocks noGrp="1"/>
          </p:cNvSpPr>
          <p:nvPr/>
        </p:nvSpPr>
        <p:spPr>
          <a:xfrm>
            <a:off x="6334125" y="4305300"/>
            <a:ext cx="2190750" cy="1047750"/>
          </a:xfrm>
          <a:prstGeom prst="rect">
            <a:avLst/>
          </a:prstGeom>
          <a:solidFill>
            <a:srgbClr val="102F3C"/>
          </a:solidFill>
          <a:ln w="14288">
            <a:solidFill>
              <a:srgbClr val="36616C"/>
            </a:solidFill>
          </a:ln>
        </p:spPr>
      </p:sp>
      <p:sp>
        <p:nvSpPr>
          <p:cNvPr id="29" name="reveal-2">
            <a:extLst>
              <a:ext uri="{FF2B5EF4-FFF2-40B4-BE49-F238E27FC236}">
                <ns2:creationId id="{026FF452-7DDB-44B7-B2F4-C2A2E4F2D98E}"/>
              </a:ext>
            </a:extLst>
          </p:cNvPr>
          <p:cNvSpPr>
            <a:spLocks noGrp="1"/>
          </p:cNvSpPr>
          <p:nvPr/>
        </p:nvSpPr>
        <p:spPr>
          <a:xfrm>
            <a:off x="6486525" y="4438650"/>
            <a:ext cx="1885950" cy="581025"/>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MongoDB</a:t>
            </a:r>
          </a:p>
        </p:txBody>
      </p:sp>
      <p:sp>
        <p:nvSpPr>
          <p:cNvPr id="30" name="reveal-2">
            <a:extLst>
              <a:ext uri="{FF2B5EF4-FFF2-40B4-BE49-F238E27FC236}">
                <ns2:creationId id="{BA04074D-3308-431F-AFB5-6BB243D5165A}"/>
              </a:ext>
            </a:extLst>
          </p:cNvPr>
          <p:cNvSpPr>
            <a:spLocks noGrp="1"/>
          </p:cNvSpPr>
          <p:nvPr/>
        </p:nvSpPr>
        <p:spPr>
          <a:xfrm>
            <a:off x="6486525" y="5019675"/>
            <a:ext cx="1885950" cy="285750"/>
          </a:xfrm>
          <a:prstGeom prst="rect">
            <a:avLst/>
          </a:prstGeom>
          <a:noFill/>
          <a:ln w="0">
            <a:noFill/>
          </a:ln>
        </p:spPr>
        <p:txBody>
          <a:bodyPr>
            <a:noAutofit/>
          </a:bodyPr>
          <a:lstStyle/>
          <a:p>
            <a:pPr>
              <a:buNone/>
              <a:defRPr sz="1500" b="0">
                <a:solidFill>
                  <a:srgbClr val="F1F6F7"/>
                </a:solidFill>
                <a:latin typeface="Arial"/>
                <a:ea typeface="Arial"/>
                <a:cs typeface="Arial"/>
              </a:defRPr>
            </a:pPr>
            <a:r>
              <a:rPr sz="1500" b="0">
                <a:solidFill>
                  <a:srgbClr val="F1F6F7"/>
                </a:solidFill>
                <a:latin typeface="Arial"/>
                <a:ea typeface="Arial"/>
                <a:cs typeface="Arial"/>
              </a:rPr>
              <a:t>Event records</a:t>
            </a:r>
          </a:p>
        </p:txBody>
      </p:sp>
      <p:cxnSp>
        <p:nvCxnSpPr>
          <p:cNvPr id="102" name="reveal-2"/>
          <p:cNvCxnSpPr>
            <a:stCxn id="18" idx="2"/>
            <a:endCxn id="28" idx="0"/>
          </p:cNvCxnSpPr>
          <p:nvPr/>
        </p:nvCxnSpPr>
        <p:spPr>
          <a:xfrm>
            <a:off x="7429500" y="3733800"/>
            <a:ext cx="0" cy="571500"/>
          </a:xfrm>
          <a:prstGeom prst="straightConnector1">
            <a:avLst/>
          </a:prstGeom>
          <a:ln w="19050">
            <a:solidFill>
              <a:srgbClr val="50DDC4"/>
            </a:solidFill>
            <a:prstDash val="solid"/>
            <a:tailEnd type="triangle" w="sm" len="sm"/>
          </a:ln>
        </p:spPr>
      </p:cxnSp>
      <p:sp>
        <p:nvSpPr>
          <p:cNvPr id="32" name="reveal-2">
            <a:extLst>
              <a:ext uri="{FF2B5EF4-FFF2-40B4-BE49-F238E27FC236}">
                <ns2:creationId id="{5BA60BDE-EBD9-4885-9D1A-6082E218CB86}"/>
              </a:ext>
            </a:extLst>
          </p:cNvPr>
          <p:cNvSpPr>
            <a:spLocks noGrp="1"/>
          </p:cNvSpPr>
          <p:nvPr/>
        </p:nvSpPr>
        <p:spPr>
          <a:xfrm>
            <a:off x="9467850" y="4305300"/>
            <a:ext cx="2114550" cy="1047750"/>
          </a:xfrm>
          <a:prstGeom prst="rect">
            <a:avLst/>
          </a:prstGeom>
          <a:solidFill>
            <a:srgbClr val="102F3C"/>
          </a:solidFill>
          <a:ln w="14288">
            <a:solidFill>
              <a:srgbClr val="36616C"/>
            </a:solidFill>
          </a:ln>
        </p:spPr>
      </p:sp>
      <p:sp>
        <p:nvSpPr>
          <p:cNvPr id="33" name="reveal-2">
            <a:extLst>
              <a:ext uri="{FF2B5EF4-FFF2-40B4-BE49-F238E27FC236}">
                <ns2:creationId id="{984E620C-6847-4634-B5FD-8CF348ED3878}"/>
              </a:ext>
            </a:extLst>
          </p:cNvPr>
          <p:cNvSpPr>
            <a:spLocks noGrp="1"/>
          </p:cNvSpPr>
          <p:nvPr/>
        </p:nvSpPr>
        <p:spPr>
          <a:xfrm>
            <a:off x="9620250" y="4438650"/>
            <a:ext cx="1809750" cy="581025"/>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Evidence files</a:t>
            </a:r>
          </a:p>
        </p:txBody>
      </p:sp>
      <p:sp>
        <p:nvSpPr>
          <p:cNvPr id="34" name="reveal-2">
            <a:extLst>
              <a:ext uri="{FF2B5EF4-FFF2-40B4-BE49-F238E27FC236}">
                <ns2:creationId id="{52BA7801-E05C-416A-BD37-1A90190EA784}"/>
              </a:ext>
            </a:extLst>
          </p:cNvPr>
          <p:cNvSpPr>
            <a:spLocks noGrp="1"/>
          </p:cNvSpPr>
          <p:nvPr/>
        </p:nvSpPr>
        <p:spPr>
          <a:xfrm>
            <a:off x="9620250" y="5019675"/>
            <a:ext cx="1809750" cy="285750"/>
          </a:xfrm>
          <a:prstGeom prst="rect">
            <a:avLst/>
          </a:prstGeom>
          <a:noFill/>
          <a:ln w="0">
            <a:noFill/>
          </a:ln>
        </p:spPr>
        <p:txBody>
          <a:bodyPr>
            <a:noAutofit/>
          </a:bodyPr>
          <a:lstStyle/>
          <a:p>
            <a:pPr>
              <a:buNone/>
              <a:defRPr sz="1500" b="0">
                <a:solidFill>
                  <a:srgbClr val="F1F6F7"/>
                </a:solidFill>
                <a:latin typeface="Arial"/>
                <a:ea typeface="Arial"/>
                <a:cs typeface="Arial"/>
              </a:defRPr>
            </a:pPr>
            <a:r>
              <a:rPr sz="1500" b="0">
                <a:solidFill>
                  <a:srgbClr val="F1F6F7"/>
                </a:solidFill>
                <a:latin typeface="Arial"/>
                <a:ea typeface="Arial"/>
                <a:cs typeface="Arial"/>
              </a:rPr>
              <a:t>Local / Cloudinary</a:t>
            </a:r>
          </a:p>
        </p:txBody>
      </p:sp>
      <p:cxnSp>
        <p:nvCxnSpPr>
          <p:cNvPr id="106" name="reveal-2"/>
          <p:cNvCxnSpPr>
            <a:stCxn id="18" idx="2"/>
            <a:endCxn id="32" idx="0"/>
          </p:cNvCxnSpPr>
          <p:nvPr/>
        </p:nvCxnSpPr>
        <p:spPr>
          <a:xfrm>
            <a:off x="7429500" y="3733800"/>
            <a:ext cx="3095625" cy="571500"/>
          </a:xfrm>
          <a:prstGeom prst="bentConnector4">
            <a:avLst>
              <a:gd name="adj1" fmla="val 0"/>
              <a:gd name="adj2" fmla="val 50000"/>
            </a:avLst>
          </a:prstGeom>
          <a:ln w="19050">
            <a:solidFill>
              <a:srgbClr val="50DDC4"/>
            </a:solidFill>
            <a:prstDash val="solid"/>
            <a:tailEnd type="triangle" w="sm" len="sm"/>
          </a:ln>
        </p:spPr>
      </p:cxnSp>
      <p:sp>
        <p:nvSpPr>
          <p:cNvPr id="36" name="static">
            <a:extLst>
              <a:ext uri="{FF2B5EF4-FFF2-40B4-BE49-F238E27FC236}">
                <ns2:creationId id="{FBFC4C4B-EE66-497F-91B8-AD89D882F0EE}"/>
              </a:ext>
            </a:extLst>
          </p:cNvPr>
          <p:cNvSpPr>
            <a:spLocks noGrp="1"/>
          </p:cNvSpPr>
          <p:nvPr/>
        </p:nvSpPr>
        <p:spPr>
          <a:xfrm>
            <a:off x="609600" y="5638800"/>
            <a:ext cx="10972800" cy="561975"/>
          </a:xfrm>
          <a:prstGeom prst="rect">
            <a:avLst/>
          </a:prstGeom>
          <a:noFill/>
          <a:ln w="0">
            <a:noFill/>
          </a:ln>
        </p:spPr>
        <p:txBody>
          <a:bodyPr>
            <a:noAutofit/>
          </a:bodyPr>
          <a:lstStyle/>
          <a:p>
            <a:pPr>
              <a:buNone/>
              <a:defRPr sz="2250" b="0">
                <a:solidFill>
                  <a:srgbClr val="50DDC4"/>
                </a:solidFill>
                <a:latin typeface="Arial"/>
                <a:ea typeface="Arial"/>
                <a:cs typeface="Arial"/>
              </a:defRPr>
            </a:pPr>
            <a:r>
              <a:rPr sz="2250" b="0">
                <a:solidFill>
                  <a:srgbClr val="50DDC4"/>
                </a:solidFill>
                <a:latin typeface="Arial"/>
                <a:ea typeface="Arial"/>
                <a:cs typeface="Arial"/>
              </a:rPr>
              <a:t>No continuous video upload. The server stores event evidence.</a:t>
            </a:r>
          </a:p>
        </p:txBody>
      </p:sp>
      <p:sp>
        <p:nvSpPr>
          <p:cNvPr id="72" name="static">
            <a:extLst>
              <a:ext uri="{FF2B5EF4-FFF2-40B4-BE49-F238E27FC236}">
                <ns2:creationId id="{17F15478-722B-4529-853F-134858F2D803}"/>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04</a:t>
            </a:r>
          </a:p>
        </p:txBody>
      </p:sp>
    </p:spTree>
    <p:extLst>
      <p:ext uri="{BB962C8B-B14F-4D97-AF65-F5344CB8AC3E}">
        <ns3:creationId val="172062088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par>
                    <p:cTn id="31" fill="hold">
                      <p:stCondLst>
                        <p:cond delay="indefinite"/>
                      </p:stCondLst>
                      <p:childTnLst>
                        <p:par>
                          <p:cTn id="32" presetID="10" presetClass="entr" presetSubtype="0" fill="hold" grpId="1"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50"/>
                                  <p:tgtEl>
                                    <p:spTgt spid="18"/>
                                  </p:tgtEl>
                                </p:cBhvr>
                              </p:animEffect>
                            </p:childTnLst>
                          </p:cTn>
                        </p:par>
                        <p:par>
                          <p:cTn id="35" presetID="10" presetClass="entr" presetSubtype="0" fill="hold" grpId="1"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50"/>
                                  <p:tgtEl>
                                    <p:spTgt spid="19"/>
                                  </p:tgtEl>
                                </p:cBhvr>
                              </p:animEffect>
                            </p:childTnLst>
                          </p:cTn>
                        </p:par>
                        <p:par>
                          <p:cTn id="38" presetID="10" presetClass="entr" presetSubtype="0" fill="hold" grpId="1"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grpId="1"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50"/>
                                  <p:tgtEl>
                                    <p:spTgt spid="25"/>
                                  </p:tgtEl>
                                </p:cBhvr>
                              </p:animEffect>
                            </p:childTnLst>
                          </p:cTn>
                        </p:par>
                        <p:par>
                          <p:cTn id="44" presetID="10" presetClass="entr" presetSubtype="0" fill="hold" grpId="1"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50"/>
                                  <p:tgtEl>
                                    <p:spTgt spid="28"/>
                                  </p:tgtEl>
                                </p:cBhvr>
                              </p:animEffect>
                            </p:childTnLst>
                          </p:cTn>
                        </p:par>
                        <p:par>
                          <p:cTn id="47" presetID="10" presetClass="entr" presetSubtype="0" fill="hold" grpId="1"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50"/>
                                  <p:tgtEl>
                                    <p:spTgt spid="29"/>
                                  </p:tgtEl>
                                </p:cBhvr>
                              </p:animEffect>
                            </p:childTnLst>
                          </p:cTn>
                        </p:par>
                        <p:par>
                          <p:cTn id="50" presetID="10" presetClass="entr" presetSubtype="0" fill="hold" grpId="1"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50"/>
                                  <p:tgtEl>
                                    <p:spTgt spid="30"/>
                                  </p:tgtEl>
                                </p:cBhvr>
                              </p:animEffect>
                            </p:childTnLst>
                          </p:cTn>
                        </p:par>
                        <p:par>
                          <p:cTn id="53" presetID="10" presetClass="entr" presetSubtype="0" fill="hold" grpId="1"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50"/>
                                  <p:tgtEl>
                                    <p:spTgt spid="32"/>
                                  </p:tgtEl>
                                </p:cBhvr>
                              </p:animEffect>
                            </p:childTnLst>
                          </p:cTn>
                        </p:par>
                        <p:par>
                          <p:cTn id="56" presetID="10" presetClass="entr" presetSubtype="0" fill="hold" grpId="1"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50"/>
                                  <p:tgtEl>
                                    <p:spTgt spid="33"/>
                                  </p:tgtEl>
                                </p:cBhvr>
                              </p:animEffect>
                            </p:childTnLst>
                          </p:cTn>
                        </p:par>
                        <p:par>
                          <p:cTn id="59" presetID="10" presetClass="entr" presetSubtype="0" fill="hold" grpId="1" nodeType="click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50"/>
                                  <p:tgtEl>
                                    <p:spTgt spid="34"/>
                                  </p:tgtEl>
                                </p:cBhvr>
                              </p:animEffect>
                            </p:childTnLst>
                          </p:cTn>
                        </p:par>
                      </p:childTnLst>
                    </p:cTn>
                  </p:par>
                  <p:par>
                    <p:cTn id="62" fill="hold">
                      <p:stCondLst>
                        <p:cond delay="indefinite"/>
                      </p:stCondLst>
                      <p:childTnLst>
                        <p:par>
                          <p:cTn id="63" presetID="10" presetClass="entr" presetSubtype="0" fill="hold" grpId="2"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50"/>
                                  <p:tgtEl>
                                    <p:spTgt spid="21"/>
                                  </p:tgtEl>
                                </p:cBhvr>
                              </p:animEffect>
                            </p:childTnLst>
                          </p:cTn>
                        </p:par>
                        <p:par>
                          <p:cTn id="66" presetID="10" presetClass="entr" presetSubtype="0" fill="hold" grpId="2"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50"/>
                                  <p:tgtEl>
                                    <p:spTgt spid="22"/>
                                  </p:tgtEl>
                                </p:cBhvr>
                              </p:animEffect>
                            </p:childTnLst>
                          </p:cTn>
                        </p:par>
                        <p:par>
                          <p:cTn id="69" presetID="10" presetClass="entr" presetSubtype="0" fill="hold" grpId="2"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50"/>
                                  <p:tgtEl>
                                    <p:spTgt spid="23"/>
                                  </p:tgtEl>
                                </p:cBhvr>
                              </p:animEffect>
                            </p:childTnLst>
                          </p:cTn>
                        </p:par>
                        <p:par>
                          <p:cTn id="72" presetID="10" presetClass="entr" presetSubtype="0" fill="hold" grpId="2"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animBg="1"/>
      <p:bldP spid="14" grpId="0" animBg="1"/>
      <p:bldP spid="15" grpId="0" animBg="1"/>
      <p:bldP spid="18" grpId="1" animBg="1"/>
      <p:bldP spid="19" grpId="1" animBg="1"/>
      <p:bldP spid="20" grpId="1" animBg="1"/>
      <p:bldP spid="25" grpId="1" animBg="1"/>
      <p:bldP spid="28" grpId="1" animBg="1"/>
      <p:bldP spid="29" grpId="1" animBg="1"/>
      <p:bldP spid="30" grpId="1" animBg="1"/>
      <p:bldP spid="32" grpId="1" animBg="1"/>
      <p:bldP spid="33" grpId="1" animBg="1"/>
      <p:bldP spid="34" grpId="1" animBg="1"/>
      <p:bldP spid="21" grpId="2" animBg="1"/>
      <p:bldP spid="22" grpId="2" animBg="1"/>
      <p:bldP spid="23" grpId="2" animBg="1"/>
      <p:bldP spid="27" grpId="2" animBg="1"/>
    </p:bld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31" name="static">
            <a:extLst>
              <a:ext uri="{FF2B5EF4-FFF2-40B4-BE49-F238E27FC236}">
                <ns2:creationId id="{C83FC194-0DF7-4805-AD45-882CCBFBB7C0}"/>
              </a:ext>
            </a:extLst>
          </p:cNvPr>
          <p:cNvSpPr>
            <a:spLocks noGrp="1"/>
          </p:cNvSpPr>
          <p:nvPr/>
        </p:nvSpPr>
        <p:spPr>
          <a:xfrm>
            <a:off x="609600" y="438150"/>
            <a:ext cx="10972800" cy="952500"/>
          </a:xfrm>
          <a:prstGeom prst="rect">
            <a:avLst/>
          </a:prstGeom>
          <a:noFill/>
          <a:ln w="0">
            <a:noFill/>
          </a:ln>
        </p:spPr>
        <p:txBody>
          <a:bodyPr>
            <a:noAutofit/>
          </a:bodyPr>
          <a:lstStyle/>
          <a:p>
            <a:pPr>
              <a:defRPr sz="3450" b="1">
                <a:solidFill>
                  <a:srgbClr val="F1F6F7"/>
                </a:solidFill>
                <a:latin typeface="Arial"/>
                <a:ea typeface="Arial"/>
                <a:cs typeface="Arial"/>
              </a:defRPr>
            </a:pPr>
            <a:r>
              <a:rPr sz="3450" b="1">
                <a:solidFill>
                  <a:srgbClr val="F1F6F7"/>
                </a:solidFill>
                <a:latin typeface="Arial"/>
                <a:ea typeface="Arial"/>
                <a:cs typeface="Arial"/>
              </a:rPr>
              <a:t>Eight modules in the project scope</a:t>
            </a:r>
          </a:p>
        </p:txBody>
      </p:sp>
      <p:sp>
        <p:nvSpPr>
          <p:cNvPr id="2" name="static">
            <a:extLst>
              <a:ext uri="{FF2B5EF4-FFF2-40B4-BE49-F238E27FC236}">
                <ns2:creationId id="{E9959E99-67D6-4D15-A12E-3F77E92670BD}"/>
              </a:ext>
            </a:extLst>
          </p:cNvPr>
          <p:cNvSpPr>
            <a:spLocks noGrp="1"/>
          </p:cNvSpPr>
          <p:nvPr/>
        </p:nvSpPr>
        <p:spPr>
          <a:xfrm>
            <a:off x="609600" y="1762125"/>
            <a:ext cx="2190750" cy="1809750"/>
          </a:xfrm>
          <a:prstGeom prst="rect">
            <a:avLst/>
          </a:prstGeom>
          <a:noFill/>
          <a:ln w="0">
            <a:noFill/>
          </a:ln>
        </p:spPr>
        <p:txBody>
          <a:bodyPr>
            <a:noAutofit/>
          </a:bodyPr>
          <a:lstStyle/>
          <a:p>
            <a:pPr>
              <a:defRPr sz="11700" b="1">
                <a:solidFill>
                  <a:srgbClr val="50DDC4"/>
                </a:solidFill>
                <a:latin typeface="Arial"/>
                <a:ea typeface="Arial"/>
                <a:cs typeface="Arial"/>
              </a:defRPr>
            </a:pPr>
            <a:r>
              <a:rPr sz="11700" b="1">
                <a:solidFill>
                  <a:srgbClr val="50DDC4"/>
                </a:solidFill>
                <a:latin typeface="Arial"/>
                <a:ea typeface="Arial"/>
                <a:cs typeface="Arial"/>
              </a:rPr>
              <a:t>8</a:t>
            </a:r>
          </a:p>
        </p:txBody>
      </p:sp>
      <p:sp>
        <p:nvSpPr>
          <p:cNvPr id="3" name="static">
            <a:extLst>
              <a:ext uri="{FF2B5EF4-FFF2-40B4-BE49-F238E27FC236}">
                <ns2:creationId id="{2CAF491F-687A-43DA-8A8B-BB1CF8A7E6E9}"/>
              </a:ext>
            </a:extLst>
          </p:cNvPr>
          <p:cNvSpPr>
            <a:spLocks noGrp="1"/>
          </p:cNvSpPr>
          <p:nvPr/>
        </p:nvSpPr>
        <p:spPr>
          <a:xfrm>
            <a:off x="609600" y="3829050"/>
            <a:ext cx="2571750" cy="838200"/>
          </a:xfrm>
          <a:prstGeom prst="rect">
            <a:avLst/>
          </a:prstGeom>
          <a:noFill/>
          <a:ln w="0">
            <a:noFill/>
          </a:ln>
        </p:spPr>
        <p:txBody>
          <a:bodyPr>
            <a:noAutofit/>
          </a:bodyPr>
          <a:lstStyle/>
          <a:p>
            <a:pPr>
              <a:defRPr sz="2325" b="1">
                <a:solidFill>
                  <a:srgbClr val="F1F6F7"/>
                </a:solidFill>
                <a:latin typeface="Arial"/>
                <a:ea typeface="Arial"/>
                <a:cs typeface="Arial"/>
              </a:defRPr>
            </a:pPr>
            <a:r>
              <a:rPr sz="2325" b="1">
                <a:solidFill>
                  <a:srgbClr val="F1F6F7"/>
                </a:solidFill>
                <a:latin typeface="Arial"/>
                <a:ea typeface="Arial"/>
                <a:cs typeface="Arial"/>
              </a:rPr>
              <a:t>scope modules</a:t>
            </a:r>
          </a:p>
        </p:txBody>
      </p:sp>
      <p:sp>
        <p:nvSpPr>
          <p:cNvPr id="4" name="static">
            <a:extLst>
              <a:ext uri="{FF2B5EF4-FFF2-40B4-BE49-F238E27FC236}">
                <ns2:creationId id="{FECE6235-10BD-4B96-960E-32F66B0C5437}"/>
              </a:ext>
            </a:extLst>
          </p:cNvPr>
          <p:cNvSpPr>
            <a:spLocks noGrp="1"/>
          </p:cNvSpPr>
          <p:nvPr/>
        </p:nvSpPr>
        <p:spPr>
          <a:xfrm>
            <a:off x="609600" y="4810125"/>
            <a:ext cx="2628900" cy="1238250"/>
          </a:xfrm>
          <a:prstGeom prst="rect">
            <a:avLst/>
          </a:prstGeom>
          <a:noFill/>
          <a:ln w="0">
            <a:noFill/>
          </a:ln>
        </p:spPr>
        <p:txBody>
          <a:bodyPr>
            <a:noAutofit/>
          </a:bodyPr>
          <a:lstStyle/>
          <a:p>
            <a:pPr>
              <a:defRPr sz="2025" b="0">
                <a:solidFill>
                  <a:srgbClr val="A6BAC4"/>
                </a:solidFill>
                <a:latin typeface="Arial"/>
                <a:ea typeface="Arial"/>
                <a:cs typeface="Arial"/>
              </a:defRPr>
            </a:pPr>
            <a:r>
              <a:rPr sz="2025" b="0">
                <a:solidFill>
                  <a:srgbClr val="A6BAC4"/>
                </a:solidFill>
                <a:latin typeface="Arial"/>
                <a:ea typeface="Arial"/>
                <a:cs typeface="Arial"/>
              </a:rPr>
              <a:t>5 core</a:t>
            </a:r>
          </a:p>
          <a:p>
            <a:pPr>
              <a:defRPr sz="2025" b="0">
                <a:solidFill>
                  <a:srgbClr val="A6BAC4"/>
                </a:solidFill>
                <a:latin typeface="Arial"/>
                <a:ea typeface="Arial"/>
                <a:cs typeface="Arial"/>
              </a:defRPr>
            </a:pPr>
            <a:r>
              <a:rPr sz="2025" b="0">
                <a:solidFill>
                  <a:srgbClr val="A6BAC4"/>
                </a:solidFill>
                <a:latin typeface="Arial"/>
                <a:ea typeface="Arial"/>
                <a:cs typeface="Arial"/>
              </a:rPr>
              <a:t>2 optional</a:t>
            </a:r>
          </a:p>
          <a:p>
            <a:pPr>
              <a:defRPr sz="2025" b="0">
                <a:solidFill>
                  <a:srgbClr val="A6BAC4"/>
                </a:solidFill>
                <a:latin typeface="Arial"/>
                <a:ea typeface="Arial"/>
                <a:cs typeface="Arial"/>
              </a:defRPr>
            </a:pPr>
            <a:r>
              <a:rPr sz="2025" b="0">
                <a:solidFill>
                  <a:srgbClr val="A6BAC4"/>
                </a:solidFill>
                <a:latin typeface="Arial"/>
                <a:ea typeface="Arial"/>
                <a:cs typeface="Arial"/>
              </a:rPr>
              <a:t>1 advanced</a:t>
            </a:r>
          </a:p>
        </p:txBody>
      </p:sp>
      <p:sp>
        <p:nvSpPr>
          <p:cNvPr id="5" name="reveal-1">
            <a:extLst>
              <a:ext uri="{FF2B5EF4-FFF2-40B4-BE49-F238E27FC236}">
                <ns2:creationId id="{9C4E1A2D-180E-48AC-9EE6-A0D6884426C4}"/>
              </a:ext>
            </a:extLst>
          </p:cNvPr>
          <p:cNvSpPr>
            <a:spLocks noGrp="1"/>
          </p:cNvSpPr>
          <p:nvPr/>
        </p:nvSpPr>
        <p:spPr>
          <a:xfrm>
            <a:off x="3638550" y="1809750"/>
            <a:ext cx="619125" cy="409575"/>
          </a:xfrm>
          <a:prstGeom prst="rect">
            <a:avLst/>
          </a:prstGeom>
          <a:noFill/>
          <a:ln w="0">
            <a:noFill/>
          </a:ln>
        </p:spPr>
        <p:txBody>
          <a:bodyPr>
            <a:noAutofit/>
          </a:bodyPr>
          <a:lstStyle/>
          <a:p>
            <a:pPr>
              <a:defRPr sz="1950" b="1">
                <a:solidFill>
                  <a:srgbClr val="50DDC4"/>
                </a:solidFill>
                <a:latin typeface="Arial"/>
                <a:ea typeface="Arial"/>
                <a:cs typeface="Arial"/>
              </a:defRPr>
            </a:pPr>
            <a:r>
              <a:rPr sz="1950" b="1">
                <a:solidFill>
                  <a:srgbClr val="50DDC4"/>
                </a:solidFill>
                <a:latin typeface="Arial"/>
                <a:ea typeface="Arial"/>
                <a:cs typeface="Arial"/>
              </a:rPr>
              <a:t>01</a:t>
            </a:r>
          </a:p>
        </p:txBody>
      </p:sp>
      <p:sp>
        <p:nvSpPr>
          <p:cNvPr id="6" name="reveal-1">
            <a:extLst>
              <a:ext uri="{FF2B5EF4-FFF2-40B4-BE49-F238E27FC236}">
                <ns2:creationId id="{3DD1ED61-04FF-418A-9140-3B97A02E2AAC}"/>
              </a:ext>
            </a:extLst>
          </p:cNvPr>
          <p:cNvSpPr>
            <a:spLocks noGrp="1"/>
          </p:cNvSpPr>
          <p:nvPr/>
        </p:nvSpPr>
        <p:spPr>
          <a:xfrm>
            <a:off x="4257675" y="1809750"/>
            <a:ext cx="3286125" cy="447675"/>
          </a:xfrm>
          <a:prstGeom prst="rect">
            <a:avLst/>
          </a:prstGeom>
          <a:noFill/>
          <a:ln w="0">
            <a:noFill/>
          </a:ln>
        </p:spPr>
        <p:txBody>
          <a:bodyPr>
            <a:noAutofit/>
          </a:bodyPr>
          <a:lstStyle/>
          <a:p>
            <a:pPr>
              <a:defRPr sz="2025" b="1">
                <a:solidFill>
                  <a:srgbClr val="F1F6F7"/>
                </a:solidFill>
                <a:latin typeface="Arial"/>
                <a:ea typeface="Arial"/>
                <a:cs typeface="Arial"/>
              </a:defRPr>
            </a:pPr>
            <a:r>
              <a:rPr sz="2025" b="1">
                <a:solidFill>
                  <a:srgbClr val="F1F6F7"/>
                </a:solidFill>
                <a:latin typeface="Arial"/>
                <a:ea typeface="Arial"/>
                <a:cs typeface="Arial"/>
              </a:rPr>
              <a:t>Secure environment</a:t>
            </a:r>
          </a:p>
        </p:txBody>
      </p:sp>
      <p:sp>
        <p:nvSpPr>
          <p:cNvPr id="7" name="reveal-1">
            <a:extLst>
              <a:ext uri="{FF2B5EF4-FFF2-40B4-BE49-F238E27FC236}">
                <ns2:creationId id="{66DDC656-592B-4CED-8F83-8763FBFA1D50}"/>
              </a:ext>
            </a:extLst>
          </p:cNvPr>
          <p:cNvSpPr>
            <a:spLocks noGrp="1"/>
          </p:cNvSpPr>
          <p:nvPr/>
        </p:nvSpPr>
        <p:spPr>
          <a:xfrm>
            <a:off x="4257675" y="2257425"/>
            <a:ext cx="3286125" cy="304800"/>
          </a:xfrm>
          <a:prstGeom prst="rect">
            <a:avLst/>
          </a:prstGeom>
          <a:noFill/>
          <a:ln w="0">
            <a:noFill/>
          </a:ln>
        </p:spPr>
        <p:txBody>
          <a:bodyPr>
            <a:noAutofit/>
          </a:bodyPr>
          <a:lstStyle/>
          <a:p>
            <a:pPr>
              <a:defRPr sz="1575" b="0">
                <a:solidFill>
                  <a:srgbClr val="A6BAC4"/>
                </a:solidFill>
                <a:latin typeface="Arial"/>
                <a:ea typeface="Arial"/>
                <a:cs typeface="Arial"/>
              </a:defRPr>
            </a:pPr>
            <a:r>
              <a:rPr sz="1575" b="0">
                <a:solidFill>
                  <a:srgbClr val="A6BAC4"/>
                </a:solidFill>
                <a:latin typeface="Arial"/>
                <a:ea typeface="Arial"/>
                <a:cs typeface="Arial"/>
              </a:rPr>
              <a:t>Core</a:t>
            </a:r>
          </a:p>
        </p:txBody>
      </p:sp>
      <p:sp>
        <p:nvSpPr>
          <p:cNvPr id="8" name="reveal-1">
            <a:extLst>
              <a:ext uri="{FF2B5EF4-FFF2-40B4-BE49-F238E27FC236}">
                <ns2:creationId id="{878C5D74-9648-43F9-95F3-A5C705D86385}"/>
              </a:ext>
            </a:extLst>
          </p:cNvPr>
          <p:cNvSpPr>
            <a:spLocks noGrp="1"/>
          </p:cNvSpPr>
          <p:nvPr/>
        </p:nvSpPr>
        <p:spPr>
          <a:xfrm>
            <a:off x="3638550" y="2743200"/>
            <a:ext cx="619125" cy="409575"/>
          </a:xfrm>
          <a:prstGeom prst="rect">
            <a:avLst/>
          </a:prstGeom>
          <a:noFill/>
          <a:ln w="0">
            <a:noFill/>
          </a:ln>
        </p:spPr>
        <p:txBody>
          <a:bodyPr>
            <a:noAutofit/>
          </a:bodyPr>
          <a:lstStyle/>
          <a:p>
            <a:pPr>
              <a:defRPr sz="1950" b="1">
                <a:solidFill>
                  <a:srgbClr val="50DDC4"/>
                </a:solidFill>
                <a:latin typeface="Arial"/>
                <a:ea typeface="Arial"/>
                <a:cs typeface="Arial"/>
              </a:defRPr>
            </a:pPr>
            <a:r>
              <a:rPr sz="1950" b="1">
                <a:solidFill>
                  <a:srgbClr val="50DDC4"/>
                </a:solidFill>
                <a:latin typeface="Arial"/>
                <a:ea typeface="Arial"/>
                <a:cs typeface="Arial"/>
              </a:rPr>
              <a:t>02</a:t>
            </a:r>
          </a:p>
        </p:txBody>
      </p:sp>
      <p:sp>
        <p:nvSpPr>
          <p:cNvPr id="9" name="reveal-1">
            <a:extLst>
              <a:ext uri="{FF2B5EF4-FFF2-40B4-BE49-F238E27FC236}">
                <ns2:creationId id="{7265FC6D-CFE8-490D-A652-9B50BF451079}"/>
              </a:ext>
            </a:extLst>
          </p:cNvPr>
          <p:cNvSpPr>
            <a:spLocks noGrp="1"/>
          </p:cNvSpPr>
          <p:nvPr/>
        </p:nvSpPr>
        <p:spPr>
          <a:xfrm>
            <a:off x="4257675" y="2743200"/>
            <a:ext cx="3286125" cy="447675"/>
          </a:xfrm>
          <a:prstGeom prst="rect">
            <a:avLst/>
          </a:prstGeom>
          <a:noFill/>
          <a:ln w="0">
            <a:noFill/>
          </a:ln>
        </p:spPr>
        <p:txBody>
          <a:bodyPr>
            <a:noAutofit/>
          </a:bodyPr>
          <a:lstStyle/>
          <a:p>
            <a:pPr>
              <a:defRPr sz="2025" b="1">
                <a:solidFill>
                  <a:srgbClr val="F1F6F7"/>
                </a:solidFill>
                <a:latin typeface="Arial"/>
                <a:ea typeface="Arial"/>
                <a:cs typeface="Arial"/>
              </a:defRPr>
            </a:pPr>
            <a:r>
              <a:rPr sz="2025" b="1">
                <a:solidFill>
                  <a:srgbClr val="F1F6F7"/>
                </a:solidFill>
                <a:latin typeface="Arial"/>
                <a:ea typeface="Arial"/>
                <a:cs typeface="Arial"/>
              </a:rPr>
              <a:t>AI monitoring</a:t>
            </a:r>
          </a:p>
        </p:txBody>
      </p:sp>
      <p:sp>
        <p:nvSpPr>
          <p:cNvPr id="10" name="reveal-1">
            <a:extLst>
              <a:ext uri="{FF2B5EF4-FFF2-40B4-BE49-F238E27FC236}">
                <ns2:creationId id="{FCBCF902-ED5B-4586-8FB5-5ABAE9179739}"/>
              </a:ext>
            </a:extLst>
          </p:cNvPr>
          <p:cNvSpPr>
            <a:spLocks noGrp="1"/>
          </p:cNvSpPr>
          <p:nvPr/>
        </p:nvSpPr>
        <p:spPr>
          <a:xfrm>
            <a:off x="4257675" y="3190875"/>
            <a:ext cx="3286125" cy="304800"/>
          </a:xfrm>
          <a:prstGeom prst="rect">
            <a:avLst/>
          </a:prstGeom>
          <a:noFill/>
          <a:ln w="0">
            <a:noFill/>
          </a:ln>
        </p:spPr>
        <p:txBody>
          <a:bodyPr>
            <a:noAutofit/>
          </a:bodyPr>
          <a:lstStyle/>
          <a:p>
            <a:pPr>
              <a:defRPr sz="1575" b="0">
                <a:solidFill>
                  <a:srgbClr val="A6BAC4"/>
                </a:solidFill>
                <a:latin typeface="Arial"/>
                <a:ea typeface="Arial"/>
                <a:cs typeface="Arial"/>
              </a:defRPr>
            </a:pPr>
            <a:r>
              <a:rPr sz="1575" b="0">
                <a:solidFill>
                  <a:srgbClr val="A6BAC4"/>
                </a:solidFill>
                <a:latin typeface="Arial"/>
                <a:ea typeface="Arial"/>
                <a:cs typeface="Arial"/>
              </a:rPr>
              <a:t>Core</a:t>
            </a:r>
          </a:p>
        </p:txBody>
      </p:sp>
      <p:sp>
        <p:nvSpPr>
          <p:cNvPr id="11" name="reveal-1">
            <a:extLst>
              <a:ext uri="{FF2B5EF4-FFF2-40B4-BE49-F238E27FC236}">
                <ns2:creationId id="{4034C59D-0814-410E-BB1A-CFBDB5E1F15D}"/>
              </a:ext>
            </a:extLst>
          </p:cNvPr>
          <p:cNvSpPr>
            <a:spLocks noGrp="1"/>
          </p:cNvSpPr>
          <p:nvPr/>
        </p:nvSpPr>
        <p:spPr>
          <a:xfrm>
            <a:off x="3638550" y="3676650"/>
            <a:ext cx="619125" cy="409575"/>
          </a:xfrm>
          <a:prstGeom prst="rect">
            <a:avLst/>
          </a:prstGeom>
          <a:noFill/>
          <a:ln w="0">
            <a:noFill/>
          </a:ln>
        </p:spPr>
        <p:txBody>
          <a:bodyPr>
            <a:noAutofit/>
          </a:bodyPr>
          <a:lstStyle/>
          <a:p>
            <a:pPr>
              <a:defRPr sz="1950" b="1">
                <a:solidFill>
                  <a:srgbClr val="50DDC4"/>
                </a:solidFill>
                <a:latin typeface="Arial"/>
                <a:ea typeface="Arial"/>
                <a:cs typeface="Arial"/>
              </a:defRPr>
            </a:pPr>
            <a:r>
              <a:rPr sz="1950" b="1">
                <a:solidFill>
                  <a:srgbClr val="50DDC4"/>
                </a:solidFill>
                <a:latin typeface="Arial"/>
                <a:ea typeface="Arial"/>
                <a:cs typeface="Arial"/>
              </a:rPr>
              <a:t>03</a:t>
            </a:r>
          </a:p>
        </p:txBody>
      </p:sp>
      <p:sp>
        <p:nvSpPr>
          <p:cNvPr id="12" name="reveal-1">
            <a:extLst>
              <a:ext uri="{FF2B5EF4-FFF2-40B4-BE49-F238E27FC236}">
                <ns2:creationId id="{84B8A119-A597-40FD-95BC-63BD6255B046}"/>
              </a:ext>
            </a:extLst>
          </p:cNvPr>
          <p:cNvSpPr>
            <a:spLocks noGrp="1"/>
          </p:cNvSpPr>
          <p:nvPr/>
        </p:nvSpPr>
        <p:spPr>
          <a:xfrm>
            <a:off x="4257675" y="3676650"/>
            <a:ext cx="3286125" cy="447675"/>
          </a:xfrm>
          <a:prstGeom prst="rect">
            <a:avLst/>
          </a:prstGeom>
          <a:noFill/>
          <a:ln w="0">
            <a:noFill/>
          </a:ln>
        </p:spPr>
        <p:txBody>
          <a:bodyPr>
            <a:noAutofit/>
          </a:bodyPr>
          <a:lstStyle/>
          <a:p>
            <a:pPr>
              <a:defRPr sz="2025" b="1">
                <a:solidFill>
                  <a:srgbClr val="F1F6F7"/>
                </a:solidFill>
                <a:latin typeface="Arial"/>
                <a:ea typeface="Arial"/>
                <a:cs typeface="Arial"/>
              </a:defRPr>
            </a:pPr>
            <a:r>
              <a:rPr sz="2025" b="1">
                <a:solidFill>
                  <a:srgbClr val="F1F6F7"/>
                </a:solidFill>
                <a:latin typeface="Arial"/>
                <a:ea typeface="Arial"/>
                <a:cs typeface="Arial"/>
              </a:rPr>
              <a:t>Evidence capture</a:t>
            </a:r>
          </a:p>
        </p:txBody>
      </p:sp>
      <p:sp>
        <p:nvSpPr>
          <p:cNvPr id="13" name="reveal-1">
            <a:extLst>
              <a:ext uri="{FF2B5EF4-FFF2-40B4-BE49-F238E27FC236}">
                <ns2:creationId id="{EA9EFB11-1B65-48D6-BF79-57262AB6D345}"/>
              </a:ext>
            </a:extLst>
          </p:cNvPr>
          <p:cNvSpPr>
            <a:spLocks noGrp="1"/>
          </p:cNvSpPr>
          <p:nvPr/>
        </p:nvSpPr>
        <p:spPr>
          <a:xfrm>
            <a:off x="4257675" y="4124325"/>
            <a:ext cx="3286125" cy="304800"/>
          </a:xfrm>
          <a:prstGeom prst="rect">
            <a:avLst/>
          </a:prstGeom>
          <a:noFill/>
          <a:ln w="0">
            <a:noFill/>
          </a:ln>
        </p:spPr>
        <p:txBody>
          <a:bodyPr>
            <a:noAutofit/>
          </a:bodyPr>
          <a:lstStyle/>
          <a:p>
            <a:pPr>
              <a:defRPr sz="1575" b="0">
                <a:solidFill>
                  <a:srgbClr val="A6BAC4"/>
                </a:solidFill>
                <a:latin typeface="Arial"/>
                <a:ea typeface="Arial"/>
                <a:cs typeface="Arial"/>
              </a:defRPr>
            </a:pPr>
            <a:r>
              <a:rPr sz="1575" b="0">
                <a:solidFill>
                  <a:srgbClr val="A6BAC4"/>
                </a:solidFill>
                <a:latin typeface="Arial"/>
                <a:ea typeface="Arial"/>
                <a:cs typeface="Arial"/>
              </a:rPr>
              <a:t>Core</a:t>
            </a:r>
          </a:p>
        </p:txBody>
      </p:sp>
      <p:sp>
        <p:nvSpPr>
          <p:cNvPr id="14" name="reveal-1">
            <a:extLst>
              <a:ext uri="{FF2B5EF4-FFF2-40B4-BE49-F238E27FC236}">
                <ns2:creationId id="{4B02A8F7-E1D2-43DA-B27A-E5D9D004DC18}"/>
              </a:ext>
            </a:extLst>
          </p:cNvPr>
          <p:cNvSpPr>
            <a:spLocks noGrp="1"/>
          </p:cNvSpPr>
          <p:nvPr/>
        </p:nvSpPr>
        <p:spPr>
          <a:xfrm>
            <a:off x="3638550" y="4610100"/>
            <a:ext cx="619125" cy="409575"/>
          </a:xfrm>
          <a:prstGeom prst="rect">
            <a:avLst/>
          </a:prstGeom>
          <a:noFill/>
          <a:ln w="0">
            <a:noFill/>
          </a:ln>
        </p:spPr>
        <p:txBody>
          <a:bodyPr>
            <a:noAutofit/>
          </a:bodyPr>
          <a:lstStyle/>
          <a:p>
            <a:pPr>
              <a:defRPr sz="1950" b="1">
                <a:solidFill>
                  <a:srgbClr val="50DDC4"/>
                </a:solidFill>
                <a:latin typeface="Arial"/>
                <a:ea typeface="Arial"/>
                <a:cs typeface="Arial"/>
              </a:defRPr>
            </a:pPr>
            <a:r>
              <a:rPr sz="1950" b="1">
                <a:solidFill>
                  <a:srgbClr val="50DDC4"/>
                </a:solidFill>
                <a:latin typeface="Arial"/>
                <a:ea typeface="Arial"/>
                <a:cs typeface="Arial"/>
              </a:rPr>
              <a:t>04</a:t>
            </a:r>
          </a:p>
        </p:txBody>
      </p:sp>
      <p:sp>
        <p:nvSpPr>
          <p:cNvPr id="15" name="reveal-1">
            <a:extLst>
              <a:ext uri="{FF2B5EF4-FFF2-40B4-BE49-F238E27FC236}">
                <ns2:creationId id="{078707F9-7AE5-4EB7-BDA2-88CBAA12ADE0}"/>
              </a:ext>
            </a:extLst>
          </p:cNvPr>
          <p:cNvSpPr>
            <a:spLocks noGrp="1"/>
          </p:cNvSpPr>
          <p:nvPr/>
        </p:nvSpPr>
        <p:spPr>
          <a:xfrm>
            <a:off x="4257675" y="4610100"/>
            <a:ext cx="3286125" cy="447675"/>
          </a:xfrm>
          <a:prstGeom prst="rect">
            <a:avLst/>
          </a:prstGeom>
          <a:noFill/>
          <a:ln w="0">
            <a:noFill/>
          </a:ln>
        </p:spPr>
        <p:txBody>
          <a:bodyPr>
            <a:noAutofit/>
          </a:bodyPr>
          <a:lstStyle/>
          <a:p>
            <a:pPr>
              <a:defRPr sz="2025" b="1">
                <a:solidFill>
                  <a:srgbClr val="F1F6F7"/>
                </a:solidFill>
                <a:latin typeface="Arial"/>
                <a:ea typeface="Arial"/>
                <a:cs typeface="Arial"/>
              </a:defRPr>
            </a:pPr>
            <a:r>
              <a:rPr sz="2025" b="1">
                <a:solidFill>
                  <a:srgbClr val="F1F6F7"/>
                </a:solidFill>
                <a:latin typeface="Arial"/>
                <a:ea typeface="Arial"/>
                <a:cs typeface="Arial"/>
              </a:rPr>
              <a:t>Self-check</a:t>
            </a:r>
          </a:p>
        </p:txBody>
      </p:sp>
      <p:sp>
        <p:nvSpPr>
          <p:cNvPr id="16" name="reveal-1">
            <a:extLst>
              <a:ext uri="{FF2B5EF4-FFF2-40B4-BE49-F238E27FC236}">
                <ns2:creationId id="{83D91B09-27D7-4B8F-BD53-EEA94939F916}"/>
              </a:ext>
            </a:extLst>
          </p:cNvPr>
          <p:cNvSpPr>
            <a:spLocks noGrp="1"/>
          </p:cNvSpPr>
          <p:nvPr/>
        </p:nvSpPr>
        <p:spPr>
          <a:xfrm>
            <a:off x="4257675" y="5057775"/>
            <a:ext cx="3286125" cy="304800"/>
          </a:xfrm>
          <a:prstGeom prst="rect">
            <a:avLst/>
          </a:prstGeom>
          <a:noFill/>
          <a:ln w="0">
            <a:noFill/>
          </a:ln>
        </p:spPr>
        <p:txBody>
          <a:bodyPr>
            <a:noAutofit/>
          </a:bodyPr>
          <a:lstStyle/>
          <a:p>
            <a:pPr>
              <a:defRPr sz="1575" b="0">
                <a:solidFill>
                  <a:srgbClr val="A6BAC4"/>
                </a:solidFill>
                <a:latin typeface="Arial"/>
                <a:ea typeface="Arial"/>
                <a:cs typeface="Arial"/>
              </a:defRPr>
            </a:pPr>
            <a:r>
              <a:rPr sz="1575" b="0">
                <a:solidFill>
                  <a:srgbClr val="A6BAC4"/>
                </a:solidFill>
                <a:latin typeface="Arial"/>
                <a:ea typeface="Arial"/>
                <a:cs typeface="Arial"/>
              </a:rPr>
              <a:t>Optional</a:t>
            </a:r>
          </a:p>
        </p:txBody>
      </p:sp>
      <p:sp>
        <p:nvSpPr>
          <p:cNvPr id="17" name="reveal-2">
            <a:extLst>
              <a:ext uri="{FF2B5EF4-FFF2-40B4-BE49-F238E27FC236}">
                <ns2:creationId id="{5B164EE9-B7B7-460E-9E2C-2C7F8925442B}"/>
              </a:ext>
            </a:extLst>
          </p:cNvPr>
          <p:cNvSpPr>
            <a:spLocks noGrp="1"/>
          </p:cNvSpPr>
          <p:nvPr/>
        </p:nvSpPr>
        <p:spPr>
          <a:xfrm>
            <a:off x="7620000" y="1809750"/>
            <a:ext cx="619125" cy="409575"/>
          </a:xfrm>
          <a:prstGeom prst="rect">
            <a:avLst/>
          </a:prstGeom>
          <a:noFill/>
          <a:ln w="0">
            <a:noFill/>
          </a:ln>
        </p:spPr>
        <p:txBody>
          <a:bodyPr>
            <a:noAutofit/>
          </a:bodyPr>
          <a:lstStyle/>
          <a:p>
            <a:pPr>
              <a:defRPr sz="1950" b="1">
                <a:solidFill>
                  <a:srgbClr val="50DDC4"/>
                </a:solidFill>
                <a:latin typeface="Arial"/>
                <a:ea typeface="Arial"/>
                <a:cs typeface="Arial"/>
              </a:defRPr>
            </a:pPr>
            <a:r>
              <a:rPr sz="1950" b="1">
                <a:solidFill>
                  <a:srgbClr val="50DDC4"/>
                </a:solidFill>
                <a:latin typeface="Arial"/>
                <a:ea typeface="Arial"/>
                <a:cs typeface="Arial"/>
              </a:rPr>
              <a:t>05</a:t>
            </a:r>
          </a:p>
        </p:txBody>
      </p:sp>
      <p:sp>
        <p:nvSpPr>
          <p:cNvPr id="18" name="reveal-2">
            <a:extLst>
              <a:ext uri="{FF2B5EF4-FFF2-40B4-BE49-F238E27FC236}">
                <ns2:creationId id="{D326068C-E8B4-4EFE-821D-6F6AEB17C0E4}"/>
              </a:ext>
            </a:extLst>
          </p:cNvPr>
          <p:cNvSpPr>
            <a:spLocks noGrp="1"/>
          </p:cNvSpPr>
          <p:nvPr/>
        </p:nvSpPr>
        <p:spPr>
          <a:xfrm>
            <a:off x="8239125" y="1809750"/>
            <a:ext cx="3286125" cy="447675"/>
          </a:xfrm>
          <a:prstGeom prst="rect">
            <a:avLst/>
          </a:prstGeom>
          <a:noFill/>
          <a:ln w="0">
            <a:noFill/>
          </a:ln>
        </p:spPr>
        <p:txBody>
          <a:bodyPr>
            <a:noAutofit/>
          </a:bodyPr>
          <a:lstStyle/>
          <a:p>
            <a:pPr>
              <a:defRPr sz="2025" b="1">
                <a:solidFill>
                  <a:srgbClr val="F1F6F7"/>
                </a:solidFill>
                <a:latin typeface="Arial"/>
                <a:ea typeface="Arial"/>
                <a:cs typeface="Arial"/>
              </a:defRPr>
            </a:pPr>
            <a:r>
              <a:rPr sz="2025" b="1">
                <a:solidFill>
                  <a:srgbClr val="F1F6F7"/>
                </a:solidFill>
                <a:latin typeface="Arial"/>
                <a:ea typeface="Arial"/>
                <a:cs typeface="Arial"/>
              </a:rPr>
              <a:t>Severity scoring</a:t>
            </a:r>
          </a:p>
        </p:txBody>
      </p:sp>
      <p:sp>
        <p:nvSpPr>
          <p:cNvPr id="19" name="reveal-2">
            <a:extLst>
              <a:ext uri="{FF2B5EF4-FFF2-40B4-BE49-F238E27FC236}">
                <ns2:creationId id="{F9B7D7B9-06C3-4DBF-8A81-373EAC7BB59A}"/>
              </a:ext>
            </a:extLst>
          </p:cNvPr>
          <p:cNvSpPr>
            <a:spLocks noGrp="1"/>
          </p:cNvSpPr>
          <p:nvPr/>
        </p:nvSpPr>
        <p:spPr>
          <a:xfrm>
            <a:off x="8239125" y="2257425"/>
            <a:ext cx="3286125" cy="304800"/>
          </a:xfrm>
          <a:prstGeom prst="rect">
            <a:avLst/>
          </a:prstGeom>
          <a:noFill/>
          <a:ln w="0">
            <a:noFill/>
          </a:ln>
        </p:spPr>
        <p:txBody>
          <a:bodyPr>
            <a:noAutofit/>
          </a:bodyPr>
          <a:lstStyle/>
          <a:p>
            <a:pPr>
              <a:defRPr sz="1575" b="0">
                <a:solidFill>
                  <a:srgbClr val="A6BAC4"/>
                </a:solidFill>
                <a:latin typeface="Arial"/>
                <a:ea typeface="Arial"/>
                <a:cs typeface="Arial"/>
              </a:defRPr>
            </a:pPr>
            <a:r>
              <a:rPr sz="1575" b="0">
                <a:solidFill>
                  <a:srgbClr val="A6BAC4"/>
                </a:solidFill>
                <a:latin typeface="Arial"/>
                <a:ea typeface="Arial"/>
                <a:cs typeface="Arial"/>
              </a:rPr>
              <a:t>Optional</a:t>
            </a:r>
          </a:p>
        </p:txBody>
      </p:sp>
      <p:sp>
        <p:nvSpPr>
          <p:cNvPr id="20" name="reveal-2">
            <a:extLst>
              <a:ext uri="{FF2B5EF4-FFF2-40B4-BE49-F238E27FC236}">
                <ns2:creationId id="{1E99BBD0-D9E8-4485-8595-71B495B34D71}"/>
              </a:ext>
            </a:extLst>
          </p:cNvPr>
          <p:cNvSpPr>
            <a:spLocks noGrp="1"/>
          </p:cNvSpPr>
          <p:nvPr/>
        </p:nvSpPr>
        <p:spPr>
          <a:xfrm>
            <a:off x="7620000" y="2743200"/>
            <a:ext cx="619125" cy="409575"/>
          </a:xfrm>
          <a:prstGeom prst="rect">
            <a:avLst/>
          </a:prstGeom>
          <a:noFill/>
          <a:ln w="0">
            <a:noFill/>
          </a:ln>
        </p:spPr>
        <p:txBody>
          <a:bodyPr>
            <a:noAutofit/>
          </a:bodyPr>
          <a:lstStyle/>
          <a:p>
            <a:pPr>
              <a:defRPr sz="1950" b="1">
                <a:solidFill>
                  <a:srgbClr val="50DDC4"/>
                </a:solidFill>
                <a:latin typeface="Arial"/>
                <a:ea typeface="Arial"/>
                <a:cs typeface="Arial"/>
              </a:defRPr>
            </a:pPr>
            <a:r>
              <a:rPr sz="1950" b="1">
                <a:solidFill>
                  <a:srgbClr val="50DDC4"/>
                </a:solidFill>
                <a:latin typeface="Arial"/>
                <a:ea typeface="Arial"/>
                <a:cs typeface="Arial"/>
              </a:rPr>
              <a:t>06</a:t>
            </a:r>
          </a:p>
        </p:txBody>
      </p:sp>
      <p:sp>
        <p:nvSpPr>
          <p:cNvPr id="21" name="reveal-2">
            <a:extLst>
              <a:ext uri="{FF2B5EF4-FFF2-40B4-BE49-F238E27FC236}">
                <ns2:creationId id="{DEBAED27-BD0F-4758-A5D7-3ABFAB5DEE82}"/>
              </a:ext>
            </a:extLst>
          </p:cNvPr>
          <p:cNvSpPr>
            <a:spLocks noGrp="1"/>
          </p:cNvSpPr>
          <p:nvPr/>
        </p:nvSpPr>
        <p:spPr>
          <a:xfrm>
            <a:off x="8239125" y="2743200"/>
            <a:ext cx="3286125" cy="447675"/>
          </a:xfrm>
          <a:prstGeom prst="rect">
            <a:avLst/>
          </a:prstGeom>
          <a:noFill/>
          <a:ln w="0">
            <a:noFill/>
          </a:ln>
        </p:spPr>
        <p:txBody>
          <a:bodyPr>
            <a:noAutofit/>
          </a:bodyPr>
          <a:lstStyle/>
          <a:p>
            <a:pPr>
              <a:defRPr sz="2025" b="1">
                <a:solidFill>
                  <a:srgbClr val="F1F6F7"/>
                </a:solidFill>
                <a:latin typeface="Arial"/>
                <a:ea typeface="Arial"/>
                <a:cs typeface="Arial"/>
              </a:defRPr>
            </a:pPr>
            <a:r>
              <a:rPr sz="2025" b="1">
                <a:solidFill>
                  <a:srgbClr val="F1F6F7"/>
                </a:solidFill>
                <a:latin typeface="Arial"/>
                <a:ea typeface="Arial"/>
                <a:cs typeface="Arial"/>
              </a:rPr>
              <a:t>Examiner dashboard</a:t>
            </a:r>
          </a:p>
        </p:txBody>
      </p:sp>
      <p:sp>
        <p:nvSpPr>
          <p:cNvPr id="22" name="reveal-2">
            <a:extLst>
              <a:ext uri="{FF2B5EF4-FFF2-40B4-BE49-F238E27FC236}">
                <ns2:creationId id="{D02253F3-7DFD-4447-9F76-88ABC40F7A51}"/>
              </a:ext>
            </a:extLst>
          </p:cNvPr>
          <p:cNvSpPr>
            <a:spLocks noGrp="1"/>
          </p:cNvSpPr>
          <p:nvPr/>
        </p:nvSpPr>
        <p:spPr>
          <a:xfrm>
            <a:off x="8239125" y="3190875"/>
            <a:ext cx="3286125" cy="304800"/>
          </a:xfrm>
          <a:prstGeom prst="rect">
            <a:avLst/>
          </a:prstGeom>
          <a:noFill/>
          <a:ln w="0">
            <a:noFill/>
          </a:ln>
        </p:spPr>
        <p:txBody>
          <a:bodyPr>
            <a:noAutofit/>
          </a:bodyPr>
          <a:lstStyle/>
          <a:p>
            <a:pPr>
              <a:defRPr sz="1575" b="0">
                <a:solidFill>
                  <a:srgbClr val="A6BAC4"/>
                </a:solidFill>
                <a:latin typeface="Arial"/>
                <a:ea typeface="Arial"/>
                <a:cs typeface="Arial"/>
              </a:defRPr>
            </a:pPr>
            <a:r>
              <a:rPr sz="1575" b="0">
                <a:solidFill>
                  <a:srgbClr val="A6BAC4"/>
                </a:solidFill>
                <a:latin typeface="Arial"/>
                <a:ea typeface="Arial"/>
                <a:cs typeface="Arial"/>
              </a:rPr>
              <a:t>Core</a:t>
            </a:r>
          </a:p>
        </p:txBody>
      </p:sp>
      <p:sp>
        <p:nvSpPr>
          <p:cNvPr id="23" name="reveal-2">
            <a:extLst>
              <a:ext uri="{FF2B5EF4-FFF2-40B4-BE49-F238E27FC236}">
                <ns2:creationId id="{AE256D4A-A243-4954-887D-6BC7B0E72D3E}"/>
              </a:ext>
            </a:extLst>
          </p:cNvPr>
          <p:cNvSpPr>
            <a:spLocks noGrp="1"/>
          </p:cNvSpPr>
          <p:nvPr/>
        </p:nvSpPr>
        <p:spPr>
          <a:xfrm>
            <a:off x="7620000" y="3676650"/>
            <a:ext cx="619125" cy="409575"/>
          </a:xfrm>
          <a:prstGeom prst="rect">
            <a:avLst/>
          </a:prstGeom>
          <a:noFill/>
          <a:ln w="0">
            <a:noFill/>
          </a:ln>
        </p:spPr>
        <p:txBody>
          <a:bodyPr>
            <a:noAutofit/>
          </a:bodyPr>
          <a:lstStyle/>
          <a:p>
            <a:pPr>
              <a:defRPr sz="1950" b="1">
                <a:solidFill>
                  <a:srgbClr val="50DDC4"/>
                </a:solidFill>
                <a:latin typeface="Arial"/>
                <a:ea typeface="Arial"/>
                <a:cs typeface="Arial"/>
              </a:defRPr>
            </a:pPr>
            <a:r>
              <a:rPr sz="1950" b="1">
                <a:solidFill>
                  <a:srgbClr val="50DDC4"/>
                </a:solidFill>
                <a:latin typeface="Arial"/>
                <a:ea typeface="Arial"/>
                <a:cs typeface="Arial"/>
              </a:rPr>
              <a:t>07</a:t>
            </a:r>
          </a:p>
        </p:txBody>
      </p:sp>
      <p:sp>
        <p:nvSpPr>
          <p:cNvPr id="24" name="reveal-2">
            <a:extLst>
              <a:ext uri="{FF2B5EF4-FFF2-40B4-BE49-F238E27FC236}">
                <ns2:creationId id="{CE2ECB1F-B333-4935-9F9D-3FE5C9C0B3BC}"/>
              </a:ext>
            </a:extLst>
          </p:cNvPr>
          <p:cNvSpPr>
            <a:spLocks noGrp="1"/>
          </p:cNvSpPr>
          <p:nvPr/>
        </p:nvSpPr>
        <p:spPr>
          <a:xfrm>
            <a:off x="8239125" y="3676650"/>
            <a:ext cx="3286125" cy="447675"/>
          </a:xfrm>
          <a:prstGeom prst="rect">
            <a:avLst/>
          </a:prstGeom>
          <a:noFill/>
          <a:ln w="0">
            <a:noFill/>
          </a:ln>
        </p:spPr>
        <p:txBody>
          <a:bodyPr>
            <a:noAutofit/>
          </a:bodyPr>
          <a:lstStyle/>
          <a:p>
            <a:pPr>
              <a:defRPr sz="2025" b="1">
                <a:solidFill>
                  <a:srgbClr val="F1F6F7"/>
                </a:solidFill>
                <a:latin typeface="Arial"/>
                <a:ea typeface="Arial"/>
                <a:cs typeface="Arial"/>
              </a:defRPr>
            </a:pPr>
            <a:r>
              <a:rPr sz="2025" b="1">
                <a:solidFill>
                  <a:srgbClr val="F1F6F7"/>
                </a:solidFill>
                <a:latin typeface="Arial"/>
                <a:ea typeface="Arial"/>
                <a:cs typeface="Arial"/>
              </a:rPr>
              <a:t>Answer submission</a:t>
            </a:r>
          </a:p>
        </p:txBody>
      </p:sp>
      <p:sp>
        <p:nvSpPr>
          <p:cNvPr id="25" name="reveal-2">
            <a:extLst>
              <a:ext uri="{FF2B5EF4-FFF2-40B4-BE49-F238E27FC236}">
                <ns2:creationId id="{A81C1629-1D09-4AC7-A735-98053B10C276}"/>
              </a:ext>
            </a:extLst>
          </p:cNvPr>
          <p:cNvSpPr>
            <a:spLocks noGrp="1"/>
          </p:cNvSpPr>
          <p:nvPr/>
        </p:nvSpPr>
        <p:spPr>
          <a:xfrm>
            <a:off x="8239125" y="4124325"/>
            <a:ext cx="3286125" cy="304800"/>
          </a:xfrm>
          <a:prstGeom prst="rect">
            <a:avLst/>
          </a:prstGeom>
          <a:noFill/>
          <a:ln w="0">
            <a:noFill/>
          </a:ln>
        </p:spPr>
        <p:txBody>
          <a:bodyPr>
            <a:noAutofit/>
          </a:bodyPr>
          <a:lstStyle/>
          <a:p>
            <a:pPr>
              <a:defRPr sz="1575" b="0">
                <a:solidFill>
                  <a:srgbClr val="A6BAC4"/>
                </a:solidFill>
                <a:latin typeface="Arial"/>
                <a:ea typeface="Arial"/>
                <a:cs typeface="Arial"/>
              </a:defRPr>
            </a:pPr>
            <a:r>
              <a:rPr sz="1575" b="0">
                <a:solidFill>
                  <a:srgbClr val="A6BAC4"/>
                </a:solidFill>
                <a:latin typeface="Arial"/>
                <a:ea typeface="Arial"/>
                <a:cs typeface="Arial"/>
              </a:rPr>
              <a:t>Core</a:t>
            </a:r>
          </a:p>
        </p:txBody>
      </p:sp>
      <p:sp>
        <p:nvSpPr>
          <p:cNvPr id="26" name="reveal-2">
            <a:extLst>
              <a:ext uri="{FF2B5EF4-FFF2-40B4-BE49-F238E27FC236}">
                <ns2:creationId id="{AEA3250F-4586-4AA4-9857-A979C1CDC8BF}"/>
              </a:ext>
            </a:extLst>
          </p:cNvPr>
          <p:cNvSpPr>
            <a:spLocks noGrp="1"/>
          </p:cNvSpPr>
          <p:nvPr/>
        </p:nvSpPr>
        <p:spPr>
          <a:xfrm>
            <a:off x="7620000" y="4610100"/>
            <a:ext cx="619125" cy="409575"/>
          </a:xfrm>
          <a:prstGeom prst="rect">
            <a:avLst/>
          </a:prstGeom>
          <a:noFill/>
          <a:ln w="0">
            <a:noFill/>
          </a:ln>
        </p:spPr>
        <p:txBody>
          <a:bodyPr>
            <a:noAutofit/>
          </a:bodyPr>
          <a:lstStyle/>
          <a:p>
            <a:pPr>
              <a:defRPr sz="1950" b="1">
                <a:solidFill>
                  <a:srgbClr val="50DDC4"/>
                </a:solidFill>
                <a:latin typeface="Arial"/>
                <a:ea typeface="Arial"/>
                <a:cs typeface="Arial"/>
              </a:defRPr>
            </a:pPr>
            <a:r>
              <a:rPr sz="1950" b="1">
                <a:solidFill>
                  <a:srgbClr val="50DDC4"/>
                </a:solidFill>
                <a:latin typeface="Arial"/>
                <a:ea typeface="Arial"/>
                <a:cs typeface="Arial"/>
              </a:rPr>
              <a:t>08</a:t>
            </a:r>
          </a:p>
        </p:txBody>
      </p:sp>
      <p:sp>
        <p:nvSpPr>
          <p:cNvPr id="27" name="reveal-2">
            <a:extLst>
              <a:ext uri="{FF2B5EF4-FFF2-40B4-BE49-F238E27FC236}">
                <ns2:creationId id="{B7498795-8276-49B3-9BEE-B8369FCA5754}"/>
              </a:ext>
            </a:extLst>
          </p:cNvPr>
          <p:cNvSpPr>
            <a:spLocks noGrp="1"/>
          </p:cNvSpPr>
          <p:nvPr/>
        </p:nvSpPr>
        <p:spPr>
          <a:xfrm>
            <a:off x="8239125" y="4610100"/>
            <a:ext cx="3286125" cy="447675"/>
          </a:xfrm>
          <a:prstGeom prst="rect">
            <a:avLst/>
          </a:prstGeom>
          <a:noFill/>
          <a:ln w="0">
            <a:noFill/>
          </a:ln>
        </p:spPr>
        <p:txBody>
          <a:bodyPr>
            <a:noAutofit/>
          </a:bodyPr>
          <a:lstStyle/>
          <a:p>
            <a:pPr>
              <a:defRPr sz="2025" b="1">
                <a:solidFill>
                  <a:srgbClr val="F1F6F7"/>
                </a:solidFill>
                <a:latin typeface="Arial"/>
                <a:ea typeface="Arial"/>
                <a:cs typeface="Arial"/>
              </a:defRPr>
            </a:pPr>
            <a:r>
              <a:rPr sz="2025" b="1">
                <a:solidFill>
                  <a:srgbClr val="F1F6F7"/>
                </a:solidFill>
                <a:latin typeface="Arial"/>
                <a:ea typeface="Arial"/>
                <a:cs typeface="Arial"/>
              </a:rPr>
              <a:t>Audit reporting</a:t>
            </a:r>
          </a:p>
        </p:txBody>
      </p:sp>
      <p:sp>
        <p:nvSpPr>
          <p:cNvPr id="28" name="reveal-2">
            <a:extLst>
              <a:ext uri="{FF2B5EF4-FFF2-40B4-BE49-F238E27FC236}">
                <ns2:creationId id="{61E445D8-E680-4CB8-9CE7-49642D0F1494}"/>
              </a:ext>
            </a:extLst>
          </p:cNvPr>
          <p:cNvSpPr>
            <a:spLocks noGrp="1"/>
          </p:cNvSpPr>
          <p:nvPr/>
        </p:nvSpPr>
        <p:spPr>
          <a:xfrm>
            <a:off x="8239125" y="5057775"/>
            <a:ext cx="3286125" cy="304800"/>
          </a:xfrm>
          <a:prstGeom prst="rect">
            <a:avLst/>
          </a:prstGeom>
          <a:noFill/>
          <a:ln w="0">
            <a:noFill/>
          </a:ln>
        </p:spPr>
        <p:txBody>
          <a:bodyPr>
            <a:noAutofit/>
          </a:bodyPr>
          <a:lstStyle/>
          <a:p>
            <a:pPr>
              <a:defRPr sz="1575" b="0">
                <a:solidFill>
                  <a:srgbClr val="A6BAC4"/>
                </a:solidFill>
                <a:latin typeface="Arial"/>
                <a:ea typeface="Arial"/>
                <a:cs typeface="Arial"/>
              </a:defRPr>
            </a:pPr>
            <a:r>
              <a:rPr sz="1575" b="0">
                <a:solidFill>
                  <a:srgbClr val="A6BAC4"/>
                </a:solidFill>
                <a:latin typeface="Arial"/>
                <a:ea typeface="Arial"/>
                <a:cs typeface="Arial"/>
              </a:rPr>
              <a:t>Advanced</a:t>
            </a:r>
          </a:p>
        </p:txBody>
      </p:sp>
      <p:sp>
        <p:nvSpPr>
          <p:cNvPr id="29" name="static">
            <a:extLst>
              <a:ext uri="{FF2B5EF4-FFF2-40B4-BE49-F238E27FC236}">
                <ns2:creationId id="{E3CC3157-2C23-438B-A17D-D5B4148D724A}"/>
              </a:ext>
            </a:extLst>
          </p:cNvPr>
          <p:cNvSpPr>
            <a:spLocks noGrp="1"/>
          </p:cNvSpPr>
          <p:nvPr/>
        </p:nvSpPr>
        <p:spPr>
          <a:xfrm>
            <a:off x="3638550" y="5829300"/>
            <a:ext cx="7924800" cy="428625"/>
          </a:xfrm>
          <a:prstGeom prst="rect">
            <a:avLst/>
          </a:prstGeom>
          <a:noFill/>
          <a:ln w="0">
            <a:noFill/>
          </a:ln>
        </p:spPr>
        <p:txBody>
          <a:bodyPr>
            <a:noAutofit/>
          </a:bodyPr>
          <a:lstStyle/>
          <a:p>
            <a:pPr>
              <a:defRPr sz="1800" b="0">
                <a:solidFill>
                  <a:srgbClr val="F7BC76"/>
                </a:solidFill>
                <a:latin typeface="Arial"/>
                <a:ea typeface="Arial"/>
                <a:cs typeface="Arial"/>
              </a:defRPr>
            </a:pPr>
            <a:r>
              <a:rPr sz="1800" b="0">
                <a:solidFill>
                  <a:srgbClr val="F7BC76"/>
                </a:solidFill>
                <a:latin typeface="Arial"/>
                <a:ea typeface="Arial"/>
                <a:cs typeface="Arial"/>
              </a:rPr>
              <a:t>Added capabilities: voice, lab mode, admin and recovery</a:t>
            </a:r>
          </a:p>
        </p:txBody>
      </p:sp>
      <p:sp>
        <p:nvSpPr>
          <p:cNvPr id="30" name="static">
            <a:extLst>
              <a:ext uri="{FF2B5EF4-FFF2-40B4-BE49-F238E27FC236}">
                <ns2:creationId id="{9FA5D7BA-6156-4073-ACC4-5F29DC6D068B}"/>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05</a:t>
            </a:r>
          </a:p>
        </p:txBody>
      </p:sp>
    </p:spTree>
    <p:extLst>
      <p:ext uri="{BB962C8B-B14F-4D97-AF65-F5344CB8AC3E}">
        <ns3:creationId val="99590502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par>
                    <p:cTn id="40" fill="hold">
                      <p:stCondLst>
                        <p:cond delay="indefinite"/>
                      </p:stCondLst>
                      <p:childTnLst>
                        <p:par>
                          <p:cTn id="41" presetID="10" presetClass="entr" presetSubtype="0" fill="hold" grpId="1"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1"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1"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grpId="1"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1"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par>
                          <p:cTn id="56" presetID="10" presetClass="entr" presetSubtype="0" fill="hold" grpId="1"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1"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par>
                          <p:cTn id="62" presetID="10" presetClass="entr" presetSubtype="0" fill="hold" grpId="1" nodeType="click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50"/>
                                  <p:tgtEl>
                                    <p:spTgt spid="24"/>
                                  </p:tgtEl>
                                </p:cBhvr>
                              </p:animEffect>
                            </p:childTnLst>
                          </p:cTn>
                        </p:par>
                        <p:par>
                          <p:cTn id="65" presetID="10" presetClass="entr" presetSubtype="0" fill="hold" grpId="1"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50"/>
                                  <p:tgtEl>
                                    <p:spTgt spid="25"/>
                                  </p:tgtEl>
                                </p:cBhvr>
                              </p:animEffect>
                            </p:childTnLst>
                          </p:cTn>
                        </p:par>
                        <p:par>
                          <p:cTn id="68" presetID="10" presetClass="entr" presetSubtype="0" fill="hold" grpId="1"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50"/>
                                  <p:tgtEl>
                                    <p:spTgt spid="26"/>
                                  </p:tgtEl>
                                </p:cBhvr>
                              </p:animEffect>
                            </p:childTnLst>
                          </p:cTn>
                        </p:par>
                        <p:par>
                          <p:cTn id="71" presetID="10" presetClass="entr" presetSubtype="0" fill="hold" grpId="1" nodeType="click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1" nodeType="click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1" animBg="1"/>
      <p:bldP spid="18" grpId="1" animBg="1"/>
      <p:bldP spid="19" grpId="1" animBg="1"/>
      <p:bldP spid="20" grpId="1" animBg="1"/>
      <p:bldP spid="21" grpId="1" animBg="1"/>
      <p:bldP spid="22" grpId="1" animBg="1"/>
      <p:bldP spid="23" grpId="1" animBg="1"/>
      <p:bldP spid="24" grpId="1" animBg="1"/>
      <p:bldP spid="25" grpId="1" animBg="1"/>
      <p:bldP spid="26" grpId="1" animBg="1"/>
      <p:bldP spid="27" grpId="1" animBg="1"/>
      <p:bldP spid="28" grpId="1" animBg="1"/>
    </p:bld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3" name="static">
            <a:extLst>
              <a:ext uri="{FF2B5EF4-FFF2-40B4-BE49-F238E27FC236}">
                <ns2:creationId id="{3AB21EEE-0A72-45BF-A6B3-2628BA1E1BAA}"/>
              </a:ext>
            </a:extLst>
          </p:cNvPr>
          <p:cNvSpPr>
            <a:spLocks noGrp="1"/>
          </p:cNvSpPr>
          <p:nvPr/>
        </p:nvSpPr>
        <p:spPr>
          <a:xfrm>
            <a:off x="609600" y="438150"/>
            <a:ext cx="10972800" cy="952500"/>
          </a:xfrm>
          <a:prstGeom prst="rect">
            <a:avLst/>
          </a:prstGeom>
          <a:noFill/>
          <a:ln w="0">
            <a:noFill/>
          </a:ln>
        </p:spPr>
        <p:txBody>
          <a:bodyPr>
            <a:noAutofit/>
          </a:bodyPr>
          <a:lstStyle/>
          <a:p>
            <a:pPr>
              <a:defRPr sz="3450" b="1">
                <a:solidFill>
                  <a:srgbClr val="F1F6F7"/>
                </a:solidFill>
                <a:latin typeface="Arial"/>
                <a:ea typeface="Arial"/>
                <a:cs typeface="Arial"/>
              </a:defRPr>
            </a:pPr>
            <a:r>
              <a:rPr sz="3450" b="1">
                <a:solidFill>
                  <a:srgbClr val="F1F6F7"/>
                </a:solidFill>
                <a:latin typeface="Arial"/>
                <a:ea typeface="Arial"/>
                <a:cs typeface="Arial"/>
              </a:rPr>
              <a:t>Secure environment and AI monitoring</a:t>
            </a:r>
          </a:p>
        </p:txBody>
      </p:sp>
      <p:sp>
        <p:nvSpPr>
          <p:cNvPr id="2" name="reveal-1">
            <a:extLst>
              <a:ext uri="{FF2B5EF4-FFF2-40B4-BE49-F238E27FC236}">
                <ns2:creationId id="{E4B3E1AC-6134-4E06-BEFD-AEBF84D76305}"/>
              </a:ext>
            </a:extLst>
          </p:cNvPr>
          <p:cNvSpPr>
            <a:spLocks noGrp="1"/>
          </p:cNvSpPr>
          <p:nvPr/>
        </p:nvSpPr>
        <p:spPr>
          <a:xfrm>
            <a:off x="609600" y="1809750"/>
            <a:ext cx="4953000" cy="742950"/>
          </a:xfrm>
          <a:prstGeom prst="rect">
            <a:avLst/>
          </a:prstGeom>
          <a:noFill/>
          <a:ln w="0">
            <a:noFill/>
          </a:ln>
        </p:spPr>
        <p:txBody>
          <a:bodyPr>
            <a:noAutofit/>
          </a:bodyPr>
          <a:lstStyle/>
          <a:p>
            <a:pPr>
              <a:defRPr sz="4650" b="1">
                <a:solidFill>
                  <a:srgbClr val="50DDC4"/>
                </a:solidFill>
                <a:latin typeface="Arial"/>
                <a:ea typeface="Arial"/>
                <a:cs typeface="Arial"/>
              </a:defRPr>
            </a:pPr>
            <a:r>
              <a:rPr sz="4650" b="1">
                <a:solidFill>
                  <a:srgbClr val="50DDC4"/>
                </a:solidFill>
                <a:latin typeface="Arial"/>
                <a:ea typeface="Arial"/>
                <a:cs typeface="Arial"/>
              </a:rPr>
              <a:t>01 / CORE</a:t>
            </a:r>
          </a:p>
        </p:txBody>
      </p:sp>
      <p:sp>
        <p:nvSpPr>
          <p:cNvPr id="3" name="reveal-1">
            <a:extLst>
              <a:ext uri="{FF2B5EF4-FFF2-40B4-BE49-F238E27FC236}">
                <ns2:creationId id="{DB3E59C5-D956-46A2-AE3A-8BBDE74AED3E}"/>
              </a:ext>
            </a:extLst>
          </p:cNvPr>
          <p:cNvSpPr>
            <a:spLocks noGrp="1"/>
          </p:cNvSpPr>
          <p:nvPr/>
        </p:nvSpPr>
        <p:spPr>
          <a:xfrm>
            <a:off x="609600" y="2762250"/>
            <a:ext cx="5048250" cy="771525"/>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Secure environment</a:t>
            </a:r>
          </a:p>
        </p:txBody>
      </p:sp>
      <p:sp>
        <p:nvSpPr>
          <p:cNvPr id="4" name="reveal-1">
            <a:extLst>
              <a:ext uri="{FF2B5EF4-FFF2-40B4-BE49-F238E27FC236}">
                <ns2:creationId id="{01C04223-0CA5-4D5E-A26F-D176F7E1A2A8}"/>
              </a:ext>
            </a:extLst>
          </p:cNvPr>
          <p:cNvSpPr>
            <a:spLocks noGrp="1"/>
          </p:cNvSpPr>
          <p:nvPr/>
        </p:nvSpPr>
        <p:spPr>
          <a:xfrm>
            <a:off x="609600" y="3714750"/>
            <a:ext cx="5048250" cy="1019175"/>
          </a:xfrm>
          <a:prstGeom prst="rect">
            <a:avLst/>
          </a:prstGeom>
          <a:noFill/>
          <a:ln w="0">
            <a:noFill/>
          </a:ln>
        </p:spPr>
        <p:txBody>
          <a:bodyPr>
            <a:noAutofit/>
          </a:bodyPr>
          <a:lstStyle/>
          <a:p>
            <a:pPr>
              <a:defRPr sz="2100" b="0">
                <a:solidFill>
                  <a:srgbClr val="F1F6F7"/>
                </a:solidFill>
                <a:latin typeface="Arial"/>
                <a:ea typeface="Arial"/>
                <a:cs typeface="Arial"/>
              </a:defRPr>
            </a:pPr>
            <a:r>
              <a:rPr sz="2100" b="0">
                <a:solidFill>
                  <a:srgbClr val="F1F6F7"/>
                </a:solidFill>
                <a:latin typeface="Arial"/>
                <a:ea typeface="Arial"/>
                <a:cs typeface="Arial"/>
              </a:rPr>
              <a:t>Restricts unauthorized applications during an exam.</a:t>
            </a:r>
          </a:p>
        </p:txBody>
      </p:sp>
      <p:sp>
        <p:nvSpPr>
          <p:cNvPr id="5" name="reveal-1">
            <a:extLst>
              <a:ext uri="{FF2B5EF4-FFF2-40B4-BE49-F238E27FC236}">
                <ns2:creationId id="{035C84B0-0BF4-4B53-8DBA-5E29483ADEF4}"/>
              </a:ext>
            </a:extLst>
          </p:cNvPr>
          <p:cNvSpPr>
            <a:spLocks noGrp="1"/>
          </p:cNvSpPr>
          <p:nvPr/>
        </p:nvSpPr>
        <p:spPr>
          <a:xfrm>
            <a:off x="609600" y="4819650"/>
            <a:ext cx="5048250" cy="676275"/>
          </a:xfrm>
          <a:prstGeom prst="rect">
            <a:avLst/>
          </a:prstGeom>
          <a:noFill/>
          <a:ln w="0">
            <a:noFill/>
          </a:ln>
        </p:spPr>
        <p:txBody>
          <a:bodyPr>
            <a:noAutofit/>
          </a:bodyPr>
          <a:lstStyle/>
          <a:p>
            <a:pPr>
              <a:defRPr sz="1725" b="0">
                <a:solidFill>
                  <a:srgbClr val="A6BAC4"/>
                </a:solidFill>
                <a:latin typeface="Arial"/>
                <a:ea typeface="Arial"/>
                <a:cs typeface="Arial"/>
              </a:defRPr>
            </a:pPr>
            <a:r>
              <a:rPr sz="1725" b="0">
                <a:solidFill>
                  <a:srgbClr val="A6BAC4"/>
                </a:solidFill>
                <a:latin typeface="Arial"/>
                <a:ea typeface="Arial"/>
                <a:cs typeface="Arial"/>
              </a:rPr>
              <a:t>Electron workspace + psutil process allowlist</a:t>
            </a:r>
          </a:p>
        </p:txBody>
      </p:sp>
      <p:sp>
        <p:nvSpPr>
          <p:cNvPr id="6" name="reveal-1">
            <a:extLst>
              <a:ext uri="{FF2B5EF4-FFF2-40B4-BE49-F238E27FC236}">
                <ns2:creationId id="{0B39775A-0E5D-4964-A83C-F5454FD28B17}"/>
              </a:ext>
            </a:extLst>
          </p:cNvPr>
          <p:cNvSpPr>
            <a:spLocks noGrp="1"/>
          </p:cNvSpPr>
          <p:nvPr/>
        </p:nvSpPr>
        <p:spPr>
          <a:xfrm>
            <a:off x="609600" y="5695950"/>
            <a:ext cx="5048250" cy="590550"/>
          </a:xfrm>
          <a:prstGeom prst="rect">
            <a:avLst/>
          </a:prstGeom>
          <a:noFill/>
          <a:ln w="0">
            <a:noFill/>
          </a:ln>
        </p:spPr>
        <p:txBody>
          <a:bodyPr>
            <a:noAutofit/>
          </a:bodyPr>
          <a:lstStyle/>
          <a:p>
            <a:pPr>
              <a:defRPr sz="1650" b="1">
                <a:solidFill>
                  <a:srgbClr val="50DDC4"/>
                </a:solidFill>
                <a:latin typeface="Arial"/>
                <a:ea typeface="Arial"/>
                <a:cs typeface="Arial"/>
              </a:defRPr>
            </a:pPr>
            <a:r>
              <a:rPr sz="1650" b="1">
                <a:solidFill>
                  <a:srgbClr val="50DDC4"/>
                </a:solidFill>
                <a:latin typeface="Arial"/>
                <a:ea typeface="Arial"/>
                <a:cs typeface="Arial"/>
              </a:rPr>
              <a:t>Output: environment alerts and screen evidence</a:t>
            </a:r>
          </a:p>
        </p:txBody>
      </p:sp>
      <p:sp>
        <p:nvSpPr>
          <p:cNvPr id="7" name="reveal-2">
            <a:extLst>
              <a:ext uri="{FF2B5EF4-FFF2-40B4-BE49-F238E27FC236}">
                <ns2:creationId id="{8AE00B4D-02D2-45D7-851F-196E7393ABAF}"/>
              </a:ext>
            </a:extLst>
          </p:cNvPr>
          <p:cNvSpPr>
            <a:spLocks noGrp="1"/>
          </p:cNvSpPr>
          <p:nvPr/>
        </p:nvSpPr>
        <p:spPr>
          <a:xfrm>
            <a:off x="6534150" y="1809750"/>
            <a:ext cx="4953000" cy="742950"/>
          </a:xfrm>
          <a:prstGeom prst="rect">
            <a:avLst/>
          </a:prstGeom>
          <a:noFill/>
          <a:ln w="0">
            <a:noFill/>
          </a:ln>
        </p:spPr>
        <p:txBody>
          <a:bodyPr>
            <a:noAutofit/>
          </a:bodyPr>
          <a:lstStyle/>
          <a:p>
            <a:pPr>
              <a:defRPr sz="4650" b="1">
                <a:solidFill>
                  <a:srgbClr val="50DDC4"/>
                </a:solidFill>
                <a:latin typeface="Arial"/>
                <a:ea typeface="Arial"/>
                <a:cs typeface="Arial"/>
              </a:defRPr>
            </a:pPr>
            <a:r>
              <a:rPr sz="4650" b="1">
                <a:solidFill>
                  <a:srgbClr val="50DDC4"/>
                </a:solidFill>
                <a:latin typeface="Arial"/>
                <a:ea typeface="Arial"/>
                <a:cs typeface="Arial"/>
              </a:rPr>
              <a:t>02 / CORE</a:t>
            </a:r>
          </a:p>
        </p:txBody>
      </p:sp>
      <p:sp>
        <p:nvSpPr>
          <p:cNvPr id="8" name="reveal-2">
            <a:extLst>
              <a:ext uri="{FF2B5EF4-FFF2-40B4-BE49-F238E27FC236}">
                <ns2:creationId id="{359A7C4B-C09F-4D43-A958-2CF062F4288D}"/>
              </a:ext>
            </a:extLst>
          </p:cNvPr>
          <p:cNvSpPr>
            <a:spLocks noGrp="1"/>
          </p:cNvSpPr>
          <p:nvPr/>
        </p:nvSpPr>
        <p:spPr>
          <a:xfrm>
            <a:off x="6534150" y="2762250"/>
            <a:ext cx="5048250" cy="771525"/>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AI monitoring</a:t>
            </a:r>
          </a:p>
        </p:txBody>
      </p:sp>
      <p:sp>
        <p:nvSpPr>
          <p:cNvPr id="9" name="reveal-2">
            <a:extLst>
              <a:ext uri="{FF2B5EF4-FFF2-40B4-BE49-F238E27FC236}">
                <ns2:creationId id="{3E932648-A790-47A5-85C6-B6FDD3D2A999}"/>
              </a:ext>
            </a:extLst>
          </p:cNvPr>
          <p:cNvSpPr>
            <a:spLocks noGrp="1"/>
          </p:cNvSpPr>
          <p:nvPr/>
        </p:nvSpPr>
        <p:spPr>
          <a:xfrm>
            <a:off x="6534150" y="3714750"/>
            <a:ext cx="5048250" cy="1019175"/>
          </a:xfrm>
          <a:prstGeom prst="rect">
            <a:avLst/>
          </a:prstGeom>
          <a:noFill/>
          <a:ln w="0">
            <a:noFill/>
          </a:ln>
        </p:spPr>
        <p:txBody>
          <a:bodyPr>
            <a:noAutofit/>
          </a:bodyPr>
          <a:lstStyle/>
          <a:p>
            <a:pPr>
              <a:defRPr sz="2100" b="0">
                <a:solidFill>
                  <a:srgbClr val="F1F6F7"/>
                </a:solidFill>
                <a:latin typeface="Arial"/>
                <a:ea typeface="Arial"/>
                <a:cs typeface="Arial"/>
              </a:defRPr>
            </a:pPr>
            <a:r>
              <a:rPr sz="2100" b="0">
                <a:solidFill>
                  <a:srgbClr val="F1F6F7"/>
                </a:solidFill>
                <a:latin typeface="Arial"/>
                <a:ea typeface="Arial"/>
                <a:cs typeface="Arial"/>
              </a:rPr>
              <a:t>Flags sustained face, head-direction and object signals.</a:t>
            </a:r>
          </a:p>
        </p:txBody>
      </p:sp>
      <p:sp>
        <p:nvSpPr>
          <p:cNvPr id="10" name="reveal-2">
            <a:extLst>
              <a:ext uri="{FF2B5EF4-FFF2-40B4-BE49-F238E27FC236}">
                <ns2:creationId id="{42BC3DED-A77D-4B84-83A0-B03072174AA8}"/>
              </a:ext>
            </a:extLst>
          </p:cNvPr>
          <p:cNvSpPr>
            <a:spLocks noGrp="1"/>
          </p:cNvSpPr>
          <p:nvPr/>
        </p:nvSpPr>
        <p:spPr>
          <a:xfrm>
            <a:off x="6534150" y="4819650"/>
            <a:ext cx="5048250" cy="676275"/>
          </a:xfrm>
          <a:prstGeom prst="rect">
            <a:avLst/>
          </a:prstGeom>
          <a:noFill/>
          <a:ln w="0">
            <a:noFill/>
          </a:ln>
        </p:spPr>
        <p:txBody>
          <a:bodyPr>
            <a:noAutofit/>
          </a:bodyPr>
          <a:lstStyle/>
          <a:p>
            <a:pPr>
              <a:defRPr sz="1725" b="0">
                <a:solidFill>
                  <a:srgbClr val="A6BAC4"/>
                </a:solidFill>
                <a:latin typeface="Arial"/>
                <a:ea typeface="Arial"/>
                <a:cs typeface="Arial"/>
              </a:defRPr>
            </a:pPr>
            <a:r>
              <a:rPr sz="1725" b="0">
                <a:solidFill>
                  <a:srgbClr val="A6BAC4"/>
                </a:solidFill>
                <a:latin typeface="Arial"/>
                <a:ea typeface="Arial"/>
                <a:cs typeface="Arial"/>
              </a:rPr>
              <a:t>OpenCV face/eye cascades + YOLO ONNX model</a:t>
            </a:r>
          </a:p>
        </p:txBody>
      </p:sp>
      <p:sp>
        <p:nvSpPr>
          <p:cNvPr id="11" name="reveal-2">
            <a:extLst>
              <a:ext uri="{FF2B5EF4-FFF2-40B4-BE49-F238E27FC236}">
                <ns2:creationId id="{24DA2DF2-7EC7-4ECA-B0B1-D6F018C87C06}"/>
              </a:ext>
            </a:extLst>
          </p:cNvPr>
          <p:cNvSpPr>
            <a:spLocks noGrp="1"/>
          </p:cNvSpPr>
          <p:nvPr/>
        </p:nvSpPr>
        <p:spPr>
          <a:xfrm>
            <a:off x="6534150" y="5695950"/>
            <a:ext cx="5048250" cy="590550"/>
          </a:xfrm>
          <a:prstGeom prst="rect">
            <a:avLst/>
          </a:prstGeom>
          <a:noFill/>
          <a:ln w="0">
            <a:noFill/>
          </a:ln>
        </p:spPr>
        <p:txBody>
          <a:bodyPr>
            <a:noAutofit/>
          </a:bodyPr>
          <a:lstStyle/>
          <a:p>
            <a:pPr>
              <a:defRPr sz="1650" b="1">
                <a:solidFill>
                  <a:srgbClr val="50DDC4"/>
                </a:solidFill>
                <a:latin typeface="Arial"/>
                <a:ea typeface="Arial"/>
                <a:cs typeface="Arial"/>
              </a:defRPr>
            </a:pPr>
            <a:r>
              <a:rPr sz="1650" b="1">
                <a:solidFill>
                  <a:srgbClr val="50DDC4"/>
                </a:solidFill>
                <a:latin typeface="Arial"/>
                <a:ea typeface="Arial"/>
                <a:cs typeface="Arial"/>
              </a:rPr>
              <a:t>Output: visual alerts with event images</a:t>
            </a:r>
          </a:p>
        </p:txBody>
      </p:sp>
      <p:sp>
        <p:nvSpPr>
          <p:cNvPr id="12" name="static">
            <a:extLst>
              <a:ext uri="{FF2B5EF4-FFF2-40B4-BE49-F238E27FC236}">
                <ns2:creationId id="{3D0F8FA5-8F95-447D-88CC-5F7546F3889A}"/>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06</a:t>
            </a:r>
          </a:p>
        </p:txBody>
      </p:sp>
    </p:spTree>
    <p:extLst>
      <p:ext uri="{BB962C8B-B14F-4D97-AF65-F5344CB8AC3E}">
        <ns3:creationId val="131525056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450"/>
                                  <p:tgtEl>
                                    <p:spTgt spid="2"/>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450"/>
                                  <p:tgtEl>
                                    <p:spTgt spid="3"/>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50"/>
                                  <p:tgtEl>
                                    <p:spTgt spid="4"/>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childTnLst>
                    </p:cTn>
                  </p:par>
                  <p:par>
                    <p:cTn id="19" fill="hold">
                      <p:stCondLst>
                        <p:cond delay="indefinite"/>
                      </p:stCondLst>
                      <p:childTnLst>
                        <p:par>
                          <p:cTn id="20" presetID="10" presetClass="entr" presetSubtype="0" fill="hold" grpId="1"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grpId="1"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1"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1" animBg="1"/>
      <p:bldP spid="8" grpId="1" animBg="1"/>
      <p:bldP spid="9" grpId="1" animBg="1"/>
      <p:bldP spid="10" grpId="1" animBg="1"/>
      <p:bldP spid="11" grpId="1" animBg="1"/>
    </p:bld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3" name="static">
            <a:extLst>
              <a:ext uri="{FF2B5EF4-FFF2-40B4-BE49-F238E27FC236}">
                <ns2:creationId id="{85EE5201-DFE6-4145-BB23-BE134A6A9661}"/>
              </a:ext>
            </a:extLst>
          </p:cNvPr>
          <p:cNvSpPr>
            <a:spLocks noGrp="1"/>
          </p:cNvSpPr>
          <p:nvPr/>
        </p:nvSpPr>
        <p:spPr>
          <a:xfrm>
            <a:off x="609600" y="438150"/>
            <a:ext cx="10972800" cy="952500"/>
          </a:xfrm>
          <a:prstGeom prst="rect">
            <a:avLst/>
          </a:prstGeom>
          <a:noFill/>
          <a:ln w="0">
            <a:noFill/>
          </a:ln>
        </p:spPr>
        <p:txBody>
          <a:bodyPr>
            <a:noAutofit/>
          </a:bodyPr>
          <a:lstStyle/>
          <a:p>
            <a:pPr>
              <a:defRPr sz="3450" b="1">
                <a:solidFill>
                  <a:srgbClr val="F1F6F7"/>
                </a:solidFill>
                <a:latin typeface="Arial"/>
                <a:ea typeface="Arial"/>
                <a:cs typeface="Arial"/>
              </a:defRPr>
            </a:pPr>
            <a:r>
              <a:rPr sz="3450" b="1">
                <a:solidFill>
                  <a:srgbClr val="F1F6F7"/>
                </a:solidFill>
                <a:latin typeface="Arial"/>
                <a:ea typeface="Arial"/>
                <a:cs typeface="Arial"/>
              </a:rPr>
              <a:t>Evidence capture and self-check</a:t>
            </a:r>
          </a:p>
        </p:txBody>
      </p:sp>
      <p:sp>
        <p:nvSpPr>
          <p:cNvPr id="2" name="reveal-1">
            <a:extLst>
              <a:ext uri="{FF2B5EF4-FFF2-40B4-BE49-F238E27FC236}">
                <ns2:creationId id="{8D543E30-E8B9-4989-884A-80CF8B0CBE6A}"/>
              </a:ext>
            </a:extLst>
          </p:cNvPr>
          <p:cNvSpPr>
            <a:spLocks noGrp="1"/>
          </p:cNvSpPr>
          <p:nvPr/>
        </p:nvSpPr>
        <p:spPr>
          <a:xfrm>
            <a:off x="609600" y="1809750"/>
            <a:ext cx="4953000" cy="742950"/>
          </a:xfrm>
          <a:prstGeom prst="rect">
            <a:avLst/>
          </a:prstGeom>
          <a:noFill/>
          <a:ln w="0">
            <a:noFill/>
          </a:ln>
        </p:spPr>
        <p:txBody>
          <a:bodyPr>
            <a:noAutofit/>
          </a:bodyPr>
          <a:lstStyle/>
          <a:p>
            <a:pPr>
              <a:defRPr sz="4650" b="1">
                <a:solidFill>
                  <a:srgbClr val="50DDC4"/>
                </a:solidFill>
                <a:latin typeface="Arial"/>
                <a:ea typeface="Arial"/>
                <a:cs typeface="Arial"/>
              </a:defRPr>
            </a:pPr>
            <a:r>
              <a:rPr sz="4650" b="1">
                <a:solidFill>
                  <a:srgbClr val="50DDC4"/>
                </a:solidFill>
                <a:latin typeface="Arial"/>
                <a:ea typeface="Arial"/>
                <a:cs typeface="Arial"/>
              </a:rPr>
              <a:t>03 / CORE</a:t>
            </a:r>
          </a:p>
        </p:txBody>
      </p:sp>
      <p:sp>
        <p:nvSpPr>
          <p:cNvPr id="3" name="reveal-1">
            <a:extLst>
              <a:ext uri="{FF2B5EF4-FFF2-40B4-BE49-F238E27FC236}">
                <ns2:creationId id="{AA9DDCD5-8590-427F-89C8-95783DD257C1}"/>
              </a:ext>
            </a:extLst>
          </p:cNvPr>
          <p:cNvSpPr>
            <a:spLocks noGrp="1"/>
          </p:cNvSpPr>
          <p:nvPr/>
        </p:nvSpPr>
        <p:spPr>
          <a:xfrm>
            <a:off x="609600" y="2762250"/>
            <a:ext cx="5048250" cy="771525"/>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Evidence capture</a:t>
            </a:r>
          </a:p>
        </p:txBody>
      </p:sp>
      <p:sp>
        <p:nvSpPr>
          <p:cNvPr id="4" name="reveal-1">
            <a:extLst>
              <a:ext uri="{FF2B5EF4-FFF2-40B4-BE49-F238E27FC236}">
                <ns2:creationId id="{CA21F000-AC41-4B24-97F5-09592535D6DE}"/>
              </a:ext>
            </a:extLst>
          </p:cNvPr>
          <p:cNvSpPr>
            <a:spLocks noGrp="1"/>
          </p:cNvSpPr>
          <p:nvPr/>
        </p:nvSpPr>
        <p:spPr>
          <a:xfrm>
            <a:off x="609600" y="3714750"/>
            <a:ext cx="5048250" cy="1019175"/>
          </a:xfrm>
          <a:prstGeom prst="rect">
            <a:avLst/>
          </a:prstGeom>
          <a:noFill/>
          <a:ln w="0">
            <a:noFill/>
          </a:ln>
        </p:spPr>
        <p:txBody>
          <a:bodyPr>
            <a:noAutofit/>
          </a:bodyPr>
          <a:lstStyle/>
          <a:p>
            <a:pPr>
              <a:defRPr sz="2100" b="0">
                <a:solidFill>
                  <a:srgbClr val="F1F6F7"/>
                </a:solidFill>
                <a:latin typeface="Arial"/>
                <a:ea typeface="Arial"/>
                <a:cs typeface="Arial"/>
              </a:defRPr>
            </a:pPr>
            <a:r>
              <a:rPr sz="2100" b="0">
                <a:solidFill>
                  <a:srgbClr val="F1F6F7"/>
                </a:solidFill>
                <a:latin typeface="Arial"/>
                <a:ea typeface="Arial"/>
                <a:cs typeface="Arial"/>
              </a:rPr>
              <a:t>Preserves the context of an event for examiner review.</a:t>
            </a:r>
          </a:p>
        </p:txBody>
      </p:sp>
      <p:sp>
        <p:nvSpPr>
          <p:cNvPr id="5" name="reveal-1">
            <a:extLst>
              <a:ext uri="{FF2B5EF4-FFF2-40B4-BE49-F238E27FC236}">
                <ns2:creationId id="{3276D5AA-B5A6-48F5-9C83-FAAC525E4F73}"/>
              </a:ext>
            </a:extLst>
          </p:cNvPr>
          <p:cNvSpPr>
            <a:spLocks noGrp="1"/>
          </p:cNvSpPr>
          <p:nvPr/>
        </p:nvSpPr>
        <p:spPr>
          <a:xfrm>
            <a:off x="609600" y="4819650"/>
            <a:ext cx="5048250" cy="676275"/>
          </a:xfrm>
          <a:prstGeom prst="rect">
            <a:avLst/>
          </a:prstGeom>
          <a:noFill/>
          <a:ln w="0">
            <a:noFill/>
          </a:ln>
        </p:spPr>
        <p:txBody>
          <a:bodyPr>
            <a:noAutofit/>
          </a:bodyPr>
          <a:lstStyle/>
          <a:p>
            <a:pPr>
              <a:defRPr sz="1725" b="0">
                <a:solidFill>
                  <a:srgbClr val="A6BAC4"/>
                </a:solidFill>
                <a:latin typeface="Arial"/>
                <a:ea typeface="Arial"/>
                <a:cs typeface="Arial"/>
              </a:defRPr>
            </a:pPr>
            <a:r>
              <a:rPr sz="1725" b="0">
                <a:solidFill>
                  <a:srgbClr val="A6BAC4"/>
                </a:solidFill>
                <a:latin typeface="Arial"/>
                <a:ea typeface="Arial"/>
                <a:cs typeface="Arial"/>
              </a:rPr>
              <a:t>Capture providers + HTTP media upload + storage</a:t>
            </a:r>
          </a:p>
        </p:txBody>
      </p:sp>
      <p:sp>
        <p:nvSpPr>
          <p:cNvPr id="6" name="reveal-1">
            <a:extLst>
              <a:ext uri="{FF2B5EF4-FFF2-40B4-BE49-F238E27FC236}">
                <ns2:creationId id="{38241254-417B-44C7-8805-BAD16A7FF2FB}"/>
              </a:ext>
            </a:extLst>
          </p:cNvPr>
          <p:cNvSpPr>
            <a:spLocks noGrp="1"/>
          </p:cNvSpPr>
          <p:nvPr/>
        </p:nvSpPr>
        <p:spPr>
          <a:xfrm>
            <a:off x="609600" y="5695950"/>
            <a:ext cx="5048250" cy="590550"/>
          </a:xfrm>
          <a:prstGeom prst="rect">
            <a:avLst/>
          </a:prstGeom>
          <a:noFill/>
          <a:ln w="0">
            <a:noFill/>
          </a:ln>
        </p:spPr>
        <p:txBody>
          <a:bodyPr>
            <a:noAutofit/>
          </a:bodyPr>
          <a:lstStyle/>
          <a:p>
            <a:pPr>
              <a:defRPr sz="1650" b="1">
                <a:solidFill>
                  <a:srgbClr val="50DDC4"/>
                </a:solidFill>
                <a:latin typeface="Arial"/>
                <a:ea typeface="Arial"/>
                <a:cs typeface="Arial"/>
              </a:defRPr>
            </a:pPr>
            <a:r>
              <a:rPr sz="1650" b="1">
                <a:solidFill>
                  <a:srgbClr val="50DDC4"/>
                </a:solidFill>
                <a:latin typeface="Arial"/>
                <a:ea typeface="Arial"/>
                <a:cs typeface="Arial"/>
              </a:rPr>
              <a:t>Output: event stills and optional audio clips</a:t>
            </a:r>
          </a:p>
        </p:txBody>
      </p:sp>
      <p:sp>
        <p:nvSpPr>
          <p:cNvPr id="7" name="reveal-2">
            <a:extLst>
              <a:ext uri="{FF2B5EF4-FFF2-40B4-BE49-F238E27FC236}">
                <ns2:creationId id="{8793D181-7697-439A-9E8E-A68E880CA019}"/>
              </a:ext>
            </a:extLst>
          </p:cNvPr>
          <p:cNvSpPr>
            <a:spLocks noGrp="1"/>
          </p:cNvSpPr>
          <p:nvPr/>
        </p:nvSpPr>
        <p:spPr>
          <a:xfrm>
            <a:off x="6534150" y="1809750"/>
            <a:ext cx="4953000" cy="742950"/>
          </a:xfrm>
          <a:prstGeom prst="rect">
            <a:avLst/>
          </a:prstGeom>
          <a:noFill/>
          <a:ln w="0">
            <a:noFill/>
          </a:ln>
        </p:spPr>
        <p:txBody>
          <a:bodyPr>
            <a:noAutofit/>
          </a:bodyPr>
          <a:lstStyle/>
          <a:p>
            <a:pPr>
              <a:defRPr sz="4650" b="1">
                <a:solidFill>
                  <a:srgbClr val="50DDC4"/>
                </a:solidFill>
                <a:latin typeface="Arial"/>
                <a:ea typeface="Arial"/>
                <a:cs typeface="Arial"/>
              </a:defRPr>
            </a:pPr>
            <a:r>
              <a:rPr sz="4650" b="1">
                <a:solidFill>
                  <a:srgbClr val="50DDC4"/>
                </a:solidFill>
                <a:latin typeface="Arial"/>
                <a:ea typeface="Arial"/>
                <a:cs typeface="Arial"/>
              </a:rPr>
              <a:t>04 / OPTIONAL</a:t>
            </a:r>
          </a:p>
        </p:txBody>
      </p:sp>
      <p:sp>
        <p:nvSpPr>
          <p:cNvPr id="8" name="reveal-2">
            <a:extLst>
              <a:ext uri="{FF2B5EF4-FFF2-40B4-BE49-F238E27FC236}">
                <ns2:creationId id="{1BF1C389-FA5C-4DBD-AEE6-9EAD1869B6D1}"/>
              </a:ext>
            </a:extLst>
          </p:cNvPr>
          <p:cNvSpPr>
            <a:spLocks noGrp="1"/>
          </p:cNvSpPr>
          <p:nvPr/>
        </p:nvSpPr>
        <p:spPr>
          <a:xfrm>
            <a:off x="6534150" y="2762250"/>
            <a:ext cx="5048250" cy="771525"/>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Self-check</a:t>
            </a:r>
          </a:p>
        </p:txBody>
      </p:sp>
      <p:sp>
        <p:nvSpPr>
          <p:cNvPr id="9" name="reveal-2">
            <a:extLst>
              <a:ext uri="{FF2B5EF4-FFF2-40B4-BE49-F238E27FC236}">
                <ns2:creationId id="{27B6C488-AD86-4AEF-BDFD-26384AE96A67}"/>
              </a:ext>
            </a:extLst>
          </p:cNvPr>
          <p:cNvSpPr>
            <a:spLocks noGrp="1"/>
          </p:cNvSpPr>
          <p:nvPr/>
        </p:nvSpPr>
        <p:spPr>
          <a:xfrm>
            <a:off x="6534150" y="3714750"/>
            <a:ext cx="5048250" cy="1019175"/>
          </a:xfrm>
          <a:prstGeom prst="rect">
            <a:avLst/>
          </a:prstGeom>
          <a:noFill/>
          <a:ln w="0">
            <a:noFill/>
          </a:ln>
        </p:spPr>
        <p:txBody>
          <a:bodyPr>
            <a:noAutofit/>
          </a:bodyPr>
          <a:lstStyle/>
          <a:p>
            <a:pPr>
              <a:defRPr sz="2100" b="0">
                <a:solidFill>
                  <a:srgbClr val="F1F6F7"/>
                </a:solidFill>
                <a:latin typeface="Arial"/>
                <a:ea typeface="Arial"/>
                <a:cs typeface="Arial"/>
              </a:defRPr>
            </a:pPr>
            <a:r>
              <a:rPr sz="2100" b="0">
                <a:solidFill>
                  <a:srgbClr val="F1F6F7"/>
                </a:solidFill>
                <a:latin typeface="Arial"/>
                <a:ea typeface="Arial"/>
                <a:cs typeface="Arial"/>
              </a:rPr>
              <a:t>Checks the laptop and required devices before exam entry.</a:t>
            </a:r>
          </a:p>
        </p:txBody>
      </p:sp>
      <p:sp>
        <p:nvSpPr>
          <p:cNvPr id="10" name="reveal-2">
            <a:extLst>
              <a:ext uri="{FF2B5EF4-FFF2-40B4-BE49-F238E27FC236}">
                <ns2:creationId id="{C11C4EC8-5F57-4FD3-8B02-F9530F1F4B76}"/>
              </a:ext>
            </a:extLst>
          </p:cNvPr>
          <p:cNvSpPr>
            <a:spLocks noGrp="1"/>
          </p:cNvSpPr>
          <p:nvPr/>
        </p:nvSpPr>
        <p:spPr>
          <a:xfrm>
            <a:off x="6534150" y="4819650"/>
            <a:ext cx="5048250" cy="676275"/>
          </a:xfrm>
          <a:prstGeom prst="rect">
            <a:avLst/>
          </a:prstGeom>
          <a:noFill/>
          <a:ln w="0">
            <a:noFill/>
          </a:ln>
        </p:spPr>
        <p:txBody>
          <a:bodyPr>
            <a:noAutofit/>
          </a:bodyPr>
          <a:lstStyle/>
          <a:p>
            <a:pPr>
              <a:defRPr sz="1725" b="0">
                <a:solidFill>
                  <a:srgbClr val="A6BAC4"/>
                </a:solidFill>
                <a:latin typeface="Arial"/>
                <a:ea typeface="Arial"/>
                <a:cs typeface="Arial"/>
              </a:defRPr>
            </a:pPr>
            <a:r>
              <a:rPr sz="1725" b="0">
                <a:solidFill>
                  <a:srgbClr val="A6BAC4"/>
                </a:solidFill>
                <a:latin typeface="Arial"/>
                <a:ea typeface="Arial"/>
                <a:cs typeface="Arial"/>
              </a:rPr>
              <a:t>Renderer media checks + local Python endpoints</a:t>
            </a:r>
          </a:p>
        </p:txBody>
      </p:sp>
      <p:sp>
        <p:nvSpPr>
          <p:cNvPr id="11" name="reveal-2">
            <a:extLst>
              <a:ext uri="{FF2B5EF4-FFF2-40B4-BE49-F238E27FC236}">
                <ns2:creationId id="{B75D01EF-7759-41E1-BFE9-D1FFFFB2A4F5}"/>
              </a:ext>
            </a:extLst>
          </p:cNvPr>
          <p:cNvSpPr>
            <a:spLocks noGrp="1"/>
          </p:cNvSpPr>
          <p:nvPr/>
        </p:nvSpPr>
        <p:spPr>
          <a:xfrm>
            <a:off x="6534150" y="5695950"/>
            <a:ext cx="5048250" cy="590550"/>
          </a:xfrm>
          <a:prstGeom prst="rect">
            <a:avLst/>
          </a:prstGeom>
          <a:noFill/>
          <a:ln w="0">
            <a:noFill/>
          </a:ln>
        </p:spPr>
        <p:txBody>
          <a:bodyPr>
            <a:noAutofit/>
          </a:bodyPr>
          <a:lstStyle/>
          <a:p>
            <a:pPr>
              <a:defRPr sz="1650" b="1">
                <a:solidFill>
                  <a:srgbClr val="50DDC4"/>
                </a:solidFill>
                <a:latin typeface="Arial"/>
                <a:ea typeface="Arial"/>
                <a:cs typeface="Arial"/>
              </a:defRPr>
            </a:pPr>
            <a:r>
              <a:rPr sz="1650" b="1">
                <a:solidFill>
                  <a:srgbClr val="50DDC4"/>
                </a:solidFill>
                <a:latin typeface="Arial"/>
                <a:ea typeface="Arial"/>
                <a:cs typeface="Arial"/>
              </a:rPr>
              <a:t>Output: readiness results and enrollment photo</a:t>
            </a:r>
          </a:p>
        </p:txBody>
      </p:sp>
      <p:sp>
        <p:nvSpPr>
          <p:cNvPr id="12" name="static">
            <a:extLst>
              <a:ext uri="{FF2B5EF4-FFF2-40B4-BE49-F238E27FC236}">
                <ns2:creationId id="{0D725D32-069C-4172-9775-A61C45C00F45}"/>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07</a:t>
            </a:r>
          </a:p>
        </p:txBody>
      </p:sp>
    </p:spTree>
    <p:extLst>
      <p:ext uri="{BB962C8B-B14F-4D97-AF65-F5344CB8AC3E}">
        <ns3:creationId val="147141946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450"/>
                                  <p:tgtEl>
                                    <p:spTgt spid="2"/>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450"/>
                                  <p:tgtEl>
                                    <p:spTgt spid="3"/>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50"/>
                                  <p:tgtEl>
                                    <p:spTgt spid="4"/>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childTnLst>
                    </p:cTn>
                  </p:par>
                  <p:par>
                    <p:cTn id="19" fill="hold">
                      <p:stCondLst>
                        <p:cond delay="indefinite"/>
                      </p:stCondLst>
                      <p:childTnLst>
                        <p:par>
                          <p:cTn id="20" presetID="10" presetClass="entr" presetSubtype="0" fill="hold" grpId="1"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grpId="1"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1"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1" animBg="1"/>
      <p:bldP spid="8" grpId="1" animBg="1"/>
      <p:bldP spid="9" grpId="1" animBg="1"/>
      <p:bldP spid="10" grpId="1" animBg="1"/>
      <p:bldP spid="11" grpId="1" animBg="1"/>
    </p:bld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3" name="static">
            <a:extLst>
              <a:ext uri="{FF2B5EF4-FFF2-40B4-BE49-F238E27FC236}">
                <ns2:creationId id="{678EA19A-AE34-4B68-9946-99ADF42153EE}"/>
              </a:ext>
            </a:extLst>
          </p:cNvPr>
          <p:cNvSpPr>
            <a:spLocks noGrp="1"/>
          </p:cNvSpPr>
          <p:nvPr/>
        </p:nvSpPr>
        <p:spPr>
          <a:xfrm>
            <a:off x="609600" y="438150"/>
            <a:ext cx="10972800" cy="952500"/>
          </a:xfrm>
          <a:prstGeom prst="rect">
            <a:avLst/>
          </a:prstGeom>
          <a:noFill/>
          <a:ln w="0">
            <a:noFill/>
          </a:ln>
        </p:spPr>
        <p:txBody>
          <a:bodyPr>
            <a:noAutofit/>
          </a:bodyPr>
          <a:lstStyle/>
          <a:p>
            <a:pPr>
              <a:defRPr sz="3450" b="1">
                <a:solidFill>
                  <a:srgbClr val="F1F6F7"/>
                </a:solidFill>
                <a:latin typeface="Arial"/>
                <a:ea typeface="Arial"/>
                <a:cs typeface="Arial"/>
              </a:defRPr>
            </a:pPr>
            <a:r>
              <a:rPr sz="3450" b="1">
                <a:solidFill>
                  <a:srgbClr val="F1F6F7"/>
                </a:solidFill>
                <a:latin typeface="Arial"/>
                <a:ea typeface="Arial"/>
                <a:cs typeface="Arial"/>
              </a:rPr>
              <a:t>Severity scoring and examiner dashboard</a:t>
            </a:r>
          </a:p>
        </p:txBody>
      </p:sp>
      <p:sp>
        <p:nvSpPr>
          <p:cNvPr id="2" name="reveal-1">
            <a:extLst>
              <a:ext uri="{FF2B5EF4-FFF2-40B4-BE49-F238E27FC236}">
                <ns2:creationId id="{99FBF003-26D7-41B8-8976-FDD076C4EE75}"/>
              </a:ext>
            </a:extLst>
          </p:cNvPr>
          <p:cNvSpPr>
            <a:spLocks noGrp="1"/>
          </p:cNvSpPr>
          <p:nvPr/>
        </p:nvSpPr>
        <p:spPr>
          <a:xfrm>
            <a:off x="609600" y="1809750"/>
            <a:ext cx="4953000" cy="742950"/>
          </a:xfrm>
          <a:prstGeom prst="rect">
            <a:avLst/>
          </a:prstGeom>
          <a:noFill/>
          <a:ln w="0">
            <a:noFill/>
          </a:ln>
        </p:spPr>
        <p:txBody>
          <a:bodyPr>
            <a:noAutofit/>
          </a:bodyPr>
          <a:lstStyle/>
          <a:p>
            <a:pPr>
              <a:defRPr sz="4650" b="1">
                <a:solidFill>
                  <a:srgbClr val="50DDC4"/>
                </a:solidFill>
                <a:latin typeface="Arial"/>
                <a:ea typeface="Arial"/>
                <a:cs typeface="Arial"/>
              </a:defRPr>
            </a:pPr>
            <a:r>
              <a:rPr sz="4650" b="1">
                <a:solidFill>
                  <a:srgbClr val="50DDC4"/>
                </a:solidFill>
                <a:latin typeface="Arial"/>
                <a:ea typeface="Arial"/>
                <a:cs typeface="Arial"/>
              </a:rPr>
              <a:t>05 / OPTIONAL</a:t>
            </a:r>
          </a:p>
        </p:txBody>
      </p:sp>
      <p:sp>
        <p:nvSpPr>
          <p:cNvPr id="3" name="reveal-1">
            <a:extLst>
              <a:ext uri="{FF2B5EF4-FFF2-40B4-BE49-F238E27FC236}">
                <ns2:creationId id="{509C153B-6899-4166-BA72-B390078B5C2C}"/>
              </a:ext>
            </a:extLst>
          </p:cNvPr>
          <p:cNvSpPr>
            <a:spLocks noGrp="1"/>
          </p:cNvSpPr>
          <p:nvPr/>
        </p:nvSpPr>
        <p:spPr>
          <a:xfrm>
            <a:off x="609600" y="2762250"/>
            <a:ext cx="5048250" cy="771525"/>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Severity scoring</a:t>
            </a:r>
          </a:p>
        </p:txBody>
      </p:sp>
      <p:sp>
        <p:nvSpPr>
          <p:cNvPr id="4" name="reveal-1">
            <a:extLst>
              <a:ext uri="{FF2B5EF4-FFF2-40B4-BE49-F238E27FC236}">
                <ns2:creationId id="{66CBA7D3-86AA-4216-956B-9EC5C59F9B2B}"/>
              </a:ext>
            </a:extLst>
          </p:cNvPr>
          <p:cNvSpPr>
            <a:spLocks noGrp="1"/>
          </p:cNvSpPr>
          <p:nvPr/>
        </p:nvSpPr>
        <p:spPr>
          <a:xfrm>
            <a:off x="609600" y="3714750"/>
            <a:ext cx="5048250" cy="1019175"/>
          </a:xfrm>
          <a:prstGeom prst="rect">
            <a:avLst/>
          </a:prstGeom>
          <a:noFill/>
          <a:ln w="0">
            <a:noFill/>
          </a:ln>
        </p:spPr>
        <p:txBody>
          <a:bodyPr>
            <a:noAutofit/>
          </a:bodyPr>
          <a:lstStyle/>
          <a:p>
            <a:pPr>
              <a:defRPr sz="2100" b="0">
                <a:solidFill>
                  <a:srgbClr val="F1F6F7"/>
                </a:solidFill>
                <a:latin typeface="Arial"/>
                <a:ea typeface="Arial"/>
                <a:cs typeface="Arial"/>
              </a:defRPr>
            </a:pPr>
            <a:r>
              <a:rPr sz="2100" b="0">
                <a:solidFill>
                  <a:srgbClr val="F1F6F7"/>
                </a:solidFill>
                <a:latin typeface="Arial"/>
                <a:ea typeface="Arial"/>
                <a:cs typeface="Arial"/>
              </a:rPr>
              <a:t>Helps the examiner prioritize candidates for review.</a:t>
            </a:r>
          </a:p>
        </p:txBody>
      </p:sp>
      <p:sp>
        <p:nvSpPr>
          <p:cNvPr id="5" name="reveal-1">
            <a:extLst>
              <a:ext uri="{FF2B5EF4-FFF2-40B4-BE49-F238E27FC236}">
                <ns2:creationId id="{10791A3E-5B00-47B6-821D-28F0D7A68E6E}"/>
              </a:ext>
            </a:extLst>
          </p:cNvPr>
          <p:cNvSpPr>
            <a:spLocks noGrp="1"/>
          </p:cNvSpPr>
          <p:nvPr/>
        </p:nvSpPr>
        <p:spPr>
          <a:xfrm>
            <a:off x="609600" y="4819650"/>
            <a:ext cx="5048250" cy="676275"/>
          </a:xfrm>
          <a:prstGeom prst="rect">
            <a:avLst/>
          </a:prstGeom>
          <a:noFill/>
          <a:ln w="0">
            <a:noFill/>
          </a:ln>
        </p:spPr>
        <p:txBody>
          <a:bodyPr>
            <a:noAutofit/>
          </a:bodyPr>
          <a:lstStyle/>
          <a:p>
            <a:pPr>
              <a:defRPr sz="1725" b="0">
                <a:solidFill>
                  <a:srgbClr val="A6BAC4"/>
                </a:solidFill>
                <a:latin typeface="Arial"/>
                <a:ea typeface="Arial"/>
                <a:cs typeface="Arial"/>
              </a:defRPr>
            </a:pPr>
            <a:r>
              <a:rPr sz="1725" b="0">
                <a:solidFill>
                  <a:srgbClr val="A6BAC4"/>
                </a:solidFill>
                <a:latin typeface="Arial"/>
                <a:ea typeface="Arial"/>
                <a:cs typeface="Arial"/>
              </a:rPr>
              <a:t>Node.js severity weights + decay + baseline</a:t>
            </a:r>
          </a:p>
        </p:txBody>
      </p:sp>
      <p:sp>
        <p:nvSpPr>
          <p:cNvPr id="6" name="reveal-1">
            <a:extLst>
              <a:ext uri="{FF2B5EF4-FFF2-40B4-BE49-F238E27FC236}">
                <ns2:creationId id="{8009D548-CC8C-41E9-A3EB-14330415E156}"/>
              </a:ext>
            </a:extLst>
          </p:cNvPr>
          <p:cNvSpPr>
            <a:spLocks noGrp="1"/>
          </p:cNvSpPr>
          <p:nvPr/>
        </p:nvSpPr>
        <p:spPr>
          <a:xfrm>
            <a:off x="609600" y="5695950"/>
            <a:ext cx="5048250" cy="590550"/>
          </a:xfrm>
          <a:prstGeom prst="rect">
            <a:avLst/>
          </a:prstGeom>
          <a:noFill/>
          <a:ln w="0">
            <a:noFill/>
          </a:ln>
        </p:spPr>
        <p:txBody>
          <a:bodyPr>
            <a:noAutofit/>
          </a:bodyPr>
          <a:lstStyle/>
          <a:p>
            <a:pPr>
              <a:defRPr sz="1650" b="1">
                <a:solidFill>
                  <a:srgbClr val="50DDC4"/>
                </a:solidFill>
                <a:latin typeface="Arial"/>
                <a:ea typeface="Arial"/>
                <a:cs typeface="Arial"/>
              </a:defRPr>
            </a:pPr>
            <a:r>
              <a:rPr sz="1650" b="1">
                <a:solidFill>
                  <a:srgbClr val="50DDC4"/>
                </a:solidFill>
                <a:latin typeface="Arial"/>
                <a:ea typeface="Arial"/>
                <a:cs typeface="Arial"/>
              </a:rPr>
              <a:t>Output: a 0–100 review-priority score</a:t>
            </a:r>
          </a:p>
        </p:txBody>
      </p:sp>
      <p:sp>
        <p:nvSpPr>
          <p:cNvPr id="7" name="reveal-2">
            <a:extLst>
              <a:ext uri="{FF2B5EF4-FFF2-40B4-BE49-F238E27FC236}">
                <ns2:creationId id="{A7BB278A-EE91-44F5-AB3D-85099AE50CF4}"/>
              </a:ext>
            </a:extLst>
          </p:cNvPr>
          <p:cNvSpPr>
            <a:spLocks noGrp="1"/>
          </p:cNvSpPr>
          <p:nvPr/>
        </p:nvSpPr>
        <p:spPr>
          <a:xfrm>
            <a:off x="6534150" y="1809750"/>
            <a:ext cx="4953000" cy="742950"/>
          </a:xfrm>
          <a:prstGeom prst="rect">
            <a:avLst/>
          </a:prstGeom>
          <a:noFill/>
          <a:ln w="0">
            <a:noFill/>
          </a:ln>
        </p:spPr>
        <p:txBody>
          <a:bodyPr>
            <a:noAutofit/>
          </a:bodyPr>
          <a:lstStyle/>
          <a:p>
            <a:pPr>
              <a:defRPr sz="4650" b="1">
                <a:solidFill>
                  <a:srgbClr val="50DDC4"/>
                </a:solidFill>
                <a:latin typeface="Arial"/>
                <a:ea typeface="Arial"/>
                <a:cs typeface="Arial"/>
              </a:defRPr>
            </a:pPr>
            <a:r>
              <a:rPr sz="4650" b="1">
                <a:solidFill>
                  <a:srgbClr val="50DDC4"/>
                </a:solidFill>
                <a:latin typeface="Arial"/>
                <a:ea typeface="Arial"/>
                <a:cs typeface="Arial"/>
              </a:rPr>
              <a:t>06 / CORE</a:t>
            </a:r>
          </a:p>
        </p:txBody>
      </p:sp>
      <p:sp>
        <p:nvSpPr>
          <p:cNvPr id="8" name="reveal-2">
            <a:extLst>
              <a:ext uri="{FF2B5EF4-FFF2-40B4-BE49-F238E27FC236}">
                <ns2:creationId id="{C6F13F15-14F1-4106-9DB6-1B4BD01D36E4}"/>
              </a:ext>
            </a:extLst>
          </p:cNvPr>
          <p:cNvSpPr>
            <a:spLocks noGrp="1"/>
          </p:cNvSpPr>
          <p:nvPr/>
        </p:nvSpPr>
        <p:spPr>
          <a:xfrm>
            <a:off x="6534150" y="2762250"/>
            <a:ext cx="5048250" cy="771525"/>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Examiner dashboard</a:t>
            </a:r>
          </a:p>
        </p:txBody>
      </p:sp>
      <p:sp>
        <p:nvSpPr>
          <p:cNvPr id="9" name="reveal-2">
            <a:extLst>
              <a:ext uri="{FF2B5EF4-FFF2-40B4-BE49-F238E27FC236}">
                <ns2:creationId id="{6D19B015-32B8-4E39-A863-3A90FED8B0E1}"/>
              </a:ext>
            </a:extLst>
          </p:cNvPr>
          <p:cNvSpPr>
            <a:spLocks noGrp="1"/>
          </p:cNvSpPr>
          <p:nvPr/>
        </p:nvSpPr>
        <p:spPr>
          <a:xfrm>
            <a:off x="6534150" y="3714750"/>
            <a:ext cx="5048250" cy="1019175"/>
          </a:xfrm>
          <a:prstGeom prst="rect">
            <a:avLst/>
          </a:prstGeom>
          <a:noFill/>
          <a:ln w="0">
            <a:noFill/>
          </a:ln>
        </p:spPr>
        <p:txBody>
          <a:bodyPr>
            <a:noAutofit/>
          </a:bodyPr>
          <a:lstStyle/>
          <a:p>
            <a:pPr>
              <a:defRPr sz="2100" b="0">
                <a:solidFill>
                  <a:srgbClr val="F1F6F7"/>
                </a:solidFill>
                <a:latin typeface="Arial"/>
                <a:ea typeface="Arial"/>
                <a:cs typeface="Arial"/>
              </a:defRPr>
            </a:pPr>
            <a:r>
              <a:rPr sz="2100" b="0">
                <a:solidFill>
                  <a:srgbClr val="F1F6F7"/>
                </a:solidFill>
                <a:latin typeface="Arial"/>
                <a:ea typeface="Arial"/>
                <a:cs typeface="Arial"/>
              </a:rPr>
              <a:t>Combines live alerts, evidence and review decisions.</a:t>
            </a:r>
          </a:p>
        </p:txBody>
      </p:sp>
      <p:sp>
        <p:nvSpPr>
          <p:cNvPr id="10" name="reveal-2">
            <a:extLst>
              <a:ext uri="{FF2B5EF4-FFF2-40B4-BE49-F238E27FC236}">
                <ns2:creationId id="{9C494EC8-1EB0-4E52-8F1F-2E1C96720766}"/>
              </a:ext>
            </a:extLst>
          </p:cNvPr>
          <p:cNvSpPr>
            <a:spLocks noGrp="1"/>
          </p:cNvSpPr>
          <p:nvPr/>
        </p:nvSpPr>
        <p:spPr>
          <a:xfrm>
            <a:off x="6534150" y="4819650"/>
            <a:ext cx="5048250" cy="676275"/>
          </a:xfrm>
          <a:prstGeom prst="rect">
            <a:avLst/>
          </a:prstGeom>
          <a:noFill/>
          <a:ln w="0">
            <a:noFill/>
          </a:ln>
        </p:spPr>
        <p:txBody>
          <a:bodyPr>
            <a:noAutofit/>
          </a:bodyPr>
          <a:lstStyle/>
          <a:p>
            <a:pPr>
              <a:defRPr sz="1725" b="0">
                <a:solidFill>
                  <a:srgbClr val="A6BAC4"/>
                </a:solidFill>
                <a:latin typeface="Arial"/>
                <a:ea typeface="Arial"/>
                <a:cs typeface="Arial"/>
              </a:defRPr>
            </a:pPr>
            <a:r>
              <a:rPr sz="1725" b="0">
                <a:solidFill>
                  <a:srgbClr val="A6BAC4"/>
                </a:solidFill>
                <a:latin typeface="Arial"/>
                <a:ea typeface="Arial"/>
                <a:cs typeface="Arial"/>
              </a:rPr>
              <a:t>React + Socket.IO + authenticated Express APIs</a:t>
            </a:r>
          </a:p>
        </p:txBody>
      </p:sp>
      <p:sp>
        <p:nvSpPr>
          <p:cNvPr id="11" name="reveal-2">
            <a:extLst>
              <a:ext uri="{FF2B5EF4-FFF2-40B4-BE49-F238E27FC236}">
                <ns2:creationId id="{B0D4F43D-A847-4029-9F38-96A534747473}"/>
              </a:ext>
            </a:extLst>
          </p:cNvPr>
          <p:cNvSpPr>
            <a:spLocks noGrp="1"/>
          </p:cNvSpPr>
          <p:nvPr/>
        </p:nvSpPr>
        <p:spPr>
          <a:xfrm>
            <a:off x="6534150" y="5695950"/>
            <a:ext cx="5048250" cy="590550"/>
          </a:xfrm>
          <a:prstGeom prst="rect">
            <a:avLst/>
          </a:prstGeom>
          <a:noFill/>
          <a:ln w="0">
            <a:noFill/>
          </a:ln>
        </p:spPr>
        <p:txBody>
          <a:bodyPr>
            <a:noAutofit/>
          </a:bodyPr>
          <a:lstStyle/>
          <a:p>
            <a:pPr>
              <a:defRPr sz="1650" b="1">
                <a:solidFill>
                  <a:srgbClr val="50DDC4"/>
                </a:solidFill>
                <a:latin typeface="Arial"/>
                <a:ea typeface="Arial"/>
                <a:cs typeface="Arial"/>
              </a:defRPr>
            </a:pPr>
            <a:r>
              <a:rPr sz="1650" b="1">
                <a:solidFill>
                  <a:srgbClr val="50DDC4"/>
                </a:solidFill>
                <a:latin typeface="Arial"/>
                <a:ea typeface="Arial"/>
                <a:cs typeface="Arial"/>
              </a:rPr>
              <a:t>Output: monitoring, decisions and exam history</a:t>
            </a:r>
          </a:p>
        </p:txBody>
      </p:sp>
      <p:sp>
        <p:nvSpPr>
          <p:cNvPr id="12" name="static">
            <a:extLst>
              <a:ext uri="{FF2B5EF4-FFF2-40B4-BE49-F238E27FC236}">
                <ns2:creationId id="{E4D38638-12E8-47A3-8C16-4841A2E95721}"/>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08</a:t>
            </a:r>
          </a:p>
        </p:txBody>
      </p:sp>
    </p:spTree>
    <p:extLst>
      <p:ext uri="{BB962C8B-B14F-4D97-AF65-F5344CB8AC3E}">
        <ns3:creationId val="180004630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450"/>
                                  <p:tgtEl>
                                    <p:spTgt spid="2"/>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450"/>
                                  <p:tgtEl>
                                    <p:spTgt spid="3"/>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50"/>
                                  <p:tgtEl>
                                    <p:spTgt spid="4"/>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childTnLst>
                    </p:cTn>
                  </p:par>
                  <p:par>
                    <p:cTn id="19" fill="hold">
                      <p:stCondLst>
                        <p:cond delay="indefinite"/>
                      </p:stCondLst>
                      <p:childTnLst>
                        <p:par>
                          <p:cTn id="20" presetID="10" presetClass="entr" presetSubtype="0" fill="hold" grpId="1"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grpId="1"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1"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1" animBg="1"/>
      <p:bldP spid="8" grpId="1" animBg="1"/>
      <p:bldP spid="9" grpId="1" animBg="1"/>
      <p:bldP spid="10" grpId="1" animBg="1"/>
      <p:bldP spid="11" grpId="1" animBg="1"/>
    </p:bld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3" name="static">
            <a:extLst>
              <a:ext uri="{FF2B5EF4-FFF2-40B4-BE49-F238E27FC236}">
                <ns2:creationId id="{F1FA7CA1-2C6C-48DD-9F8E-138134697F65}"/>
              </a:ext>
            </a:extLst>
          </p:cNvPr>
          <p:cNvSpPr>
            <a:spLocks noGrp="1"/>
          </p:cNvSpPr>
          <p:nvPr/>
        </p:nvSpPr>
        <p:spPr>
          <a:xfrm>
            <a:off x="609600" y="438150"/>
            <a:ext cx="10972800" cy="952500"/>
          </a:xfrm>
          <a:prstGeom prst="rect">
            <a:avLst/>
          </a:prstGeom>
          <a:noFill/>
          <a:ln w="0">
            <a:noFill/>
          </a:ln>
        </p:spPr>
        <p:txBody>
          <a:bodyPr>
            <a:noAutofit/>
          </a:bodyPr>
          <a:lstStyle/>
          <a:p>
            <a:pPr>
              <a:defRPr sz="3450" b="1">
                <a:solidFill>
                  <a:srgbClr val="F1F6F7"/>
                </a:solidFill>
                <a:latin typeface="Arial"/>
                <a:ea typeface="Arial"/>
                <a:cs typeface="Arial"/>
              </a:defRPr>
            </a:pPr>
            <a:r>
              <a:rPr sz="3450" b="1">
                <a:solidFill>
                  <a:srgbClr val="F1F6F7"/>
                </a:solidFill>
                <a:latin typeface="Arial"/>
                <a:ea typeface="Arial"/>
                <a:cs typeface="Arial"/>
              </a:rPr>
              <a:t>Answer submission and audit reporting</a:t>
            </a:r>
          </a:p>
        </p:txBody>
      </p:sp>
      <p:sp>
        <p:nvSpPr>
          <p:cNvPr id="2" name="reveal-1">
            <a:extLst>
              <a:ext uri="{FF2B5EF4-FFF2-40B4-BE49-F238E27FC236}">
                <ns2:creationId id="{BFE8EE73-DFF2-49D0-B75E-C13FA48A48F8}"/>
              </a:ext>
            </a:extLst>
          </p:cNvPr>
          <p:cNvSpPr>
            <a:spLocks noGrp="1"/>
          </p:cNvSpPr>
          <p:nvPr/>
        </p:nvSpPr>
        <p:spPr>
          <a:xfrm>
            <a:off x="609600" y="1809750"/>
            <a:ext cx="4953000" cy="742950"/>
          </a:xfrm>
          <a:prstGeom prst="rect">
            <a:avLst/>
          </a:prstGeom>
          <a:noFill/>
          <a:ln w="0">
            <a:noFill/>
          </a:ln>
        </p:spPr>
        <p:txBody>
          <a:bodyPr>
            <a:noAutofit/>
          </a:bodyPr>
          <a:lstStyle/>
          <a:p>
            <a:pPr>
              <a:defRPr sz="4650" b="1">
                <a:solidFill>
                  <a:srgbClr val="50DDC4"/>
                </a:solidFill>
                <a:latin typeface="Arial"/>
                <a:ea typeface="Arial"/>
                <a:cs typeface="Arial"/>
              </a:defRPr>
            </a:pPr>
            <a:r>
              <a:rPr sz="4650" b="1">
                <a:solidFill>
                  <a:srgbClr val="50DDC4"/>
                </a:solidFill>
                <a:latin typeface="Arial"/>
                <a:ea typeface="Arial"/>
                <a:cs typeface="Arial"/>
              </a:rPr>
              <a:t>07 / CORE</a:t>
            </a:r>
          </a:p>
        </p:txBody>
      </p:sp>
      <p:sp>
        <p:nvSpPr>
          <p:cNvPr id="3" name="reveal-1">
            <a:extLst>
              <a:ext uri="{FF2B5EF4-FFF2-40B4-BE49-F238E27FC236}">
                <ns2:creationId id="{EDE2754F-B5F7-47A4-B625-BCCB1C86B71F}"/>
              </a:ext>
            </a:extLst>
          </p:cNvPr>
          <p:cNvSpPr>
            <a:spLocks noGrp="1"/>
          </p:cNvSpPr>
          <p:nvPr/>
        </p:nvSpPr>
        <p:spPr>
          <a:xfrm>
            <a:off x="609600" y="2762250"/>
            <a:ext cx="5048250" cy="771525"/>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Answer submission</a:t>
            </a:r>
          </a:p>
        </p:txBody>
      </p:sp>
      <p:sp>
        <p:nvSpPr>
          <p:cNvPr id="4" name="reveal-1">
            <a:extLst>
              <a:ext uri="{FF2B5EF4-FFF2-40B4-BE49-F238E27FC236}">
                <ns2:creationId id="{D07F21D3-54DD-495E-BC4F-7B5C6CFBD6E0}"/>
              </a:ext>
            </a:extLst>
          </p:cNvPr>
          <p:cNvSpPr>
            <a:spLocks noGrp="1"/>
          </p:cNvSpPr>
          <p:nvPr/>
        </p:nvSpPr>
        <p:spPr>
          <a:xfrm>
            <a:off x="609600" y="3714750"/>
            <a:ext cx="5048250" cy="1019175"/>
          </a:xfrm>
          <a:prstGeom prst="rect">
            <a:avLst/>
          </a:prstGeom>
          <a:noFill/>
          <a:ln w="0">
            <a:noFill/>
          </a:ln>
        </p:spPr>
        <p:txBody>
          <a:bodyPr>
            <a:noAutofit/>
          </a:bodyPr>
          <a:lstStyle/>
          <a:p>
            <a:pPr>
              <a:defRPr sz="2100" b="0">
                <a:solidFill>
                  <a:srgbClr val="F1F6F7"/>
                </a:solidFill>
                <a:latin typeface="Arial"/>
                <a:ea typeface="Arial"/>
                <a:cs typeface="Arial"/>
              </a:defRPr>
            </a:pPr>
            <a:r>
              <a:rPr sz="2100" b="0">
                <a:solidFill>
                  <a:srgbClr val="F1F6F7"/>
                </a:solidFill>
                <a:latin typeface="Arial"/>
                <a:ea typeface="Arial"/>
                <a:cs typeface="Arial"/>
              </a:rPr>
              <a:t>Collects typed answers or a file linked to the candidate session.</a:t>
            </a:r>
          </a:p>
        </p:txBody>
      </p:sp>
      <p:sp>
        <p:nvSpPr>
          <p:cNvPr id="5" name="reveal-1">
            <a:extLst>
              <a:ext uri="{FF2B5EF4-FFF2-40B4-BE49-F238E27FC236}">
                <ns2:creationId id="{68FD8C4E-7603-4863-93FD-E36806849F26}"/>
              </a:ext>
            </a:extLst>
          </p:cNvPr>
          <p:cNvSpPr>
            <a:spLocks noGrp="1"/>
          </p:cNvSpPr>
          <p:nvPr/>
        </p:nvSpPr>
        <p:spPr>
          <a:xfrm>
            <a:off x="609600" y="4819650"/>
            <a:ext cx="5048250" cy="676275"/>
          </a:xfrm>
          <a:prstGeom prst="rect">
            <a:avLst/>
          </a:prstGeom>
          <a:noFill/>
          <a:ln w="0">
            <a:noFill/>
          </a:ln>
        </p:spPr>
        <p:txBody>
          <a:bodyPr>
            <a:noAutofit/>
          </a:bodyPr>
          <a:lstStyle/>
          <a:p>
            <a:pPr>
              <a:defRPr sz="1725" b="0">
                <a:solidFill>
                  <a:srgbClr val="A6BAC4"/>
                </a:solidFill>
                <a:latin typeface="Arial"/>
                <a:ea typeface="Arial"/>
                <a:cs typeface="Arial"/>
              </a:defRPr>
            </a:pPr>
            <a:r>
              <a:rPr sz="1725" b="0">
                <a:solidFill>
                  <a:srgbClr val="A6BAC4"/>
                </a:solidFill>
                <a:latin typeface="Arial"/>
                <a:ea typeface="Arial"/>
                <a:cs typeface="Arial"/>
              </a:rPr>
              <a:t>Electron editor + Express/Multer upload routes</a:t>
            </a:r>
          </a:p>
        </p:txBody>
      </p:sp>
      <p:sp>
        <p:nvSpPr>
          <p:cNvPr id="6" name="reveal-1">
            <a:extLst>
              <a:ext uri="{FF2B5EF4-FFF2-40B4-BE49-F238E27FC236}">
                <ns2:creationId id="{F11E570B-B5D6-435A-B288-BA2F0E557CEC}"/>
              </a:ext>
            </a:extLst>
          </p:cNvPr>
          <p:cNvSpPr>
            <a:spLocks noGrp="1"/>
          </p:cNvSpPr>
          <p:nvPr/>
        </p:nvSpPr>
        <p:spPr>
          <a:xfrm>
            <a:off x="609600" y="5695950"/>
            <a:ext cx="5048250" cy="590550"/>
          </a:xfrm>
          <a:prstGeom prst="rect">
            <a:avLst/>
          </a:prstGeom>
          <a:noFill/>
          <a:ln w="0">
            <a:noFill/>
          </a:ln>
        </p:spPr>
        <p:txBody>
          <a:bodyPr>
            <a:noAutofit/>
          </a:bodyPr>
          <a:lstStyle/>
          <a:p>
            <a:pPr>
              <a:defRPr sz="1650" b="1">
                <a:solidFill>
                  <a:srgbClr val="50DDC4"/>
                </a:solidFill>
                <a:latin typeface="Arial"/>
                <a:ea typeface="Arial"/>
                <a:cs typeface="Arial"/>
              </a:defRPr>
            </a:pPr>
            <a:r>
              <a:rPr sz="1650" b="1">
                <a:solidFill>
                  <a:srgbClr val="50DDC4"/>
                </a:solidFill>
                <a:latin typeface="Arial"/>
                <a:ea typeface="Arial"/>
                <a:cs typeface="Arial"/>
              </a:rPr>
              <a:t>Output: a stored submission for teacher retrieval</a:t>
            </a:r>
          </a:p>
        </p:txBody>
      </p:sp>
      <p:sp>
        <p:nvSpPr>
          <p:cNvPr id="7" name="reveal-2">
            <a:extLst>
              <a:ext uri="{FF2B5EF4-FFF2-40B4-BE49-F238E27FC236}">
                <ns2:creationId id="{B6FF9471-4769-4878-801B-2796A511D08C}"/>
              </a:ext>
            </a:extLst>
          </p:cNvPr>
          <p:cNvSpPr>
            <a:spLocks noGrp="1"/>
          </p:cNvSpPr>
          <p:nvPr/>
        </p:nvSpPr>
        <p:spPr>
          <a:xfrm>
            <a:off x="6534150" y="1809750"/>
            <a:ext cx="4953000" cy="742950"/>
          </a:xfrm>
          <a:prstGeom prst="rect">
            <a:avLst/>
          </a:prstGeom>
          <a:noFill/>
          <a:ln w="0">
            <a:noFill/>
          </a:ln>
        </p:spPr>
        <p:txBody>
          <a:bodyPr>
            <a:noAutofit/>
          </a:bodyPr>
          <a:lstStyle/>
          <a:p>
            <a:pPr>
              <a:defRPr sz="4650" b="1">
                <a:solidFill>
                  <a:srgbClr val="50DDC4"/>
                </a:solidFill>
                <a:latin typeface="Arial"/>
                <a:ea typeface="Arial"/>
                <a:cs typeface="Arial"/>
              </a:defRPr>
            </a:pPr>
            <a:r>
              <a:rPr sz="4650" b="1">
                <a:solidFill>
                  <a:srgbClr val="50DDC4"/>
                </a:solidFill>
                <a:latin typeface="Arial"/>
                <a:ea typeface="Arial"/>
                <a:cs typeface="Arial"/>
              </a:rPr>
              <a:t>08 / ADVANCED</a:t>
            </a:r>
          </a:p>
        </p:txBody>
      </p:sp>
      <p:sp>
        <p:nvSpPr>
          <p:cNvPr id="8" name="reveal-2">
            <a:extLst>
              <a:ext uri="{FF2B5EF4-FFF2-40B4-BE49-F238E27FC236}">
                <ns2:creationId id="{203E07A3-FAF6-4964-BF5A-23783BA3BF7A}"/>
              </a:ext>
            </a:extLst>
          </p:cNvPr>
          <p:cNvSpPr>
            <a:spLocks noGrp="1"/>
          </p:cNvSpPr>
          <p:nvPr/>
        </p:nvSpPr>
        <p:spPr>
          <a:xfrm>
            <a:off x="6534150" y="2762250"/>
            <a:ext cx="5048250" cy="771525"/>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Audit reporting</a:t>
            </a:r>
          </a:p>
        </p:txBody>
      </p:sp>
      <p:sp>
        <p:nvSpPr>
          <p:cNvPr id="9" name="reveal-2">
            <a:extLst>
              <a:ext uri="{FF2B5EF4-FFF2-40B4-BE49-F238E27FC236}">
                <ns2:creationId id="{5CB93C22-7214-441B-A69C-3DAA92004E6A}"/>
              </a:ext>
            </a:extLst>
          </p:cNvPr>
          <p:cNvSpPr>
            <a:spLocks noGrp="1"/>
          </p:cNvSpPr>
          <p:nvPr/>
        </p:nvSpPr>
        <p:spPr>
          <a:xfrm>
            <a:off x="6534150" y="3714750"/>
            <a:ext cx="5048250" cy="1019175"/>
          </a:xfrm>
          <a:prstGeom prst="rect">
            <a:avLst/>
          </a:prstGeom>
          <a:noFill/>
          <a:ln w="0">
            <a:noFill/>
          </a:ln>
        </p:spPr>
        <p:txBody>
          <a:bodyPr>
            <a:noAutofit/>
          </a:bodyPr>
          <a:lstStyle/>
          <a:p>
            <a:pPr>
              <a:defRPr sz="2100" b="0">
                <a:solidFill>
                  <a:srgbClr val="F1F6F7"/>
                </a:solidFill>
                <a:latin typeface="Arial"/>
                <a:ea typeface="Arial"/>
                <a:cs typeface="Arial"/>
              </a:defRPr>
            </a:pPr>
            <a:r>
              <a:rPr sz="2100" b="0">
                <a:solidFill>
                  <a:srgbClr val="F1F6F7"/>
                </a:solidFill>
                <a:latin typeface="Arial"/>
                <a:ea typeface="Arial"/>
                <a:cs typeface="Arial"/>
              </a:rPr>
              <a:t>Summarizes a completed exam for review and export.</a:t>
            </a:r>
          </a:p>
        </p:txBody>
      </p:sp>
      <p:sp>
        <p:nvSpPr>
          <p:cNvPr id="10" name="reveal-2">
            <a:extLst>
              <a:ext uri="{FF2B5EF4-FFF2-40B4-BE49-F238E27FC236}">
                <ns2:creationId id="{E1898144-CC79-491B-BD19-911780795CD1}"/>
              </a:ext>
            </a:extLst>
          </p:cNvPr>
          <p:cNvSpPr>
            <a:spLocks noGrp="1"/>
          </p:cNvSpPr>
          <p:nvPr/>
        </p:nvSpPr>
        <p:spPr>
          <a:xfrm>
            <a:off x="6534150" y="4819650"/>
            <a:ext cx="5048250" cy="676275"/>
          </a:xfrm>
          <a:prstGeom prst="rect">
            <a:avLst/>
          </a:prstGeom>
          <a:noFill/>
          <a:ln w="0">
            <a:noFill/>
          </a:ln>
        </p:spPr>
        <p:txBody>
          <a:bodyPr>
            <a:noAutofit/>
          </a:bodyPr>
          <a:lstStyle/>
          <a:p>
            <a:pPr>
              <a:defRPr sz="1725" b="0">
                <a:solidFill>
                  <a:srgbClr val="A6BAC4"/>
                </a:solidFill>
                <a:latin typeface="Arial"/>
                <a:ea typeface="Arial"/>
                <a:cs typeface="Arial"/>
              </a:defRPr>
            </a:pPr>
            <a:r>
              <a:rPr sz="1725" b="0">
                <a:solidFill>
                  <a:srgbClr val="A6BAC4"/>
                </a:solidFill>
                <a:latin typeface="Arial"/>
                <a:ea typeface="Arial"/>
                <a:cs typeface="Arial"/>
              </a:rPr>
              <a:t>MongoDB aggregation + React summary + CSV/print</a:t>
            </a:r>
          </a:p>
        </p:txBody>
      </p:sp>
      <p:sp>
        <p:nvSpPr>
          <p:cNvPr id="11" name="reveal-2">
            <a:extLst>
              <a:ext uri="{FF2B5EF4-FFF2-40B4-BE49-F238E27FC236}">
                <ns2:creationId id="{E96B4214-D78B-4847-BDE9-D5393A3C53CD}"/>
              </a:ext>
            </a:extLst>
          </p:cNvPr>
          <p:cNvSpPr>
            <a:spLocks noGrp="1"/>
          </p:cNvSpPr>
          <p:nvPr/>
        </p:nvSpPr>
        <p:spPr>
          <a:xfrm>
            <a:off x="6534150" y="5695950"/>
            <a:ext cx="5048250" cy="590550"/>
          </a:xfrm>
          <a:prstGeom prst="rect">
            <a:avLst/>
          </a:prstGeom>
          <a:noFill/>
          <a:ln w="0">
            <a:noFill/>
          </a:ln>
        </p:spPr>
        <p:txBody>
          <a:bodyPr>
            <a:noAutofit/>
          </a:bodyPr>
          <a:lstStyle/>
          <a:p>
            <a:pPr>
              <a:defRPr sz="1650" b="1">
                <a:solidFill>
                  <a:srgbClr val="50DDC4"/>
                </a:solidFill>
                <a:latin typeface="Arial"/>
                <a:ea typeface="Arial"/>
                <a:cs typeface="Arial"/>
              </a:defRPr>
            </a:pPr>
            <a:r>
              <a:rPr sz="1650" b="1">
                <a:solidFill>
                  <a:srgbClr val="50DDC4"/>
                </a:solidFill>
                <a:latin typeface="Arial"/>
                <a:ea typeface="Arial"/>
                <a:cs typeface="Arial"/>
              </a:rPr>
              <a:t>Output: summary, CSV and browser Save PDF</a:t>
            </a:r>
          </a:p>
        </p:txBody>
      </p:sp>
      <p:sp>
        <p:nvSpPr>
          <p:cNvPr id="12" name="static">
            <a:extLst>
              <a:ext uri="{FF2B5EF4-FFF2-40B4-BE49-F238E27FC236}">
                <ns2:creationId id="{52B58DE8-C7E1-4A01-875A-72922A0A0E8B}"/>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09</a:t>
            </a:r>
          </a:p>
        </p:txBody>
      </p:sp>
    </p:spTree>
    <p:extLst>
      <p:ext uri="{BB962C8B-B14F-4D97-AF65-F5344CB8AC3E}">
        <ns3:creationId val="84418972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450"/>
                                  <p:tgtEl>
                                    <p:spTgt spid="2"/>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450"/>
                                  <p:tgtEl>
                                    <p:spTgt spid="3"/>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50"/>
                                  <p:tgtEl>
                                    <p:spTgt spid="4"/>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childTnLst>
                    </p:cTn>
                  </p:par>
                  <p:par>
                    <p:cTn id="19" fill="hold">
                      <p:stCondLst>
                        <p:cond delay="indefinite"/>
                      </p:stCondLst>
                      <p:childTnLst>
                        <p:par>
                          <p:cTn id="20" presetID="10" presetClass="entr" presetSubtype="0" fill="hold" grpId="1"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grpId="1"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1"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1" animBg="1"/>
      <p:bldP spid="8" grpId="1" animBg="1"/>
      <p:bldP spid="9" grpId="1" animBg="1"/>
      <p:bldP spid="10" grpId="1" animBg="1"/>
      <p:bldP spid="11" grpId="1" animBg="1"/>
    </p:bldLst>
  </p:timing>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9" name="static">
            <a:extLst>
              <a:ext uri="{FF2B5EF4-FFF2-40B4-BE49-F238E27FC236}">
                <ns2:creationId id="{00124310-EE98-4C87-BCFB-5A83D61FB35D}"/>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Candidate journey</a:t>
            </a:r>
          </a:p>
        </p:txBody>
      </p:sp>
      <p:sp>
        <p:nvSpPr>
          <p:cNvPr id="3" name="reveal-1">
            <a:extLst>
              <a:ext uri="{FF2B5EF4-FFF2-40B4-BE49-F238E27FC236}">
                <ns2:creationId id="{3AE1D5FF-77DE-4FE7-BEFD-C69AF8BCBE5C}"/>
              </a:ext>
            </a:extLst>
          </p:cNvPr>
          <p:cNvSpPr>
            <a:spLocks noGrp="1"/>
          </p:cNvSpPr>
          <p:nvPr/>
        </p:nvSpPr>
        <p:spPr>
          <a:xfrm>
            <a:off x="609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01</a:t>
            </a:r>
          </a:p>
        </p:txBody>
      </p:sp>
      <p:sp>
        <p:nvSpPr>
          <p:cNvPr id="4" name="reveal-1">
            <a:extLst>
              <a:ext uri="{FF2B5EF4-FFF2-40B4-BE49-F238E27FC236}">
                <ns2:creationId id="{EC1962B7-E5A6-468A-8651-71EF3A319F79}"/>
              </a:ext>
            </a:extLst>
          </p:cNvPr>
          <p:cNvSpPr>
            <a:spLocks noGrp="1"/>
          </p:cNvSpPr>
          <p:nvPr/>
        </p:nvSpPr>
        <p:spPr>
          <a:xfrm>
            <a:off x="609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Consent</a:t>
            </a:r>
          </a:p>
          <a:p>
            <a:pPr>
              <a:buNone/>
              <a:defRPr sz="2400" b="1">
                <a:solidFill>
                  <a:srgbClr val="F1F6F7"/>
                </a:solidFill>
                <a:latin typeface="Arial"/>
                <a:ea typeface="Arial"/>
                <a:cs typeface="Arial"/>
              </a:defRPr>
            </a:pPr>
            <a:r>
              <a:rPr sz="2400" b="1">
                <a:solidFill>
                  <a:srgbClr val="F1F6F7"/>
                </a:solidFill>
                <a:latin typeface="Arial"/>
                <a:ea typeface="Arial"/>
                <a:cs typeface="Arial"/>
              </a:rPr>
              <a:t>and identity</a:t>
            </a:r>
          </a:p>
        </p:txBody>
      </p:sp>
      <p:sp>
        <p:nvSpPr>
          <p:cNvPr id="5" name="reveal-1">
            <a:extLst>
              <a:ext uri="{FF2B5EF4-FFF2-40B4-BE49-F238E27FC236}">
                <ns2:creationId id="{FC46C3A1-EE5B-448F-A3EF-A2533298FEBB}"/>
              </a:ext>
            </a:extLst>
          </p:cNvPr>
          <p:cNvSpPr>
            <a:spLocks noGrp="1"/>
          </p:cNvSpPr>
          <p:nvPr/>
        </p:nvSpPr>
        <p:spPr>
          <a:xfrm>
            <a:off x="2352675" y="2457450"/>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6" name="reveal-1">
            <a:extLst>
              <a:ext uri="{FF2B5EF4-FFF2-40B4-BE49-F238E27FC236}">
                <ns2:creationId id="{1EDB3656-1CDE-4A12-9089-52368E6E0D01}"/>
              </a:ext>
            </a:extLst>
          </p:cNvPr>
          <p:cNvSpPr>
            <a:spLocks noGrp="1"/>
          </p:cNvSpPr>
          <p:nvPr/>
        </p:nvSpPr>
        <p:spPr>
          <a:xfrm>
            <a:off x="2895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02</a:t>
            </a:r>
          </a:p>
        </p:txBody>
      </p:sp>
      <p:sp>
        <p:nvSpPr>
          <p:cNvPr id="7" name="reveal-1">
            <a:extLst>
              <a:ext uri="{FF2B5EF4-FFF2-40B4-BE49-F238E27FC236}">
                <ns2:creationId id="{7542CF14-D7A0-459A-98EC-C4704E3A7AE3}"/>
              </a:ext>
            </a:extLst>
          </p:cNvPr>
          <p:cNvSpPr>
            <a:spLocks noGrp="1"/>
          </p:cNvSpPr>
          <p:nvPr/>
        </p:nvSpPr>
        <p:spPr>
          <a:xfrm>
            <a:off x="2895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System</a:t>
            </a:r>
          </a:p>
          <a:p>
            <a:pPr>
              <a:buNone/>
              <a:defRPr sz="2400" b="1">
                <a:solidFill>
                  <a:srgbClr val="F1F6F7"/>
                </a:solidFill>
                <a:latin typeface="Arial"/>
                <a:ea typeface="Arial"/>
                <a:cs typeface="Arial"/>
              </a:defRPr>
            </a:pPr>
            <a:r>
              <a:rPr sz="2400" b="1">
                <a:solidFill>
                  <a:srgbClr val="F1F6F7"/>
                </a:solidFill>
                <a:latin typeface="Arial"/>
                <a:ea typeface="Arial"/>
                <a:cs typeface="Arial"/>
              </a:rPr>
              <a:t>self-check</a:t>
            </a:r>
          </a:p>
        </p:txBody>
      </p:sp>
      <p:sp>
        <p:nvSpPr>
          <p:cNvPr id="8" name="reveal-1">
            <a:extLst>
              <a:ext uri="{FF2B5EF4-FFF2-40B4-BE49-F238E27FC236}">
                <ns2:creationId id="{73AB51B7-2026-486E-AE4C-95E617A0CF52}"/>
              </a:ext>
            </a:extLst>
          </p:cNvPr>
          <p:cNvSpPr>
            <a:spLocks noGrp="1"/>
          </p:cNvSpPr>
          <p:nvPr/>
        </p:nvSpPr>
        <p:spPr>
          <a:xfrm>
            <a:off x="4638675" y="2457450"/>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9" name="reveal-2">
            <a:extLst>
              <a:ext uri="{FF2B5EF4-FFF2-40B4-BE49-F238E27FC236}">
                <ns2:creationId id="{C3656FED-57FF-4899-A96D-D8FE2CB2371D}"/>
              </a:ext>
            </a:extLst>
          </p:cNvPr>
          <p:cNvSpPr>
            <a:spLocks noGrp="1"/>
          </p:cNvSpPr>
          <p:nvPr/>
        </p:nvSpPr>
        <p:spPr>
          <a:xfrm>
            <a:off x="5181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03</a:t>
            </a:r>
          </a:p>
        </p:txBody>
      </p:sp>
      <p:sp>
        <p:nvSpPr>
          <p:cNvPr id="10" name="reveal-2">
            <a:extLst>
              <a:ext uri="{FF2B5EF4-FFF2-40B4-BE49-F238E27FC236}">
                <ns2:creationId id="{4F8DB7C8-A2D7-431A-BDF5-6D112F83B092}"/>
              </a:ext>
            </a:extLst>
          </p:cNvPr>
          <p:cNvSpPr>
            <a:spLocks noGrp="1"/>
          </p:cNvSpPr>
          <p:nvPr/>
        </p:nvSpPr>
        <p:spPr>
          <a:xfrm>
            <a:off x="5181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Paper and</a:t>
            </a:r>
          </a:p>
          <a:p>
            <a:pPr>
              <a:buNone/>
              <a:defRPr sz="2400" b="1">
                <a:solidFill>
                  <a:srgbClr val="F1F6F7"/>
                </a:solidFill>
                <a:latin typeface="Arial"/>
                <a:ea typeface="Arial"/>
                <a:cs typeface="Arial"/>
              </a:defRPr>
            </a:pPr>
            <a:r>
              <a:rPr sz="2400" b="1">
                <a:solidFill>
                  <a:srgbClr val="F1F6F7"/>
                </a:solidFill>
                <a:latin typeface="Arial"/>
                <a:ea typeface="Arial"/>
                <a:cs typeface="Arial"/>
              </a:rPr>
              <a:t>answers</a:t>
            </a:r>
          </a:p>
        </p:txBody>
      </p:sp>
      <p:sp>
        <p:nvSpPr>
          <p:cNvPr id="11" name="reveal-2">
            <a:extLst>
              <a:ext uri="{FF2B5EF4-FFF2-40B4-BE49-F238E27FC236}">
                <ns2:creationId id="{16A0FC55-9788-44D4-8530-44C9B0A76D48}"/>
              </a:ext>
            </a:extLst>
          </p:cNvPr>
          <p:cNvSpPr>
            <a:spLocks noGrp="1"/>
          </p:cNvSpPr>
          <p:nvPr/>
        </p:nvSpPr>
        <p:spPr>
          <a:xfrm>
            <a:off x="6924675" y="2457450"/>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2" name="reveal-2">
            <a:extLst>
              <a:ext uri="{FF2B5EF4-FFF2-40B4-BE49-F238E27FC236}">
                <ns2:creationId id="{3542A27B-9009-4B08-8C2B-C8526CEC74F8}"/>
              </a:ext>
            </a:extLst>
          </p:cNvPr>
          <p:cNvSpPr>
            <a:spLocks noGrp="1"/>
          </p:cNvSpPr>
          <p:nvPr/>
        </p:nvSpPr>
        <p:spPr>
          <a:xfrm>
            <a:off x="7467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04</a:t>
            </a:r>
          </a:p>
        </p:txBody>
      </p:sp>
      <p:sp>
        <p:nvSpPr>
          <p:cNvPr id="13" name="reveal-2">
            <a:extLst>
              <a:ext uri="{FF2B5EF4-FFF2-40B4-BE49-F238E27FC236}">
                <ns2:creationId id="{2C8F4B08-BAB1-4667-B573-622100708073}"/>
              </a:ext>
            </a:extLst>
          </p:cNvPr>
          <p:cNvSpPr>
            <a:spLocks noGrp="1"/>
          </p:cNvSpPr>
          <p:nvPr/>
        </p:nvSpPr>
        <p:spPr>
          <a:xfrm>
            <a:off x="7467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Local</a:t>
            </a:r>
          </a:p>
          <a:p>
            <a:pPr>
              <a:buNone/>
              <a:defRPr sz="2400" b="1">
                <a:solidFill>
                  <a:srgbClr val="F1F6F7"/>
                </a:solidFill>
                <a:latin typeface="Arial"/>
                <a:ea typeface="Arial"/>
                <a:cs typeface="Arial"/>
              </a:defRPr>
            </a:pPr>
            <a:r>
              <a:rPr sz="2400" b="1">
                <a:solidFill>
                  <a:srgbClr val="F1F6F7"/>
                </a:solidFill>
                <a:latin typeface="Arial"/>
                <a:ea typeface="Arial"/>
                <a:cs typeface="Arial"/>
              </a:rPr>
              <a:t>monitoring</a:t>
            </a:r>
          </a:p>
        </p:txBody>
      </p:sp>
      <p:sp>
        <p:nvSpPr>
          <p:cNvPr id="14" name="reveal-2">
            <a:extLst>
              <a:ext uri="{FF2B5EF4-FFF2-40B4-BE49-F238E27FC236}">
                <ns2:creationId id="{FC794A15-D406-4393-B2A7-4A6C1D1724B7}"/>
              </a:ext>
            </a:extLst>
          </p:cNvPr>
          <p:cNvSpPr>
            <a:spLocks noGrp="1"/>
          </p:cNvSpPr>
          <p:nvPr/>
        </p:nvSpPr>
        <p:spPr>
          <a:xfrm>
            <a:off x="9210675" y="2457450"/>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5" name="reveal-3">
            <a:extLst>
              <a:ext uri="{FF2B5EF4-FFF2-40B4-BE49-F238E27FC236}">
                <ns2:creationId id="{BF98BCED-F2B8-42C5-9A73-1F76F430D256}"/>
              </a:ext>
            </a:extLst>
          </p:cNvPr>
          <p:cNvSpPr>
            <a:spLocks noGrp="1"/>
          </p:cNvSpPr>
          <p:nvPr/>
        </p:nvSpPr>
        <p:spPr>
          <a:xfrm>
            <a:off x="9753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05</a:t>
            </a:r>
          </a:p>
        </p:txBody>
      </p:sp>
      <p:sp>
        <p:nvSpPr>
          <p:cNvPr id="16" name="reveal-3">
            <a:extLst>
              <a:ext uri="{FF2B5EF4-FFF2-40B4-BE49-F238E27FC236}">
                <ns2:creationId id="{D6779F37-B6EF-430B-AB1A-D1EF36993515}"/>
              </a:ext>
            </a:extLst>
          </p:cNvPr>
          <p:cNvSpPr>
            <a:spLocks noGrp="1"/>
          </p:cNvSpPr>
          <p:nvPr/>
        </p:nvSpPr>
        <p:spPr>
          <a:xfrm>
            <a:off x="9753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Final</a:t>
            </a:r>
          </a:p>
          <a:p>
            <a:pPr>
              <a:buNone/>
              <a:defRPr sz="2400" b="1">
                <a:solidFill>
                  <a:srgbClr val="F1F6F7"/>
                </a:solidFill>
                <a:latin typeface="Arial"/>
                <a:ea typeface="Arial"/>
                <a:cs typeface="Arial"/>
              </a:defRPr>
            </a:pPr>
            <a:r>
              <a:rPr sz="2400" b="1">
                <a:solidFill>
                  <a:srgbClr val="F1F6F7"/>
                </a:solidFill>
                <a:latin typeface="Arial"/>
                <a:ea typeface="Arial"/>
                <a:cs typeface="Arial"/>
              </a:rPr>
              <a:t>submission</a:t>
            </a:r>
          </a:p>
        </p:txBody>
      </p:sp>
      <p:sp>
        <p:nvSpPr>
          <p:cNvPr id="17" name="static">
            <a:extLst>
              <a:ext uri="{FF2B5EF4-FFF2-40B4-BE49-F238E27FC236}">
                <ns2:creationId id="{E99A758F-50BD-4D42-945D-D3FEABFF34C2}"/>
              </a:ext>
            </a:extLst>
          </p:cNvPr>
          <p:cNvSpPr>
            <a:spLocks noGrp="1"/>
          </p:cNvSpPr>
          <p:nvPr/>
        </p:nvSpPr>
        <p:spPr>
          <a:xfrm>
            <a:off x="609600" y="4829175"/>
            <a:ext cx="10858500" cy="523875"/>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Online checks include camera, microphone and voice reference.</a:t>
            </a:r>
          </a:p>
        </p:txBody>
      </p:sp>
      <p:sp>
        <p:nvSpPr>
          <p:cNvPr id="18" name="static">
            <a:extLst>
              <a:ext uri="{FF2B5EF4-FFF2-40B4-BE49-F238E27FC236}">
                <ns2:creationId id="{3687E2F5-F752-40DF-884D-525D3BB82B9B}"/>
              </a:ext>
            </a:extLst>
          </p:cNvPr>
          <p:cNvSpPr>
            <a:spLocks noGrp="1"/>
          </p:cNvSpPr>
          <p:nvPr/>
        </p:nvSpPr>
        <p:spPr>
          <a:xfrm>
            <a:off x="609600" y="5467350"/>
            <a:ext cx="10858500" cy="523875"/>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Process, USB storage and display checks protect the environment.</a:t>
            </a:r>
          </a:p>
        </p:txBody>
      </p:sp>
      <p:sp>
        <p:nvSpPr>
          <p:cNvPr id="20" name="static">
            <a:extLst>
              <a:ext uri="{FF2B5EF4-FFF2-40B4-BE49-F238E27FC236}">
                <ns2:creationId id="{D45DB9E5-E18A-48AE-BA0E-93B0B2E872AB}"/>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10</a:t>
            </a:r>
          </a:p>
        </p:txBody>
      </p:sp>
    </p:spTree>
    <p:extLst>
      <p:ext uri="{BB962C8B-B14F-4D97-AF65-F5344CB8AC3E}">
        <ns3:creationId val="8155684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childTnLst>
                    </p:cTn>
                  </p:par>
                  <p:par>
                    <p:cTn id="22" fill="hold">
                      <p:stCondLst>
                        <p:cond delay="indefinite"/>
                      </p:stCondLst>
                      <p:childTnLst>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1"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1"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fill="hold" grpId="1"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par>
                          <p:cTn id="38" presetID="10" presetClass="entr" presetSubtype="0" fill="hold" grpId="1"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childTnLst>
                    </p:cTn>
                  </p:par>
                  <p:par>
                    <p:cTn id="41" fill="hold">
                      <p:stCondLst>
                        <p:cond delay="indefinite"/>
                      </p:stCondLst>
                      <p:childTnLst>
                        <p:par>
                          <p:cTn id="42" presetID="10" presetClass="entr" presetSubtype="0" fill="hold" grpId="2"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2"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1" animBg="1"/>
      <p:bldP spid="10" grpId="1" animBg="1"/>
      <p:bldP spid="11" grpId="1" animBg="1"/>
      <p:bldP spid="12" grpId="1" animBg="1"/>
      <p:bldP spid="13" grpId="1" animBg="1"/>
      <p:bldP spid="14" grpId="1" animBg="1"/>
      <p:bldP spid="15" grpId="2" animBg="1"/>
      <p:bldP spid="16" grpId="2" animBg="1"/>
    </p:bldLst>
  </p:timing>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06C4223F-8F00-4559-8952-306775F0BE51}"/>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Evidence supports examiner judgment</a:t>
            </a:r>
          </a:p>
        </p:txBody>
      </p:sp>
      <p:sp>
        <p:nvSpPr>
          <p:cNvPr id="3" name="reveal-1">
            <a:extLst>
              <a:ext uri="{FF2B5EF4-FFF2-40B4-BE49-F238E27FC236}">
                <ns2:creationId id="{AB7986C7-BB9F-4067-9DCA-9A04F41506A5}"/>
              </a:ext>
            </a:extLst>
          </p:cNvPr>
          <p:cNvSpPr>
            <a:spLocks noGrp="1"/>
          </p:cNvSpPr>
          <p:nvPr/>
        </p:nvSpPr>
        <p:spPr>
          <a:xfrm>
            <a:off x="609600" y="1962150"/>
            <a:ext cx="3086100" cy="1714500"/>
          </a:xfrm>
          <a:prstGeom prst="rect">
            <a:avLst/>
          </a:prstGeom>
          <a:solidFill>
            <a:srgbClr val="102F3C"/>
          </a:solidFill>
          <a:ln w="9525">
            <a:solidFill>
              <a:srgbClr val="36616C"/>
            </a:solidFill>
          </a:ln>
        </p:spPr>
      </p:sp>
      <p:sp>
        <p:nvSpPr>
          <p:cNvPr id="4" name="reveal-1">
            <a:extLst>
              <a:ext uri="{FF2B5EF4-FFF2-40B4-BE49-F238E27FC236}">
                <ns2:creationId id="{6935C862-E5BC-47CF-9684-78A8394B4101}"/>
              </a:ext>
            </a:extLst>
          </p:cNvPr>
          <p:cNvSpPr>
            <a:spLocks noGrp="1"/>
          </p:cNvSpPr>
          <p:nvPr/>
        </p:nvSpPr>
        <p:spPr>
          <a:xfrm>
            <a:off x="819150" y="2171700"/>
            <a:ext cx="2667000" cy="6858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Alert</a:t>
            </a:r>
          </a:p>
        </p:txBody>
      </p:sp>
      <p:sp>
        <p:nvSpPr>
          <p:cNvPr id="5" name="reveal-1">
            <a:extLst>
              <a:ext uri="{FF2B5EF4-FFF2-40B4-BE49-F238E27FC236}">
                <ns2:creationId id="{ACA299A3-4E79-4765-B0B2-7AD53F3892E0}"/>
              </a:ext>
            </a:extLst>
          </p:cNvPr>
          <p:cNvSpPr>
            <a:spLocks noGrp="1"/>
          </p:cNvSpPr>
          <p:nvPr/>
        </p:nvSpPr>
        <p:spPr>
          <a:xfrm>
            <a:off x="819150" y="2914650"/>
            <a:ext cx="2667000" cy="666750"/>
          </a:xfrm>
          <a:prstGeom prst="rect">
            <a:avLst/>
          </a:prstGeom>
          <a:noFill/>
          <a:ln w="0">
            <a:noFill/>
          </a:ln>
        </p:spPr>
        <p:txBody>
          <a:bodyPr>
            <a:noAutofit/>
          </a:bodyPr>
          <a:lstStyle/>
          <a:p>
            <a:pPr>
              <a:buNone/>
              <a:defRPr sz="1725" b="0">
                <a:solidFill>
                  <a:srgbClr val="F1F6F7"/>
                </a:solidFill>
                <a:latin typeface="Arial"/>
                <a:ea typeface="Arial"/>
                <a:cs typeface="Arial"/>
              </a:defRPr>
            </a:pPr>
            <a:r>
              <a:rPr sz="1725" b="0">
                <a:solidFill>
                  <a:srgbClr val="F1F6F7"/>
                </a:solidFill>
                <a:latin typeface="Arial"/>
                <a:ea typeface="Arial"/>
                <a:cs typeface="Arial"/>
              </a:rPr>
              <a:t>Candidate + event identity</a:t>
            </a:r>
          </a:p>
        </p:txBody>
      </p:sp>
      <p:sp>
        <p:nvSpPr>
          <p:cNvPr id="6" name="reveal-2">
            <a:extLst>
              <a:ext uri="{FF2B5EF4-FFF2-40B4-BE49-F238E27FC236}">
                <ns2:creationId id="{8833875B-81A1-4664-A38A-8EF976A20B5C}"/>
              </a:ext>
            </a:extLst>
          </p:cNvPr>
          <p:cNvSpPr>
            <a:spLocks noGrp="1"/>
          </p:cNvSpPr>
          <p:nvPr/>
        </p:nvSpPr>
        <p:spPr>
          <a:xfrm>
            <a:off x="3800475" y="2447925"/>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7" name="reveal-2">
            <a:extLst>
              <a:ext uri="{FF2B5EF4-FFF2-40B4-BE49-F238E27FC236}">
                <ns2:creationId id="{2F5AE371-ABBC-426F-848F-684BBCD85442}"/>
              </a:ext>
            </a:extLst>
          </p:cNvPr>
          <p:cNvSpPr>
            <a:spLocks noGrp="1"/>
          </p:cNvSpPr>
          <p:nvPr/>
        </p:nvSpPr>
        <p:spPr>
          <a:xfrm>
            <a:off x="4419600" y="1962150"/>
            <a:ext cx="3086100" cy="1714500"/>
          </a:xfrm>
          <a:prstGeom prst="rect">
            <a:avLst/>
          </a:prstGeom>
          <a:solidFill>
            <a:srgbClr val="102F3C"/>
          </a:solidFill>
          <a:ln w="9525">
            <a:solidFill>
              <a:srgbClr val="36616C"/>
            </a:solidFill>
          </a:ln>
        </p:spPr>
      </p:sp>
      <p:sp>
        <p:nvSpPr>
          <p:cNvPr id="8" name="reveal-2">
            <a:extLst>
              <a:ext uri="{FF2B5EF4-FFF2-40B4-BE49-F238E27FC236}">
                <ns2:creationId id="{E6232011-86DE-424F-B5A9-D6458A1C6CBD}"/>
              </a:ext>
            </a:extLst>
          </p:cNvPr>
          <p:cNvSpPr>
            <a:spLocks noGrp="1"/>
          </p:cNvSpPr>
          <p:nvPr/>
        </p:nvSpPr>
        <p:spPr>
          <a:xfrm>
            <a:off x="4629150" y="2171700"/>
            <a:ext cx="2667000" cy="6858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Evidence</a:t>
            </a:r>
          </a:p>
        </p:txBody>
      </p:sp>
      <p:sp>
        <p:nvSpPr>
          <p:cNvPr id="9" name="reveal-2">
            <a:extLst>
              <a:ext uri="{FF2B5EF4-FFF2-40B4-BE49-F238E27FC236}">
                <ns2:creationId id="{E5E39C97-C56F-429C-8254-DB42756F4E06}"/>
              </a:ext>
            </a:extLst>
          </p:cNvPr>
          <p:cNvSpPr>
            <a:spLocks noGrp="1"/>
          </p:cNvSpPr>
          <p:nvPr/>
        </p:nvSpPr>
        <p:spPr>
          <a:xfrm>
            <a:off x="4629150" y="2914650"/>
            <a:ext cx="2667000" cy="666750"/>
          </a:xfrm>
          <a:prstGeom prst="rect">
            <a:avLst/>
          </a:prstGeom>
          <a:noFill/>
          <a:ln w="0">
            <a:noFill/>
          </a:ln>
        </p:spPr>
        <p:txBody>
          <a:bodyPr>
            <a:noAutofit/>
          </a:bodyPr>
          <a:lstStyle/>
          <a:p>
            <a:pPr>
              <a:buNone/>
              <a:defRPr sz="1725" b="0">
                <a:solidFill>
                  <a:srgbClr val="F1F6F7"/>
                </a:solidFill>
                <a:latin typeface="Arial"/>
                <a:ea typeface="Arial"/>
                <a:cs typeface="Arial"/>
              </a:defRPr>
            </a:pPr>
            <a:r>
              <a:rPr sz="1725" b="0">
                <a:solidFill>
                  <a:srgbClr val="F1F6F7"/>
                </a:solidFill>
                <a:latin typeface="Arial"/>
                <a:ea typeface="Arial"/>
                <a:cs typeface="Arial"/>
              </a:rPr>
              <a:t>Event image or audio clip</a:t>
            </a:r>
          </a:p>
        </p:txBody>
      </p:sp>
      <p:sp>
        <p:nvSpPr>
          <p:cNvPr id="10" name="reveal-3">
            <a:extLst>
              <a:ext uri="{FF2B5EF4-FFF2-40B4-BE49-F238E27FC236}">
                <ns2:creationId id="{4B46E928-E01F-4C8F-AD64-3FFC6F5EA028}"/>
              </a:ext>
            </a:extLst>
          </p:cNvPr>
          <p:cNvSpPr>
            <a:spLocks noGrp="1"/>
          </p:cNvSpPr>
          <p:nvPr/>
        </p:nvSpPr>
        <p:spPr>
          <a:xfrm>
            <a:off x="7610475" y="2447925"/>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1" name="reveal-3">
            <a:extLst>
              <a:ext uri="{FF2B5EF4-FFF2-40B4-BE49-F238E27FC236}">
                <ns2:creationId id="{DFE41ED3-431C-4D29-A79F-F1CDC2B8C2A3}"/>
              </a:ext>
            </a:extLst>
          </p:cNvPr>
          <p:cNvSpPr>
            <a:spLocks noGrp="1"/>
          </p:cNvSpPr>
          <p:nvPr/>
        </p:nvSpPr>
        <p:spPr>
          <a:xfrm>
            <a:off x="8229600" y="1962150"/>
            <a:ext cx="3086100" cy="1714500"/>
          </a:xfrm>
          <a:prstGeom prst="rect">
            <a:avLst/>
          </a:prstGeom>
          <a:solidFill>
            <a:srgbClr val="102F3C"/>
          </a:solidFill>
          <a:ln w="9525">
            <a:solidFill>
              <a:srgbClr val="36616C"/>
            </a:solidFill>
          </a:ln>
        </p:spPr>
      </p:sp>
      <p:sp>
        <p:nvSpPr>
          <p:cNvPr id="12" name="reveal-3">
            <a:extLst>
              <a:ext uri="{FF2B5EF4-FFF2-40B4-BE49-F238E27FC236}">
                <ns2:creationId id="{15B83EB0-B11A-49ED-8A63-8F0A5F88F2EF}"/>
              </a:ext>
            </a:extLst>
          </p:cNvPr>
          <p:cNvSpPr>
            <a:spLocks noGrp="1"/>
          </p:cNvSpPr>
          <p:nvPr/>
        </p:nvSpPr>
        <p:spPr>
          <a:xfrm>
            <a:off x="8439150" y="2171700"/>
            <a:ext cx="2667000" cy="6858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Human review</a:t>
            </a:r>
          </a:p>
        </p:txBody>
      </p:sp>
      <p:sp>
        <p:nvSpPr>
          <p:cNvPr id="13" name="reveal-3">
            <a:extLst>
              <a:ext uri="{FF2B5EF4-FFF2-40B4-BE49-F238E27FC236}">
                <ns2:creationId id="{6D80AE08-8912-4C7A-A63F-827F8AE6C5EB}"/>
              </a:ext>
            </a:extLst>
          </p:cNvPr>
          <p:cNvSpPr>
            <a:spLocks noGrp="1"/>
          </p:cNvSpPr>
          <p:nvPr/>
        </p:nvSpPr>
        <p:spPr>
          <a:xfrm>
            <a:off x="8439150" y="2914650"/>
            <a:ext cx="2667000" cy="666750"/>
          </a:xfrm>
          <a:prstGeom prst="rect">
            <a:avLst/>
          </a:prstGeom>
          <a:noFill/>
          <a:ln w="0">
            <a:noFill/>
          </a:ln>
        </p:spPr>
        <p:txBody>
          <a:bodyPr>
            <a:noAutofit/>
          </a:bodyPr>
          <a:lstStyle/>
          <a:p>
            <a:pPr>
              <a:buNone/>
              <a:defRPr sz="1725" b="0">
                <a:solidFill>
                  <a:srgbClr val="F1F6F7"/>
                </a:solidFill>
                <a:latin typeface="Arial"/>
                <a:ea typeface="Arial"/>
                <a:cs typeface="Arial"/>
              </a:defRPr>
            </a:pPr>
            <a:r>
              <a:rPr sz="1725" b="0">
                <a:solidFill>
                  <a:srgbClr val="F1F6F7"/>
                </a:solidFill>
                <a:latin typeface="Arial"/>
                <a:ea typeface="Arial"/>
                <a:cs typeface="Arial"/>
              </a:rPr>
              <a:t>Confirm or dismiss</a:t>
            </a:r>
          </a:p>
        </p:txBody>
      </p:sp>
      <p:sp>
        <p:nvSpPr>
          <p:cNvPr id="14" name="static">
            <a:extLst>
              <a:ext uri="{FF2B5EF4-FFF2-40B4-BE49-F238E27FC236}">
                <ns2:creationId id="{06C91431-A059-4A8B-9A19-FB9480696FEB}"/>
              </a:ext>
            </a:extLst>
          </p:cNvPr>
          <p:cNvSpPr>
            <a:spLocks noGrp="1"/>
          </p:cNvSpPr>
          <p:nvPr/>
        </p:nvSpPr>
        <p:spPr>
          <a:xfrm>
            <a:off x="609600" y="4267200"/>
            <a:ext cx="2895600" cy="1238250"/>
          </a:xfrm>
          <a:prstGeom prst="rect">
            <a:avLst/>
          </a:prstGeom>
          <a:noFill/>
          <a:ln w="0">
            <a:noFill/>
          </a:ln>
        </p:spPr>
        <p:txBody>
          <a:bodyPr>
            <a:noAutofit/>
          </a:bodyPr>
          <a:lstStyle/>
          <a:p>
            <a:pPr>
              <a:buNone/>
              <a:defRPr sz="5700" b="1">
                <a:solidFill>
                  <a:srgbClr val="50DDC4"/>
                </a:solidFill>
                <a:latin typeface="Arial"/>
                <a:ea typeface="Arial"/>
                <a:cs typeface="Arial"/>
              </a:defRPr>
            </a:pPr>
            <a:r>
              <a:rPr sz="5700" b="1">
                <a:solidFill>
                  <a:srgbClr val="50DDC4"/>
                </a:solidFill>
                <a:latin typeface="Arial"/>
                <a:ea typeface="Arial"/>
                <a:cs typeface="Arial"/>
              </a:rPr>
              <a:t>0–100</a:t>
            </a:r>
          </a:p>
        </p:txBody>
      </p:sp>
      <p:sp>
        <p:nvSpPr>
          <p:cNvPr id="15" name="static">
            <a:extLst>
              <a:ext uri="{FF2B5EF4-FFF2-40B4-BE49-F238E27FC236}">
                <ns2:creationId id="{2912ADAB-3D31-445E-A370-89AE28BD7D34}"/>
              </a:ext>
            </a:extLst>
          </p:cNvPr>
          <p:cNvSpPr>
            <a:spLocks noGrp="1"/>
          </p:cNvSpPr>
          <p:nvPr/>
        </p:nvSpPr>
        <p:spPr>
          <a:xfrm>
            <a:off x="3838575" y="4429125"/>
            <a:ext cx="7429500" cy="847725"/>
          </a:xfrm>
          <a:prstGeom prst="rect">
            <a:avLst/>
          </a:prstGeom>
          <a:noFill/>
          <a:ln w="0">
            <a:noFill/>
          </a:ln>
        </p:spPr>
        <p:txBody>
          <a:bodyPr>
            <a:noAutofit/>
          </a:bodyPr>
          <a:lstStyle/>
          <a:p>
            <a:pPr>
              <a:buNone/>
              <a:defRPr sz="2550" b="0">
                <a:solidFill>
                  <a:srgbClr val="F1F6F7"/>
                </a:solidFill>
                <a:latin typeface="Arial"/>
                <a:ea typeface="Arial"/>
                <a:cs typeface="Arial"/>
              </a:defRPr>
            </a:pPr>
            <a:r>
              <a:rPr sz="2550" b="0">
                <a:solidFill>
                  <a:srgbClr val="F1F6F7"/>
                </a:solidFill>
                <a:latin typeface="Arial"/>
                <a:ea typeface="Arial"/>
                <a:cs typeface="Arial"/>
              </a:rPr>
              <a:t>Review priority, not a probability of cheating</a:t>
            </a:r>
          </a:p>
        </p:txBody>
      </p:sp>
      <p:sp>
        <p:nvSpPr>
          <p:cNvPr id="16" name="static">
            <a:extLst>
              <a:ext uri="{FF2B5EF4-FFF2-40B4-BE49-F238E27FC236}">
                <ns2:creationId id="{DC4B94E7-59A1-4B88-AF77-BEDD939CD22C}"/>
              </a:ext>
            </a:extLst>
          </p:cNvPr>
          <p:cNvSpPr>
            <a:spLocks noGrp="1"/>
          </p:cNvSpPr>
          <p:nvPr/>
        </p:nvSpPr>
        <p:spPr>
          <a:xfrm>
            <a:off x="609600" y="5734050"/>
            <a:ext cx="10972800" cy="457200"/>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Teacher updates stay within owned exams; administrators have broader access.</a:t>
            </a:r>
          </a:p>
        </p:txBody>
      </p:sp>
      <p:sp>
        <p:nvSpPr>
          <p:cNvPr id="18" name="static">
            <a:extLst>
              <a:ext uri="{FF2B5EF4-FFF2-40B4-BE49-F238E27FC236}">
                <ns2:creationId id="{FFD5B8D1-72FE-4E32-B0DA-CF1F0C6E77B7}"/>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11</a:t>
            </a:r>
          </a:p>
        </p:txBody>
      </p:sp>
    </p:spTree>
    <p:extLst>
      <p:ext uri="{BB962C8B-B14F-4D97-AF65-F5344CB8AC3E}">
        <ns3:creationId val="127726008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5" name="static">
            <a:extLst>
              <a:ext uri="{FF2B5EF4-FFF2-40B4-BE49-F238E27FC236}">
                <ns2:creationId id="{795CFC8E-4A6B-4C56-AA64-4837FF62A1A4}"/>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Implementation progress</a:t>
            </a:r>
          </a:p>
        </p:txBody>
      </p:sp>
      <p:graphicFrame>
        <p:nvGraphicFramePr>
          <p:cNvPr id="9" name=""/>
          <p:cNvGraphicFramePr/>
          <p:nvPr/>
        </p:nvGraphicFramePr>
        <p:xfrm>
          <a:off x="609600" y="1704975"/>
          <a:ext cx="10972800" cy="3829050"/>
        </p:xfrm>
        <a:graphic>
          <a:graphicData uri="http://schemas.openxmlformats.org/drawingml/2006/table">
            <a:tbl>
              <a:tblPr/>
              <a:tblGrid>
                <a:gridCol w="4000500"/>
                <a:gridCol w="6972300"/>
              </a:tblGrid>
              <a:tr h="478631">
                <a:tc>
                  <a:txBody>
                    <a:bodyPr>
                      <a:noAutofit/>
                    </a:bodyPr>
                    <a:lstStyle/>
                    <a:p>
                      <a:r>
                        <a:rPr sz="1875" b="1">
                          <a:solidFill>
                            <a:srgbClr val="50DDC4"/>
                          </a:solidFill>
                          <a:latin typeface="Arial"/>
                          <a:ea typeface="Arial"/>
                          <a:cs typeface="Arial"/>
                        </a:rPr>
                        <a:t>Scope module</a:t>
                      </a:r>
                    </a:p>
                  </a:txBody>
                  <a:tcPr marL="91440" marR="91440" marT="45720" marB="45720">
                    <a:solidFill>
                      <a:srgbClr val="163D49"/>
                    </a:solidFill>
                  </a:tcPr>
                </a:tc>
                <a:tc>
                  <a:txBody>
                    <a:bodyPr>
                      <a:noAutofit/>
                    </a:bodyPr>
                    <a:lstStyle/>
                    <a:p>
                      <a:r>
                        <a:rPr sz="1875" b="1">
                          <a:solidFill>
                            <a:srgbClr val="50DDC4"/>
                          </a:solidFill>
                          <a:latin typeface="Arial"/>
                          <a:ea typeface="Arial"/>
                          <a:cs typeface="Arial"/>
                        </a:rPr>
                        <a:t>Current implementation</a:t>
                      </a:r>
                    </a:p>
                  </a:txBody>
                  <a:tcPr marL="91440" marR="91440" marT="45720" marB="45720">
                    <a:solidFill>
                      <a:srgbClr val="163D49"/>
                    </a:solidFill>
                  </a:tcPr>
                </a:tc>
              </a:tr>
              <a:tr h="478631">
                <a:tc>
                  <a:txBody>
                    <a:bodyPr>
                      <a:noAutofit/>
                    </a:bodyPr>
                    <a:lstStyle/>
                    <a:p>
                      <a:r>
                        <a:rPr sz="1725" b="0">
                          <a:solidFill>
                            <a:srgbClr val="F1F6F7"/>
                          </a:solidFill>
                          <a:latin typeface="Arial"/>
                          <a:ea typeface="Arial"/>
                          <a:cs typeface="Arial"/>
                        </a:rPr>
                        <a:t>Secure environment</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C2330"/>
                    </a:solidFill>
                  </a:tcPr>
                </a:tc>
              </a:tr>
              <a:tr h="478631">
                <a:tc>
                  <a:txBody>
                    <a:bodyPr>
                      <a:noAutofit/>
                    </a:bodyPr>
                    <a:lstStyle/>
                    <a:p>
                      <a:r>
                        <a:rPr sz="1725" b="0">
                          <a:solidFill>
                            <a:srgbClr val="F1F6F7"/>
                          </a:solidFill>
                          <a:latin typeface="Arial"/>
                          <a:ea typeface="Arial"/>
                          <a:cs typeface="Arial"/>
                        </a:rPr>
                        <a:t>AI monitoring</a:t>
                      </a:r>
                    </a:p>
                  </a:txBody>
                  <a:tcPr marL="91440" marR="91440" marT="45720" marB="45720">
                    <a:solidFill>
                      <a:srgbClr val="081925"/>
                    </a:solidFill>
                  </a:tcPr>
                </a:tc>
                <a:tc>
                  <a:txBody>
                    <a:bodyPr>
                      <a:noAutofit/>
                    </a:bodyPr>
                    <a:lstStyle/>
                    <a:p>
                      <a:r>
                        <a:rPr sz="1725" b="0">
                          <a:solidFill>
                            <a:srgbClr val="F1F6F7"/>
                          </a:solidFill>
                          <a:latin typeface="Arial"/>
                          <a:ea typeface="Arial"/>
                          <a:cs typeface="Arial"/>
                        </a:rPr>
                        <a:t>Implemented; model/class scope differences</a:t>
                      </a:r>
                    </a:p>
                  </a:txBody>
                  <a:tcPr marL="91440" marR="91440" marT="45720" marB="45720">
                    <a:solidFill>
                      <a:srgbClr val="081925"/>
                    </a:solidFill>
                  </a:tcPr>
                </a:tc>
              </a:tr>
              <a:tr h="478631">
                <a:tc>
                  <a:txBody>
                    <a:bodyPr>
                      <a:noAutofit/>
                    </a:bodyPr>
                    <a:lstStyle/>
                    <a:p>
                      <a:r>
                        <a:rPr sz="1725" b="0">
                          <a:solidFill>
                            <a:srgbClr val="F1F6F7"/>
                          </a:solidFill>
                          <a:latin typeface="Arial"/>
                          <a:ea typeface="Arial"/>
                          <a:cs typeface="Arial"/>
                        </a:rPr>
                        <a:t>Event evidence</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C2330"/>
                    </a:solidFill>
                  </a:tcPr>
                </a:tc>
              </a:tr>
              <a:tr h="478631">
                <a:tc>
                  <a:txBody>
                    <a:bodyPr>
                      <a:noAutofit/>
                    </a:bodyPr>
                    <a:lstStyle/>
                    <a:p>
                      <a:r>
                        <a:rPr sz="1725" b="0">
                          <a:solidFill>
                            <a:srgbClr val="F1F6F7"/>
                          </a:solidFill>
                          <a:latin typeface="Arial"/>
                          <a:ea typeface="Arial"/>
                          <a:cs typeface="Arial"/>
                        </a:rPr>
                        <a:t>Examiner dashboard</a:t>
                      </a:r>
                    </a:p>
                  </a:txBody>
                  <a:tcPr marL="91440" marR="91440" marT="45720" marB="45720">
                    <a:solidFill>
                      <a:srgbClr val="081925"/>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81925"/>
                    </a:solidFill>
                  </a:tcPr>
                </a:tc>
              </a:tr>
              <a:tr h="478631">
                <a:tc>
                  <a:txBody>
                    <a:bodyPr>
                      <a:noAutofit/>
                    </a:bodyPr>
                    <a:lstStyle/>
                    <a:p>
                      <a:r>
                        <a:rPr sz="1725" b="0">
                          <a:solidFill>
                            <a:srgbClr val="F1F6F7"/>
                          </a:solidFill>
                          <a:latin typeface="Arial"/>
                          <a:ea typeface="Arial"/>
                          <a:cs typeface="Arial"/>
                        </a:rPr>
                        <a:t>File and typed submission</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C2330"/>
                    </a:solidFill>
                  </a:tcPr>
                </a:tc>
              </a:tr>
              <a:tr h="478631">
                <a:tc>
                  <a:txBody>
                    <a:bodyPr>
                      <a:noAutofit/>
                    </a:bodyPr>
                    <a:lstStyle/>
                    <a:p>
                      <a:r>
                        <a:rPr sz="1725" b="0">
                          <a:solidFill>
                            <a:srgbClr val="F1F6F7"/>
                          </a:solidFill>
                          <a:latin typeface="Arial"/>
                          <a:ea typeface="Arial"/>
                          <a:cs typeface="Arial"/>
                        </a:rPr>
                        <a:t>Self-check + severity scoring</a:t>
                      </a:r>
                    </a:p>
                  </a:txBody>
                  <a:tcPr marL="91440" marR="91440" marT="45720" marB="45720">
                    <a:solidFill>
                      <a:srgbClr val="081925"/>
                    </a:solidFill>
                  </a:tcPr>
                </a:tc>
                <a:tc>
                  <a:txBody>
                    <a:bodyPr>
                      <a:noAutofit/>
                    </a:bodyPr>
                    <a:lstStyle/>
                    <a:p>
                      <a:r>
                        <a:rPr sz="1725" b="0">
                          <a:solidFill>
                            <a:srgbClr val="F1F6F7"/>
                          </a:solidFill>
                          <a:latin typeface="Arial"/>
                          <a:ea typeface="Arial"/>
                          <a:cs typeface="Arial"/>
                        </a:rPr>
                        <a:t>Implemented (optional scope modules)</a:t>
                      </a:r>
                    </a:p>
                  </a:txBody>
                  <a:tcPr marL="91440" marR="91440" marT="45720" marB="45720">
                    <a:solidFill>
                      <a:srgbClr val="081925"/>
                    </a:solidFill>
                  </a:tcPr>
                </a:tc>
              </a:tr>
              <a:tr h="478631">
                <a:tc>
                  <a:txBody>
                    <a:bodyPr>
                      <a:noAutofit/>
                    </a:bodyPr>
                    <a:lstStyle/>
                    <a:p>
                      <a:r>
                        <a:rPr sz="1725" b="0">
                          <a:solidFill>
                            <a:srgbClr val="F1F6F7"/>
                          </a:solidFill>
                          <a:latin typeface="Arial"/>
                          <a:ea typeface="Arial"/>
                          <a:cs typeface="Arial"/>
                        </a:rPr>
                        <a:t>Audit reporting</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 summary, CSV and browser PDF</a:t>
                      </a:r>
                    </a:p>
                  </a:txBody>
                  <a:tcPr marL="91440" marR="91440" marT="45720" marB="45720">
                    <a:solidFill>
                      <a:srgbClr val="0C2330"/>
                    </a:solidFill>
                  </a:tcPr>
                </a:tc>
              </a:tr>
            </a:tbl>
          </a:graphicData>
        </a:graphic>
      </p:graphicFrame>
      <p:sp>
        <p:nvSpPr>
          <p:cNvPr id="4" name="static">
            <a:extLst>
              <a:ext uri="{FF2B5EF4-FFF2-40B4-BE49-F238E27FC236}">
                <ns2:creationId id="{89E3A92E-AE59-46F0-B42E-175F66DBF7C5}"/>
              </a:ext>
            </a:extLst>
          </p:cNvPr>
          <p:cNvSpPr>
            <a:spLocks noGrp="1"/>
          </p:cNvSpPr>
          <p:nvPr/>
        </p:nvSpPr>
        <p:spPr>
          <a:xfrm>
            <a:off x="609600" y="5734050"/>
            <a:ext cx="10972800" cy="419100"/>
          </a:xfrm>
          <a:prstGeom prst="rect">
            <a:avLst/>
          </a:prstGeom>
          <a:noFill/>
          <a:ln w="0">
            <a:noFill/>
          </a:ln>
        </p:spPr>
        <p:txBody>
          <a:bodyPr>
            <a:noAutofit/>
          </a:bodyPr>
          <a:lstStyle/>
          <a:p>
            <a:pPr>
              <a:buNone/>
              <a:defRPr sz="1950" b="0">
                <a:solidFill>
                  <a:srgbClr val="50DDC4"/>
                </a:solidFill>
                <a:latin typeface="Arial"/>
                <a:ea typeface="Arial"/>
                <a:cs typeface="Arial"/>
              </a:defRPr>
            </a:pPr>
            <a:r>
              <a:rPr sz="1950" b="0">
                <a:solidFill>
                  <a:srgbClr val="50DDC4"/>
                </a:solidFill>
                <a:latin typeface="Arial"/>
                <a:ea typeface="Arial"/>
                <a:cs typeface="Arial"/>
              </a:rPr>
              <a:t>Code implementation and measured acceptance are separate milestones.</a:t>
            </a:r>
          </a:p>
        </p:txBody>
      </p:sp>
      <p:sp>
        <p:nvSpPr>
          <p:cNvPr id="7" name="static">
            <a:extLst>
              <a:ext uri="{FF2B5EF4-FFF2-40B4-BE49-F238E27FC236}">
                <ns2:creationId id="{73129F78-666B-465F-A4A8-C92D3F58C561}"/>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12</a:t>
            </a:r>
          </a:p>
        </p:txBody>
      </p:sp>
    </p:spTree>
    <p:extLst>
      <p:ext uri="{BB962C8B-B14F-4D97-AF65-F5344CB8AC3E}">
        <ns3:creationId val="560908731"/>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9" name="static">
            <a:extLst>
              <a:ext uri="{FF2B5EF4-FFF2-40B4-BE49-F238E27FC236}">
                <ns2:creationId id="{33CBF887-FE8E-44C4-A674-0D13101293B0}"/>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Additions beyond the original scope</a:t>
            </a:r>
          </a:p>
        </p:txBody>
      </p:sp>
      <p:sp>
        <p:nvSpPr>
          <p:cNvPr id="3" name="reveal-1">
            <a:extLst>
              <a:ext uri="{FF2B5EF4-FFF2-40B4-BE49-F238E27FC236}">
                <ns2:creationId id="{49BB0EE4-B191-4FFD-9FA6-864941C3489C}"/>
              </a:ext>
            </a:extLst>
          </p:cNvPr>
          <p:cNvSpPr>
            <a:spLocks noGrp="1"/>
          </p:cNvSpPr>
          <p:nvPr/>
        </p:nvSpPr>
        <p:spPr>
          <a:xfrm>
            <a:off x="609600" y="1800225"/>
            <a:ext cx="10668000" cy="581025"/>
          </a:xfrm>
          <a:prstGeom prst="rect">
            <a:avLst/>
          </a:prstGeom>
          <a:noFill/>
          <a:ln w="0">
            <a:noFill/>
          </a:ln>
        </p:spPr>
        <p:txBody>
          <a:bodyPr>
            <a:noAutofit/>
          </a:bodyPr>
          <a:lstStyle/>
          <a:p>
            <a:pPr>
              <a:buNone/>
              <a:defRPr sz="2700" b="1">
                <a:solidFill>
                  <a:srgbClr val="50DDC4"/>
                </a:solidFill>
                <a:latin typeface="Arial"/>
                <a:ea typeface="Arial"/>
                <a:cs typeface="Arial"/>
              </a:defRPr>
            </a:pPr>
            <a:r>
              <a:rPr sz="2700" b="1">
                <a:solidFill>
                  <a:srgbClr val="50DDC4"/>
                </a:solidFill>
                <a:latin typeface="Arial"/>
                <a:ea typeface="Arial"/>
                <a:cs typeface="Arial"/>
              </a:rPr>
              <a:t>Speaker-reference verification</a:t>
            </a:r>
          </a:p>
        </p:txBody>
      </p:sp>
      <p:sp>
        <p:nvSpPr>
          <p:cNvPr id="4" name="reveal-1">
            <a:extLst>
              <a:ext uri="{FF2B5EF4-FFF2-40B4-BE49-F238E27FC236}">
                <ns2:creationId id="{F205170E-2EF3-49F6-8A09-DBD21013C67E}"/>
              </a:ext>
            </a:extLst>
          </p:cNvPr>
          <p:cNvSpPr>
            <a:spLocks noGrp="1"/>
          </p:cNvSpPr>
          <p:nvPr/>
        </p:nvSpPr>
        <p:spPr>
          <a:xfrm>
            <a:off x="609600" y="2419350"/>
            <a:ext cx="10668000" cy="438150"/>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Enrollment, confirmation and suspicious audio clips</a:t>
            </a:r>
          </a:p>
        </p:txBody>
      </p:sp>
      <p:sp>
        <p:nvSpPr>
          <p:cNvPr id="5" name="reveal-2">
            <a:extLst>
              <a:ext uri="{FF2B5EF4-FFF2-40B4-BE49-F238E27FC236}">
                <ns2:creationId id="{3242D4B3-9C94-4EE7-8711-978556AEA61C}"/>
              </a:ext>
            </a:extLst>
          </p:cNvPr>
          <p:cNvSpPr>
            <a:spLocks noGrp="1"/>
          </p:cNvSpPr>
          <p:nvPr/>
        </p:nvSpPr>
        <p:spPr>
          <a:xfrm>
            <a:off x="609600" y="3267075"/>
            <a:ext cx="10668000" cy="581025"/>
          </a:xfrm>
          <a:prstGeom prst="rect">
            <a:avLst/>
          </a:prstGeom>
          <a:noFill/>
          <a:ln w="0">
            <a:noFill/>
          </a:ln>
        </p:spPr>
        <p:txBody>
          <a:bodyPr>
            <a:noAutofit/>
          </a:bodyPr>
          <a:lstStyle/>
          <a:p>
            <a:pPr>
              <a:buNone/>
              <a:defRPr sz="2700" b="1">
                <a:solidFill>
                  <a:srgbClr val="F1F6F7"/>
                </a:solidFill>
                <a:latin typeface="Arial"/>
                <a:ea typeface="Arial"/>
                <a:cs typeface="Arial"/>
              </a:defRPr>
            </a:pPr>
            <a:r>
              <a:rPr sz="2700" b="1">
                <a:solidFill>
                  <a:srgbClr val="F1F6F7"/>
                </a:solidFill>
                <a:latin typeface="Arial"/>
                <a:ea typeface="Arial"/>
                <a:cs typeface="Arial"/>
              </a:rPr>
              <a:t>Exam management and communication</a:t>
            </a:r>
          </a:p>
        </p:txBody>
      </p:sp>
      <p:sp>
        <p:nvSpPr>
          <p:cNvPr id="6" name="reveal-2">
            <a:extLst>
              <a:ext uri="{FF2B5EF4-FFF2-40B4-BE49-F238E27FC236}">
                <ns2:creationId id="{4E6133FD-0D19-4C97-8A55-FEC86BCA88BF}"/>
              </a:ext>
            </a:extLst>
          </p:cNvPr>
          <p:cNvSpPr>
            <a:spLocks noGrp="1"/>
          </p:cNvSpPr>
          <p:nvPr/>
        </p:nvSpPr>
        <p:spPr>
          <a:xfrm>
            <a:off x="609600" y="3886200"/>
            <a:ext cx="10668000" cy="742950"/>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Lab mode, chat, warnings, extensions, priority queue and dark mode</a:t>
            </a:r>
          </a:p>
        </p:txBody>
      </p:sp>
      <p:sp>
        <p:nvSpPr>
          <p:cNvPr id="7" name="reveal-3">
            <a:extLst>
              <a:ext uri="{FF2B5EF4-FFF2-40B4-BE49-F238E27FC236}">
                <ns2:creationId id="{3031EC4F-9ED5-4E25-88C9-B842A6838349}"/>
              </a:ext>
            </a:extLst>
          </p:cNvPr>
          <p:cNvSpPr>
            <a:spLocks noGrp="1"/>
          </p:cNvSpPr>
          <p:nvPr/>
        </p:nvSpPr>
        <p:spPr>
          <a:xfrm>
            <a:off x="609600" y="4943475"/>
            <a:ext cx="10668000" cy="581025"/>
          </a:xfrm>
          <a:prstGeom prst="rect">
            <a:avLst/>
          </a:prstGeom>
          <a:noFill/>
          <a:ln w="0">
            <a:noFill/>
          </a:ln>
        </p:spPr>
        <p:txBody>
          <a:bodyPr>
            <a:noAutofit/>
          </a:bodyPr>
          <a:lstStyle/>
          <a:p>
            <a:pPr>
              <a:buNone/>
              <a:defRPr sz="2700" b="1">
                <a:solidFill>
                  <a:srgbClr val="F1F6F7"/>
                </a:solidFill>
                <a:latin typeface="Arial"/>
                <a:ea typeface="Arial"/>
                <a:cs typeface="Arial"/>
              </a:defRPr>
            </a:pPr>
            <a:r>
              <a:rPr sz="2700" b="1">
                <a:solidFill>
                  <a:srgbClr val="F1F6F7"/>
                </a:solidFill>
                <a:latin typeface="Arial"/>
                <a:ea typeface="Arial"/>
                <a:cs typeface="Arial"/>
              </a:rPr>
              <a:t>Administration and recovery</a:t>
            </a:r>
          </a:p>
        </p:txBody>
      </p:sp>
      <p:sp>
        <p:nvSpPr>
          <p:cNvPr id="8" name="reveal-3">
            <a:extLst>
              <a:ext uri="{FF2B5EF4-FFF2-40B4-BE49-F238E27FC236}">
                <ns2:creationId id="{D1D5FBCF-52F1-4E9A-A47C-EF89F64AB987}"/>
              </a:ext>
            </a:extLst>
          </p:cNvPr>
          <p:cNvSpPr>
            <a:spLocks noGrp="1"/>
          </p:cNvSpPr>
          <p:nvPr/>
        </p:nvSpPr>
        <p:spPr>
          <a:xfrm>
            <a:off x="609600" y="5562600"/>
            <a:ext cx="10668000" cy="457200"/>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Asset/user management, dynamic ports and late-evidence recovery</a:t>
            </a:r>
          </a:p>
        </p:txBody>
      </p:sp>
      <p:sp>
        <p:nvSpPr>
          <p:cNvPr id="10" name="static">
            <a:extLst>
              <a:ext uri="{FF2B5EF4-FFF2-40B4-BE49-F238E27FC236}">
                <ns2:creationId id="{EEB88A0E-50E0-4030-94BC-283ECF516CD2}"/>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13</a:t>
            </a:r>
          </a:p>
        </p:txBody>
      </p:sp>
    </p:spTree>
    <p:extLst>
      <p:ext uri="{BB962C8B-B14F-4D97-AF65-F5344CB8AC3E}">
        <ns3:creationId val="105977155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par>
                    <p:cTn id="17" fill="hold">
                      <p:stCondLst>
                        <p:cond delay="indefinite"/>
                      </p:stCondLst>
                      <p:childTnLst>
                        <p:par>
                          <p:cTn id="18" presetID="10" presetClass="entr" presetSubtype="0" fill="hold" grpId="2"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2"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1" animBg="1"/>
      <p:bldP spid="6" grpId="1" animBg="1"/>
      <p:bldP spid="7" grpId="2" animBg="1"/>
      <p:bldP spid="8" grpId="2" animBg="1"/>
    </p:bldLst>
  </p:timing>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9" name="static">
            <a:extLst>
              <a:ext uri="{FF2B5EF4-FFF2-40B4-BE49-F238E27FC236}">
                <ns2:creationId id="{EBD6C753-C8F0-4907-B988-15221A6D2853}"/>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Validation and remaining evaluation</a:t>
            </a:r>
          </a:p>
        </p:txBody>
      </p:sp>
      <p:sp>
        <p:nvSpPr>
          <p:cNvPr id="3" name="static">
            <a:extLst>
              <a:ext uri="{FF2B5EF4-FFF2-40B4-BE49-F238E27FC236}">
                <ns2:creationId id="{431B3A86-4840-452B-BFEB-D394C3194CA8}"/>
              </a:ext>
            </a:extLst>
          </p:cNvPr>
          <p:cNvSpPr>
            <a:spLocks noGrp="1"/>
          </p:cNvSpPr>
          <p:nvPr/>
        </p:nvSpPr>
        <p:spPr>
          <a:xfrm>
            <a:off x="609600" y="1590675"/>
            <a:ext cx="3333750" cy="1495425"/>
          </a:xfrm>
          <a:prstGeom prst="rect">
            <a:avLst/>
          </a:prstGeom>
          <a:noFill/>
          <a:ln w="0">
            <a:noFill/>
          </a:ln>
        </p:spPr>
        <p:txBody>
          <a:bodyPr>
            <a:noAutofit/>
          </a:bodyPr>
          <a:lstStyle/>
          <a:p>
            <a:pPr>
              <a:buNone/>
              <a:defRPr sz="8850" b="1">
                <a:solidFill>
                  <a:srgbClr val="50DDC4"/>
                </a:solidFill>
                <a:latin typeface="Arial"/>
                <a:ea typeface="Arial"/>
                <a:cs typeface="Arial"/>
              </a:defRPr>
            </a:pPr>
            <a:r>
              <a:rPr sz="8850" b="1">
                <a:solidFill>
                  <a:srgbClr val="50DDC4"/>
                </a:solidFill>
                <a:latin typeface="Arial"/>
                <a:ea typeface="Arial"/>
                <a:cs typeface="Arial"/>
              </a:rPr>
              <a:t>13</a:t>
            </a:r>
          </a:p>
        </p:txBody>
      </p:sp>
      <p:sp>
        <p:nvSpPr>
          <p:cNvPr id="4" name="static">
            <a:extLst>
              <a:ext uri="{FF2B5EF4-FFF2-40B4-BE49-F238E27FC236}">
                <ns2:creationId id="{ADFFF0C3-CCAA-4D4E-BC00-96FD6D58DAF5}"/>
              </a:ext>
            </a:extLst>
          </p:cNvPr>
          <p:cNvSpPr>
            <a:spLocks noGrp="1"/>
          </p:cNvSpPr>
          <p:nvPr/>
        </p:nvSpPr>
        <p:spPr>
          <a:xfrm>
            <a:off x="609600" y="3209925"/>
            <a:ext cx="4667250" cy="6286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Python regression checks</a:t>
            </a:r>
          </a:p>
        </p:txBody>
      </p:sp>
      <p:sp>
        <p:nvSpPr>
          <p:cNvPr id="5" name="static">
            <a:extLst>
              <a:ext uri="{FF2B5EF4-FFF2-40B4-BE49-F238E27FC236}">
                <ns2:creationId id="{B6378C63-A259-4133-ADDD-357F5F0DDEFF}"/>
              </a:ext>
            </a:extLst>
          </p:cNvPr>
          <p:cNvSpPr>
            <a:spLocks noGrp="1"/>
          </p:cNvSpPr>
          <p:nvPr/>
        </p:nvSpPr>
        <p:spPr>
          <a:xfrm>
            <a:off x="609600" y="4219575"/>
            <a:ext cx="5000625" cy="1504950"/>
          </a:xfrm>
          <a:prstGeom prst="rect">
            <a:avLst/>
          </a:prstGeom>
          <a:noFill/>
          <a:ln w="0">
            <a:noFill/>
          </a:ln>
        </p:spPr>
        <p:txBody>
          <a:bodyPr>
            <a:noAutofit/>
          </a:bodyPr>
          <a:lstStyle/>
          <a:p>
            <a:pPr>
              <a:buNone/>
              <a:defRPr sz="1950" b="0">
                <a:solidFill>
                  <a:srgbClr val="A6BAC4"/>
                </a:solidFill>
                <a:latin typeface="Arial"/>
                <a:ea typeface="Arial"/>
                <a:cs typeface="Arial"/>
              </a:defRPr>
            </a:pPr>
            <a:r>
              <a:rPr sz="1950" b="0">
                <a:solidFill>
                  <a:srgbClr val="A6BAC4"/>
                </a:solidFill>
                <a:latin typeface="Arial"/>
                <a:ea typeface="Arial"/>
                <a:cs typeface="Arial"/>
              </a:rPr>
              <a:t>Startup and offline recovery</a:t>
            </a:r>
          </a:p>
          <a:p>
            <a:pPr>
              <a:buNone/>
              <a:defRPr sz="1950" b="0">
                <a:solidFill>
                  <a:srgbClr val="A6BAC4"/>
                </a:solidFill>
                <a:latin typeface="Arial"/>
                <a:ea typeface="Arial"/>
                <a:cs typeface="Arial"/>
              </a:defRPr>
            </a:pPr>
            <a:r>
              <a:rPr sz="1950" b="0">
                <a:solidFill>
                  <a:srgbClr val="A6BAC4"/>
                </a:solidFill>
                <a:latin typeface="Arial"/>
                <a:ea typeface="Arial"/>
                <a:cs typeface="Arial"/>
              </a:rPr>
              <a:t>Teacher isolation and consent</a:t>
            </a:r>
          </a:p>
          <a:p>
            <a:pPr>
              <a:buNone/>
              <a:defRPr sz="1950" b="0">
                <a:solidFill>
                  <a:srgbClr val="A6BAC4"/>
                </a:solidFill>
                <a:latin typeface="Arial"/>
                <a:ea typeface="Arial"/>
                <a:cs typeface="Arial"/>
              </a:defRPr>
            </a:pPr>
            <a:r>
              <a:rPr sz="1950" b="0">
                <a:solidFill>
                  <a:srgbClr val="A6BAC4"/>
                </a:solidFill>
                <a:latin typeface="Arial"/>
                <a:ea typeface="Arial"/>
                <a:cs typeface="Arial"/>
              </a:rPr>
              <a:t>Late evidence and retry safety</a:t>
            </a:r>
          </a:p>
        </p:txBody>
      </p:sp>
      <p:sp>
        <p:nvSpPr>
          <p:cNvPr id="6" name="reveal-1">
            <a:extLst>
              <a:ext uri="{FF2B5EF4-FFF2-40B4-BE49-F238E27FC236}">
                <ns2:creationId id="{C0CF54FD-AB9D-4CE6-B22C-2DFE3CB3367A}"/>
              </a:ext>
            </a:extLst>
          </p:cNvPr>
          <p:cNvSpPr>
            <a:spLocks noGrp="1"/>
          </p:cNvSpPr>
          <p:nvPr/>
        </p:nvSpPr>
        <p:spPr>
          <a:xfrm>
            <a:off x="6477000" y="1743075"/>
            <a:ext cx="5076825" cy="733425"/>
          </a:xfrm>
          <a:prstGeom prst="rect">
            <a:avLst/>
          </a:prstGeom>
          <a:noFill/>
          <a:ln w="0">
            <a:noFill/>
          </a:ln>
        </p:spPr>
        <p:txBody>
          <a:bodyPr>
            <a:noAutofit/>
          </a:bodyPr>
          <a:lstStyle/>
          <a:p>
            <a:pPr>
              <a:buNone/>
              <a:defRPr sz="1875" b="1">
                <a:solidFill>
                  <a:srgbClr val="F7BC76"/>
                </a:solidFill>
                <a:latin typeface="Arial"/>
                <a:ea typeface="Arial"/>
                <a:cs typeface="Arial"/>
              </a:defRPr>
            </a:pPr>
            <a:r>
              <a:rPr sz="1875" b="1">
                <a:solidFill>
                  <a:srgbClr val="F7BC76"/>
                </a:solidFill>
                <a:latin typeface="Arial"/>
                <a:ea typeface="Arial"/>
                <a:cs typeface="Arial"/>
              </a:rPr>
              <a:t>NEXT: MEASURE IN REAL SCENARIOS</a:t>
            </a:r>
          </a:p>
        </p:txBody>
      </p:sp>
      <p:sp>
        <p:nvSpPr>
          <p:cNvPr id="7" name="reveal-1">
            <a:extLst>
              <a:ext uri="{FF2B5EF4-FFF2-40B4-BE49-F238E27FC236}">
                <ns2:creationId id="{C5D08CE6-70A6-4F27-92B1-36E7BE001ECB}"/>
              </a:ext>
            </a:extLst>
          </p:cNvPr>
          <p:cNvSpPr>
            <a:spLocks noGrp="1"/>
          </p:cNvSpPr>
          <p:nvPr/>
        </p:nvSpPr>
        <p:spPr>
          <a:xfrm>
            <a:off x="6477000" y="2857500"/>
            <a:ext cx="5067300" cy="2447925"/>
          </a:xfrm>
          <a:prstGeom prst="rect">
            <a:avLst/>
          </a:prstGeom>
          <a:noFill/>
          <a:ln w="0">
            <a:noFill/>
          </a:ln>
        </p:spPr>
        <p:txBody>
          <a:bodyPr>
            <a:noAutofit/>
          </a:bodyPr>
          <a:lstStyle/>
          <a:p>
            <a:pPr>
              <a:buNone/>
              <a:defRPr sz="2100" b="0">
                <a:solidFill>
                  <a:srgbClr val="F1F6F7"/>
                </a:solidFill>
                <a:latin typeface="Arial"/>
                <a:ea typeface="Arial"/>
                <a:cs typeface="Arial"/>
              </a:defRPr>
            </a:pPr>
            <a:r>
              <a:rPr sz="2100" b="0">
                <a:solidFill>
                  <a:srgbClr val="F1F6F7"/>
                </a:solidFill>
                <a:latin typeface="Arial"/>
                <a:ea typeface="Arial"/>
                <a:cs typeface="Arial"/>
              </a:rPr>
              <a:t>False positives and missed events</a:t>
            </a:r>
          </a:p>
          <a:p>
            <a:pPr>
              <a:buNone/>
              <a:defRPr sz="2100" b="0">
                <a:solidFill>
                  <a:srgbClr val="F1F6F7"/>
                </a:solidFill>
                <a:latin typeface="Arial"/>
                <a:ea typeface="Arial"/>
                <a:cs typeface="Arial"/>
              </a:defRPr>
            </a:pPr>
            <a:r>
              <a:rPr sz="2100" b="0">
                <a:solidFill>
                  <a:srgbClr val="F1F6F7"/>
                </a:solidFill>
                <a:latin typeface="Arial"/>
                <a:ea typeface="Arial"/>
                <a:cs typeface="Arial"/>
              </a:rPr>
              <a:t>Alert latency, load and resources</a:t>
            </a:r>
          </a:p>
          <a:p>
            <a:pPr>
              <a:buNone/>
              <a:defRPr sz="2100" b="0">
                <a:solidFill>
                  <a:srgbClr val="F1F6F7"/>
                </a:solidFill>
                <a:latin typeface="Arial"/>
                <a:ea typeface="Arial"/>
                <a:cs typeface="Arial"/>
              </a:defRPr>
            </a:pPr>
            <a:r>
              <a:rPr sz="2100" b="0">
                <a:solidFill>
                  <a:srgbClr val="F1F6F7"/>
                </a:solidFill>
                <a:latin typeface="Arial"/>
                <a:ea typeface="Arial"/>
                <a:cs typeface="Arial"/>
              </a:rPr>
              <a:t>Model/headphone scope alignment</a:t>
            </a:r>
          </a:p>
          <a:p>
            <a:pPr>
              <a:buNone/>
              <a:defRPr sz="2100" b="0">
                <a:solidFill>
                  <a:srgbClr val="F1F6F7"/>
                </a:solidFill>
                <a:latin typeface="Arial"/>
                <a:ea typeface="Arial"/>
                <a:cs typeface="Arial"/>
              </a:defRPr>
            </a:pPr>
            <a:r>
              <a:rPr sz="2100" b="0">
                <a:solidFill>
                  <a:srgbClr val="F1F6F7"/>
                </a:solidFill>
                <a:latin typeface="Arial"/>
                <a:ea typeface="Arial"/>
                <a:cs typeface="Arial"/>
              </a:rPr>
              <a:t>Real network recovery rehearsal</a:t>
            </a:r>
          </a:p>
        </p:txBody>
      </p:sp>
      <p:sp>
        <p:nvSpPr>
          <p:cNvPr id="8" name="reveal-1">
            <a:extLst>
              <a:ext uri="{FF2B5EF4-FFF2-40B4-BE49-F238E27FC236}">
                <ns2:creationId id="{CDAF88D6-A4A5-436D-B27C-05DB620616F6}"/>
              </a:ext>
            </a:extLst>
          </p:cNvPr>
          <p:cNvSpPr>
            <a:spLocks noGrp="1"/>
          </p:cNvSpPr>
          <p:nvPr/>
        </p:nvSpPr>
        <p:spPr>
          <a:xfrm>
            <a:off x="6477000" y="5534025"/>
            <a:ext cx="5029200" cy="628650"/>
          </a:xfrm>
          <a:prstGeom prst="rect">
            <a:avLst/>
          </a:prstGeom>
          <a:noFill/>
          <a:ln w="0">
            <a:noFill/>
          </a:ln>
        </p:spPr>
        <p:txBody>
          <a:bodyPr>
            <a:noAutofit/>
          </a:bodyPr>
          <a:lstStyle/>
          <a:p>
            <a:pPr>
              <a:buNone/>
              <a:defRPr sz="1650" b="0">
                <a:solidFill>
                  <a:srgbClr val="A6BAC4"/>
                </a:solidFill>
                <a:latin typeface="Arial"/>
                <a:ea typeface="Arial"/>
                <a:cs typeface="Arial"/>
              </a:defRPr>
            </a:pPr>
            <a:r>
              <a:rPr sz="1650" b="0">
                <a:solidFill>
                  <a:srgbClr val="A6BAC4"/>
                </a:solidFill>
                <a:latin typeface="Arial"/>
                <a:ea typeface="Arial"/>
                <a:cs typeface="Arial"/>
              </a:rPr>
              <a:t>Combined alert + screenshot export is a reporting enhancement.</a:t>
            </a:r>
          </a:p>
        </p:txBody>
      </p:sp>
      <p:sp>
        <p:nvSpPr>
          <p:cNvPr id="10" name="static">
            <a:extLst>
              <a:ext uri="{FF2B5EF4-FFF2-40B4-BE49-F238E27FC236}">
                <ns2:creationId id="{8924B5C2-A469-4F1C-B84C-33CC458F3803}"/>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14</a:t>
            </a:r>
          </a:p>
        </p:txBody>
      </p:sp>
    </p:spTree>
    <p:extLst>
      <p:ext uri="{BB962C8B-B14F-4D97-AF65-F5344CB8AC3E}">
        <ns3:creationId val="74626211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450"/>
                                  <p:tgtEl>
                                    <p:spTgt spid="6"/>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50"/>
                                  <p:tgtEl>
                                    <p:spTgt spid="7"/>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925"/>
        </a:solidFill>
      </p:bgPr>
    </p:bg>
    <p:spTree>
      <p:nvGrpSpPr>
        <p:cNvPr id="1" name=""/>
        <p:cNvGrpSpPr/>
        <p:nvPr/>
      </p:nvGrpSpPr>
      <p:grpSpPr>
        <a:xfrm/>
      </p:grpSpPr>
      <p:pic>
        <p:nvPicPr>
          <p:cNvPr id="9" name=""/>
          <p:cNvPicPr>
            <a:picLocks noChangeAspect="1"/>
          </p:cNvPicPr>
          <p:nvPr/>
        </p:nvPicPr>
        <p:blipFill>
          <a:blip r:embed="R5d95ba8e9b30442b"/>
          <a:srcRect l="0" t="27" r="0" b="27"/>
          <a:stretch>
            <a:fillRect l="0" t="0" r="0" b="0"/>
          </a:stretch>
        </p:blipFill>
        <p:spPr>
          <a:xfrm>
            <a:off x="0" y="0"/>
            <a:ext cx="12192000" cy="6858000"/>
          </a:xfrm>
          <a:prstGeom prst="rect">
            <a:avLst/>
          </a:prstGeom>
        </p:spPr>
      </p:pic>
      <p:sp>
        <p:nvSpPr>
          <p:cNvPr id="2" name="static">
            <a:extLst>
              <a:ext uri="{FF2B5EF4-FFF2-40B4-BE49-F238E27FC236}">
                <ns3:creationId id="{CC1E5684-B3FD-482D-B8E4-904C39FF3FCC}"/>
              </a:ext>
            </a:extLst>
          </p:cNvPr>
          <p:cNvSpPr>
            <a:spLocks noGrp="1"/>
          </p:cNvSpPr>
          <p:nvPr/>
        </p:nvSpPr>
        <p:spPr>
          <a:xfrm>
            <a:off x="609600" y="552450"/>
            <a:ext cx="10763250" cy="819150"/>
          </a:xfrm>
          <a:prstGeom prst="rect">
            <a:avLst/>
          </a:prstGeom>
          <a:noFill/>
          <a:ln w="0">
            <a:noFill/>
          </a:ln>
        </p:spPr>
        <p:txBody>
          <a:bodyPr>
            <a:noAutofit/>
          </a:bodyPr>
          <a:lstStyle/>
          <a:p>
            <a:pPr>
              <a:buNone/>
              <a:defRPr sz="4350" b="1">
                <a:solidFill>
                  <a:srgbClr val="F1F6F7"/>
                </a:solidFill>
                <a:latin typeface="Arial"/>
                <a:ea typeface="Arial"/>
                <a:cs typeface="Arial"/>
              </a:defRPr>
            </a:pPr>
            <a:r>
              <a:rPr sz="4350" b="1">
                <a:solidFill>
                  <a:srgbClr val="F1F6F7"/>
                </a:solidFill>
                <a:latin typeface="Arial"/>
                <a:ea typeface="Arial"/>
                <a:cs typeface="Arial"/>
              </a:rPr>
              <a:t>Live demonstration</a:t>
            </a:r>
          </a:p>
        </p:txBody>
      </p:sp>
      <p:sp>
        <p:nvSpPr>
          <p:cNvPr id="3" name="static">
            <a:extLst>
              <a:ext uri="{FF2B5EF4-FFF2-40B4-BE49-F238E27FC236}">
                <ns3:creationId id="{B4667428-6DDA-4C18-A07E-94CF3CBF3050}"/>
              </a:ext>
            </a:extLst>
          </p:cNvPr>
          <p:cNvSpPr>
            <a:spLocks noGrp="1"/>
          </p:cNvSpPr>
          <p:nvPr/>
        </p:nvSpPr>
        <p:spPr>
          <a:xfrm>
            <a:off x="609600" y="1790700"/>
            <a:ext cx="8001000" cy="1085850"/>
          </a:xfrm>
          <a:prstGeom prst="rect">
            <a:avLst/>
          </a:prstGeom>
          <a:noFill/>
          <a:ln w="0">
            <a:noFill/>
          </a:ln>
        </p:spPr>
        <p:txBody>
          <a:bodyPr>
            <a:noAutofit/>
          </a:bodyPr>
          <a:lstStyle/>
          <a:p>
            <a:pPr>
              <a:buNone/>
              <a:defRPr sz="5850" b="1">
                <a:solidFill>
                  <a:srgbClr val="50DDC4"/>
                </a:solidFill>
                <a:latin typeface="Arial"/>
                <a:ea typeface="Arial"/>
                <a:cs typeface="Arial"/>
              </a:defRPr>
            </a:pPr>
            <a:r>
              <a:rPr sz="5850" b="1">
                <a:solidFill>
                  <a:srgbClr val="50DDC4"/>
                </a:solidFill>
                <a:latin typeface="Arial"/>
                <a:ea typeface="Arial"/>
                <a:cs typeface="Arial"/>
              </a:rPr>
              <a:t>7–8 minutes</a:t>
            </a:r>
          </a:p>
        </p:txBody>
      </p:sp>
      <p:sp>
        <p:nvSpPr>
          <p:cNvPr id="4" name="reveal-1">
            <a:extLst>
              <a:ext uri="{FF2B5EF4-FFF2-40B4-BE49-F238E27FC236}">
                <ns3:creationId id="{E60B93A7-4AF6-4C7C-910C-BB0120D61AC7}"/>
              </a:ext>
            </a:extLst>
          </p:cNvPr>
          <p:cNvSpPr>
            <a:spLocks noGrp="1"/>
          </p:cNvSpPr>
          <p:nvPr/>
        </p:nvSpPr>
        <p:spPr>
          <a:xfrm>
            <a:off x="609600" y="3276600"/>
            <a:ext cx="7905750" cy="60960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Prepared exam → candidate self-check</a:t>
            </a:r>
          </a:p>
        </p:txBody>
      </p:sp>
      <p:sp>
        <p:nvSpPr>
          <p:cNvPr id="5" name="reveal-2">
            <a:extLst>
              <a:ext uri="{FF2B5EF4-FFF2-40B4-BE49-F238E27FC236}">
                <ns3:creationId id="{61C1163F-080A-40F4-A5A5-EA8FEC1F7D39}"/>
              </a:ext>
            </a:extLst>
          </p:cNvPr>
          <p:cNvSpPr>
            <a:spLocks noGrp="1"/>
          </p:cNvSpPr>
          <p:nvPr/>
        </p:nvSpPr>
        <p:spPr>
          <a:xfrm>
            <a:off x="609600" y="3990975"/>
            <a:ext cx="8143875" cy="60960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Answer workspace → alert and evidence</a:t>
            </a:r>
          </a:p>
        </p:txBody>
      </p:sp>
      <p:sp>
        <p:nvSpPr>
          <p:cNvPr id="6" name="reveal-3">
            <a:extLst>
              <a:ext uri="{FF2B5EF4-FFF2-40B4-BE49-F238E27FC236}">
                <ns3:creationId id="{7FA1D2D5-D64B-4201-B6C6-F6F5AE9058CD}"/>
              </a:ext>
            </a:extLst>
          </p:cNvPr>
          <p:cNvSpPr>
            <a:spLocks noGrp="1"/>
          </p:cNvSpPr>
          <p:nvPr/>
        </p:nvSpPr>
        <p:spPr>
          <a:xfrm>
            <a:off x="609600" y="4705350"/>
            <a:ext cx="8667750" cy="60960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Examiner review → submission and history</a:t>
            </a:r>
          </a:p>
        </p:txBody>
      </p:sp>
      <p:sp>
        <p:nvSpPr>
          <p:cNvPr id="7" name="static">
            <a:extLst>
              <a:ext uri="{FF2B5EF4-FFF2-40B4-BE49-F238E27FC236}">
                <ns3:creationId id="{50292915-891D-4734-831C-E6B921B3A10B}"/>
              </a:ext>
            </a:extLst>
          </p:cNvPr>
          <p:cNvSpPr>
            <a:spLocks noGrp="1"/>
          </p:cNvSpPr>
          <p:nvPr/>
        </p:nvSpPr>
        <p:spPr>
          <a:xfrm>
            <a:off x="609600" y="5953125"/>
            <a:ext cx="10477500" cy="552450"/>
          </a:xfrm>
          <a:prstGeom prst="rect">
            <a:avLst/>
          </a:prstGeom>
          <a:noFill/>
          <a:ln w="0">
            <a:noFill/>
          </a:ln>
        </p:spPr>
        <p:txBody>
          <a:bodyPr>
            <a:noAutofit/>
          </a:bodyPr>
          <a:lstStyle/>
          <a:p>
            <a:pPr>
              <a:buNone/>
              <a:defRPr sz="1800" b="0">
                <a:solidFill>
                  <a:srgbClr val="A6BAC4"/>
                </a:solidFill>
                <a:latin typeface="Arial"/>
                <a:ea typeface="Arial"/>
                <a:cs typeface="Arial"/>
              </a:defRPr>
            </a:pPr>
            <a:r>
              <a:rPr sz="1800" b="0">
                <a:solidFill>
                  <a:srgbClr val="A6BAC4"/>
                </a:solidFill>
                <a:latin typeface="Arial"/>
                <a:ea typeface="Arial"/>
                <a:cs typeface="Arial"/>
              </a:rPr>
              <a:t>Project the examiner laptop; keep the candidate on one display.</a:t>
            </a:r>
          </a:p>
        </p:txBody>
      </p:sp>
    </p:spTree>
    <p:extLst>
      <p:ext uri="{BB962C8B-B14F-4D97-AF65-F5344CB8AC3E}">
        <ns4:creationId val="117308945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par>
                    <p:cTn id="7" fill="hold">
                      <p:stCondLst>
                        <p:cond delay="indefinite"/>
                      </p:stCondLst>
                      <p:childTnLst>
                        <p:par>
                          <p:cTn id="8" presetID="10" presetClass="entr" presetSubtype="0" fill="hold" grpId="1"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par>
                    <p:cTn id="11" fill="hold">
                      <p:stCondLst>
                        <p:cond delay="indefinite"/>
                      </p:stCondLst>
                      <p:childTnLst>
                        <p:par>
                          <p:cTn id="12" presetID="10" presetClass="entr" presetSubtype="0" fill="hold" grpId="2"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1" animBg="1"/>
      <p:bldP spid="6" grpId="2" animBg="1"/>
    </p:bldLst>
  </p:timing>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7" name="static">
            <a:extLst>
              <a:ext uri="{FF2B5EF4-FFF2-40B4-BE49-F238E27FC236}">
                <ns2:creationId id="{C7D720E1-97AD-482B-93E9-BE9A2ACD67A7}"/>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Appendix · privacy and reliability</a:t>
            </a:r>
          </a:p>
        </p:txBody>
      </p:sp>
      <p:sp>
        <p:nvSpPr>
          <p:cNvPr id="3" name="reveal-1">
            <a:extLst>
              <a:ext uri="{FF2B5EF4-FFF2-40B4-BE49-F238E27FC236}">
                <ns2:creationId id="{CB3E9D26-24B0-4165-876F-F288CD06526B}"/>
              </a:ext>
            </a:extLst>
          </p:cNvPr>
          <p:cNvSpPr>
            <a:spLocks noGrp="1"/>
          </p:cNvSpPr>
          <p:nvPr/>
        </p:nvSpPr>
        <p:spPr>
          <a:xfrm>
            <a:off x="609600" y="1714500"/>
            <a:ext cx="10591800" cy="561975"/>
          </a:xfrm>
          <a:prstGeom prst="rect">
            <a:avLst/>
          </a:prstGeom>
          <a:noFill/>
          <a:ln w="0">
            <a:noFill/>
          </a:ln>
        </p:spPr>
        <p:txBody>
          <a:bodyPr>
            <a:noAutofit/>
          </a:bodyPr>
          <a:lstStyle/>
          <a:p>
            <a:pPr>
              <a:buNone/>
              <a:defRPr sz="2850" b="1">
                <a:solidFill>
                  <a:srgbClr val="50DDC4"/>
                </a:solidFill>
                <a:latin typeface="Arial"/>
                <a:ea typeface="Arial"/>
                <a:cs typeface="Arial"/>
              </a:defRPr>
            </a:pPr>
            <a:r>
              <a:rPr sz="2850" b="1">
                <a:solidFill>
                  <a:srgbClr val="50DDC4"/>
                </a:solidFill>
                <a:latin typeface="Arial"/>
                <a:ea typeface="Arial"/>
                <a:cs typeface="Arial"/>
              </a:rPr>
              <a:t>Stored event evidence</a:t>
            </a:r>
          </a:p>
        </p:txBody>
      </p:sp>
      <p:sp>
        <p:nvSpPr>
          <p:cNvPr id="4" name="reveal-1">
            <a:extLst>
              <a:ext uri="{FF2B5EF4-FFF2-40B4-BE49-F238E27FC236}">
                <ns2:creationId id="{3C59E096-B8A5-4688-A729-5B822BCE9682}"/>
              </a:ext>
            </a:extLst>
          </p:cNvPr>
          <p:cNvSpPr>
            <a:spLocks noGrp="1"/>
          </p:cNvSpPr>
          <p:nvPr/>
        </p:nvSpPr>
        <p:spPr>
          <a:xfrm>
            <a:off x="609600" y="2447925"/>
            <a:ext cx="10763250" cy="1257300"/>
          </a:xfrm>
          <a:prstGeom prst="rect">
            <a:avLst/>
          </a:prstGeom>
          <a:noFill/>
          <a:ln w="0">
            <a:noFill/>
          </a:ln>
        </p:spPr>
        <p:txBody>
          <a:bodyPr>
            <a:noAutofit/>
          </a:bodyPr>
          <a:lstStyle/>
          <a:p>
            <a:pPr>
              <a:buNone/>
              <a:defRPr sz="2175" b="0">
                <a:solidFill>
                  <a:srgbClr val="F1F6F7"/>
                </a:solidFill>
                <a:latin typeface="Arial"/>
                <a:ea typeface="Arial"/>
                <a:cs typeface="Arial"/>
              </a:defRPr>
            </a:pPr>
            <a:r>
              <a:rPr sz="2175" b="0">
                <a:solidFill>
                  <a:srgbClr val="F1F6F7"/>
                </a:solidFill>
                <a:latin typeface="Arial"/>
                <a:ea typeface="Arial"/>
                <a:cs typeface="Arial"/>
              </a:rPr>
              <a:t>Identity/event stills, session voice vectors and suspicious audio clips.</a:t>
            </a:r>
          </a:p>
          <a:p>
            <a:pPr>
              <a:buNone/>
              <a:defRPr sz="2175" b="0">
                <a:solidFill>
                  <a:srgbClr val="F1F6F7"/>
                </a:solidFill>
                <a:latin typeface="Arial"/>
                <a:ea typeface="Arial"/>
                <a:cs typeface="Arial"/>
              </a:defRPr>
            </a:pPr>
            <a:r>
              <a:rPr sz="2175" b="0">
                <a:solidFill>
                  <a:srgbClr val="F1F6F7"/>
                </a:solidFill>
                <a:latin typeface="Arial"/>
                <a:ea typeface="Arial"/>
                <a:cs typeface="Arial"/>
              </a:rPr>
              <a:t>No continuous video or full-exam audio recording.</a:t>
            </a:r>
          </a:p>
        </p:txBody>
      </p:sp>
      <p:sp>
        <p:nvSpPr>
          <p:cNvPr id="5" name="reveal-2">
            <a:extLst>
              <a:ext uri="{FF2B5EF4-FFF2-40B4-BE49-F238E27FC236}">
                <ns2:creationId id="{49751A27-DA43-447E-9429-08C5CD9B067A}"/>
              </a:ext>
            </a:extLst>
          </p:cNvPr>
          <p:cNvSpPr>
            <a:spLocks noGrp="1"/>
          </p:cNvSpPr>
          <p:nvPr/>
        </p:nvSpPr>
        <p:spPr>
          <a:xfrm>
            <a:off x="609600" y="4181475"/>
            <a:ext cx="10668000" cy="561975"/>
          </a:xfrm>
          <a:prstGeom prst="rect">
            <a:avLst/>
          </a:prstGeom>
          <a:noFill/>
          <a:ln w="0">
            <a:noFill/>
          </a:ln>
        </p:spPr>
        <p:txBody>
          <a:bodyPr>
            <a:noAutofit/>
          </a:bodyPr>
          <a:lstStyle/>
          <a:p>
            <a:pPr>
              <a:buNone/>
              <a:defRPr sz="2850" b="1">
                <a:solidFill>
                  <a:srgbClr val="50DDC4"/>
                </a:solidFill>
                <a:latin typeface="Arial"/>
                <a:ea typeface="Arial"/>
                <a:cs typeface="Arial"/>
              </a:defRPr>
            </a:pPr>
            <a:r>
              <a:rPr sz="2850" b="1">
                <a:solidFill>
                  <a:srgbClr val="50DDC4"/>
                </a:solidFill>
                <a:latin typeface="Arial"/>
                <a:ea typeface="Arial"/>
                <a:cs typeface="Arial"/>
              </a:rPr>
              <a:t>Explicit consent and manual retention</a:t>
            </a:r>
          </a:p>
        </p:txBody>
      </p:sp>
      <p:sp>
        <p:nvSpPr>
          <p:cNvPr id="6" name="reveal-2">
            <a:extLst>
              <a:ext uri="{FF2B5EF4-FFF2-40B4-BE49-F238E27FC236}">
                <ns2:creationId id="{C21F80CE-863B-4CC9-8232-99D67B01FD4E}"/>
              </a:ext>
            </a:extLst>
          </p:cNvPr>
          <p:cNvSpPr>
            <a:spLocks noGrp="1"/>
          </p:cNvSpPr>
          <p:nvPr/>
        </p:nvSpPr>
        <p:spPr>
          <a:xfrm>
            <a:off x="609600" y="4914900"/>
            <a:ext cx="10763250" cy="1200150"/>
          </a:xfrm>
          <a:prstGeom prst="rect">
            <a:avLst/>
          </a:prstGeom>
          <a:noFill/>
          <a:ln w="0">
            <a:noFill/>
          </a:ln>
        </p:spPr>
        <p:txBody>
          <a:bodyPr>
            <a:noAutofit/>
          </a:bodyPr>
          <a:lstStyle/>
          <a:p>
            <a:pPr>
              <a:buNone/>
              <a:defRPr sz="2175" b="0">
                <a:solidFill>
                  <a:srgbClr val="F1F6F7"/>
                </a:solidFill>
                <a:latin typeface="Arial"/>
                <a:ea typeface="Arial"/>
                <a:cs typeface="Arial"/>
              </a:defRPr>
            </a:pPr>
            <a:r>
              <a:rPr sz="2175" b="0">
                <a:solidFill>
                  <a:srgbClr val="F1F6F7"/>
                </a:solidFill>
                <a:latin typeface="Arial"/>
                <a:ea typeface="Arial"/>
                <a:cs typeface="Arial"/>
              </a:rPr>
              <a:t>No automatic expiry today; local and uploaded copies need removal.</a:t>
            </a:r>
          </a:p>
          <a:p>
            <a:pPr>
              <a:buNone/>
              <a:defRPr sz="2175" b="0">
                <a:solidFill>
                  <a:srgbClr val="F1F6F7"/>
                </a:solidFill>
                <a:latin typeface="Arial"/>
                <a:ea typeface="Arial"/>
                <a:cs typeface="Arial"/>
              </a:defRPr>
            </a:pPr>
            <a:r>
              <a:rPr sz="2175" b="0">
                <a:solidFill>
                  <a:srgbClr val="F1F6F7"/>
                </a:solidFill>
                <a:latin typeface="Arial"/>
                <a:ea typeface="Arial"/>
                <a:cs typeface="Arial"/>
              </a:rPr>
              <a:t>Live examiner updates require a network connection.</a:t>
            </a:r>
          </a:p>
        </p:txBody>
      </p:sp>
      <p:sp>
        <p:nvSpPr>
          <p:cNvPr id="8" name="static">
            <a:extLst>
              <a:ext uri="{FF2B5EF4-FFF2-40B4-BE49-F238E27FC236}">
                <ns2:creationId id="{6C3D04D6-4E8F-476C-B7C8-808FBCC52598}"/>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16  /  Technical appendix</a:t>
            </a:r>
          </a:p>
        </p:txBody>
      </p:sp>
    </p:spTree>
    <p:extLst>
      <p:ext uri="{BB962C8B-B14F-4D97-AF65-F5344CB8AC3E}">
        <ns3:creationId val="168293481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1" animBg="1"/>
      <p:bldP spid="6" grpId="1" animBg="1"/>
    </p:bldLst>
  </p:timing>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1" name="static">
            <a:extLst>
              <a:ext uri="{FF2B5EF4-FFF2-40B4-BE49-F238E27FC236}">
                <ns2:creationId id="{4D702F7E-06B8-4CCD-BEDA-E904DF7D33B4}"/>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Appendix · questions and evidence</a:t>
            </a:r>
          </a:p>
        </p:txBody>
      </p:sp>
      <p:sp>
        <p:nvSpPr>
          <p:cNvPr id="3" name="static">
            <a:extLst>
              <a:ext uri="{FF2B5EF4-FFF2-40B4-BE49-F238E27FC236}">
                <ns2:creationId id="{7FB0FAD7-480D-4654-8E76-C29A2E7A0B61}"/>
              </a:ext>
            </a:extLst>
          </p:cNvPr>
          <p:cNvSpPr>
            <a:spLocks noGrp="1"/>
          </p:cNvSpPr>
          <p:nvPr/>
        </p:nvSpPr>
        <p:spPr>
          <a:xfrm>
            <a:off x="609600" y="1733550"/>
            <a:ext cx="10972800" cy="4572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Does AI prove misconduct?</a:t>
            </a:r>
          </a:p>
        </p:txBody>
      </p:sp>
      <p:sp>
        <p:nvSpPr>
          <p:cNvPr id="4" name="static">
            <a:extLst>
              <a:ext uri="{FF2B5EF4-FFF2-40B4-BE49-F238E27FC236}">
                <ns2:creationId id="{61224792-36A1-460C-8FD6-5509909E5B2C}"/>
              </a:ext>
            </a:extLst>
          </p:cNvPr>
          <p:cNvSpPr>
            <a:spLocks noGrp="1"/>
          </p:cNvSpPr>
          <p:nvPr/>
        </p:nvSpPr>
        <p:spPr>
          <a:xfrm>
            <a:off x="609600" y="2228850"/>
            <a:ext cx="10972800" cy="504825"/>
          </a:xfrm>
          <a:prstGeom prst="rect">
            <a:avLst/>
          </a:prstGeom>
          <a:noFill/>
          <a:ln w="0">
            <a:noFill/>
          </a:ln>
        </p:spPr>
        <p:txBody>
          <a:bodyPr>
            <a:noAutofit/>
          </a:bodyPr>
          <a:lstStyle/>
          <a:p>
            <a:pPr>
              <a:buNone/>
              <a:defRPr sz="1950" b="0">
                <a:solidFill>
                  <a:srgbClr val="F1F6F7"/>
                </a:solidFill>
                <a:latin typeface="Arial"/>
                <a:ea typeface="Arial"/>
                <a:cs typeface="Arial"/>
              </a:defRPr>
            </a:pPr>
            <a:r>
              <a:rPr sz="1950" b="0">
                <a:solidFill>
                  <a:srgbClr val="F1F6F7"/>
                </a:solidFill>
                <a:latin typeface="Arial"/>
                <a:ea typeface="Arial"/>
                <a:cs typeface="Arial"/>
              </a:rPr>
              <a:t>No. The examiner reviews the evidence.</a:t>
            </a:r>
          </a:p>
        </p:txBody>
      </p:sp>
      <p:sp>
        <p:nvSpPr>
          <p:cNvPr id="5" name="static">
            <a:extLst>
              <a:ext uri="{FF2B5EF4-FFF2-40B4-BE49-F238E27FC236}">
                <ns2:creationId id="{9A587B05-EF2C-42AA-9E78-E6B5924B1A17}"/>
              </a:ext>
            </a:extLst>
          </p:cNvPr>
          <p:cNvSpPr>
            <a:spLocks noGrp="1"/>
          </p:cNvSpPr>
          <p:nvPr/>
        </p:nvSpPr>
        <p:spPr>
          <a:xfrm>
            <a:off x="609600" y="2847975"/>
            <a:ext cx="10972800" cy="4572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Did we train the models?</a:t>
            </a:r>
          </a:p>
        </p:txBody>
      </p:sp>
      <p:sp>
        <p:nvSpPr>
          <p:cNvPr id="6" name="static">
            <a:extLst>
              <a:ext uri="{FF2B5EF4-FFF2-40B4-BE49-F238E27FC236}">
                <ns2:creationId id="{D14F2B9A-3E8A-4272-A673-80820CD9DF52}"/>
              </a:ext>
            </a:extLst>
          </p:cNvPr>
          <p:cNvSpPr>
            <a:spLocks noGrp="1"/>
          </p:cNvSpPr>
          <p:nvPr/>
        </p:nvSpPr>
        <p:spPr>
          <a:xfrm>
            <a:off x="609600" y="3343275"/>
            <a:ext cx="10972800" cy="504825"/>
          </a:xfrm>
          <a:prstGeom prst="rect">
            <a:avLst/>
          </a:prstGeom>
          <a:noFill/>
          <a:ln w="0">
            <a:noFill/>
          </a:ln>
        </p:spPr>
        <p:txBody>
          <a:bodyPr>
            <a:noAutofit/>
          </a:bodyPr>
          <a:lstStyle/>
          <a:p>
            <a:pPr>
              <a:buNone/>
              <a:defRPr sz="1950" b="0">
                <a:solidFill>
                  <a:srgbClr val="F1F6F7"/>
                </a:solidFill>
                <a:latin typeface="Arial"/>
                <a:ea typeface="Arial"/>
                <a:cs typeface="Arial"/>
              </a:defRPr>
            </a:pPr>
            <a:r>
              <a:rPr sz="1950" b="0">
                <a:solidFill>
                  <a:srgbClr val="F1F6F7"/>
                </a:solidFill>
                <a:latin typeface="Arial"/>
                <a:ea typeface="Arial"/>
                <a:cs typeface="Arial"/>
              </a:rPr>
              <a:t>We integrated pretrained models for local execution.</a:t>
            </a:r>
          </a:p>
        </p:txBody>
      </p:sp>
      <p:sp>
        <p:nvSpPr>
          <p:cNvPr id="7" name="static">
            <a:extLst>
              <a:ext uri="{FF2B5EF4-FFF2-40B4-BE49-F238E27FC236}">
                <ns2:creationId id="{9EE5EA31-ABDC-45CD-B29A-1E76D1C0B385}"/>
              </a:ext>
            </a:extLst>
          </p:cNvPr>
          <p:cNvSpPr>
            <a:spLocks noGrp="1"/>
          </p:cNvSpPr>
          <p:nvPr/>
        </p:nvSpPr>
        <p:spPr>
          <a:xfrm>
            <a:off x="609600" y="3962400"/>
            <a:ext cx="10972800" cy="4572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Is reporting available?</a:t>
            </a:r>
          </a:p>
        </p:txBody>
      </p:sp>
      <p:sp>
        <p:nvSpPr>
          <p:cNvPr id="8" name="static">
            <a:extLst>
              <a:ext uri="{FF2B5EF4-FFF2-40B4-BE49-F238E27FC236}">
                <ns2:creationId id="{2C7278F0-F6A4-4252-8291-8D8BBA2AC7CE}"/>
              </a:ext>
            </a:extLst>
          </p:cNvPr>
          <p:cNvSpPr>
            <a:spLocks noGrp="1"/>
          </p:cNvSpPr>
          <p:nvPr/>
        </p:nvSpPr>
        <p:spPr>
          <a:xfrm>
            <a:off x="609600" y="4457700"/>
            <a:ext cx="10972800" cy="504825"/>
          </a:xfrm>
          <a:prstGeom prst="rect">
            <a:avLst/>
          </a:prstGeom>
          <a:noFill/>
          <a:ln w="0">
            <a:noFill/>
          </a:ln>
        </p:spPr>
        <p:txBody>
          <a:bodyPr>
            <a:noAutofit/>
          </a:bodyPr>
          <a:lstStyle/>
          <a:p>
            <a:pPr>
              <a:buNone/>
              <a:defRPr sz="1950" b="0">
                <a:solidFill>
                  <a:srgbClr val="F1F6F7"/>
                </a:solidFill>
                <a:latin typeface="Arial"/>
                <a:ea typeface="Arial"/>
                <a:cs typeface="Arial"/>
              </a:defRPr>
            </a:pPr>
            <a:r>
              <a:rPr sz="1950" b="0">
                <a:solidFill>
                  <a:srgbClr val="F1F6F7"/>
                </a:solidFill>
                <a:latin typeface="Arial"/>
                <a:ea typeface="Arial"/>
                <a:cs typeface="Arial"/>
              </a:rPr>
              <a:t>Yes: summary, CSV and Save PDF through browser printing.</a:t>
            </a:r>
          </a:p>
        </p:txBody>
      </p:sp>
      <p:sp>
        <p:nvSpPr>
          <p:cNvPr id="9" name="static">
            <a:extLst>
              <a:ext uri="{FF2B5EF4-FFF2-40B4-BE49-F238E27FC236}">
                <ns2:creationId id="{C5F87C55-7817-4692-8133-E5B007ECE994}"/>
              </a:ext>
            </a:extLst>
          </p:cNvPr>
          <p:cNvSpPr>
            <a:spLocks noGrp="1"/>
          </p:cNvSpPr>
          <p:nvPr/>
        </p:nvSpPr>
        <p:spPr>
          <a:xfrm>
            <a:off x="609600" y="5076825"/>
            <a:ext cx="10972800" cy="4572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How much is complete?</a:t>
            </a:r>
          </a:p>
        </p:txBody>
      </p:sp>
      <p:sp>
        <p:nvSpPr>
          <p:cNvPr id="10" name="static">
            <a:extLst>
              <a:ext uri="{FF2B5EF4-FFF2-40B4-BE49-F238E27FC236}">
                <ns2:creationId id="{FD625D37-02C5-49A0-BECE-A67A96CE9658}"/>
              </a:ext>
            </a:extLst>
          </p:cNvPr>
          <p:cNvSpPr>
            <a:spLocks noGrp="1"/>
          </p:cNvSpPr>
          <p:nvPr/>
        </p:nvSpPr>
        <p:spPr>
          <a:xfrm>
            <a:off x="609600" y="5572125"/>
            <a:ext cx="10972800" cy="504825"/>
          </a:xfrm>
          <a:prstGeom prst="rect">
            <a:avLst/>
          </a:prstGeom>
          <a:noFill/>
          <a:ln w="0">
            <a:noFill/>
          </a:ln>
        </p:spPr>
        <p:txBody>
          <a:bodyPr>
            <a:noAutofit/>
          </a:bodyPr>
          <a:lstStyle/>
          <a:p>
            <a:pPr>
              <a:buNone/>
              <a:defRPr sz="1950" b="0">
                <a:solidFill>
                  <a:srgbClr val="F1F6F7"/>
                </a:solidFill>
                <a:latin typeface="Arial"/>
                <a:ea typeface="Arial"/>
                <a:cs typeface="Arial"/>
              </a:defRPr>
            </a:pPr>
            <a:r>
              <a:rPr sz="1950" b="0">
                <a:solidFill>
                  <a:srgbClr val="F1F6F7"/>
                </a:solidFill>
                <a:latin typeface="Arial"/>
                <a:ea typeface="Arial"/>
                <a:cs typeface="Arial"/>
              </a:rPr>
              <a:t>Show the implemented modules and working demo.</a:t>
            </a:r>
          </a:p>
        </p:txBody>
      </p:sp>
      <p:sp>
        <p:nvSpPr>
          <p:cNvPr id="12" name="static">
            <a:extLst>
              <a:ext uri="{FF2B5EF4-FFF2-40B4-BE49-F238E27FC236}">
                <ns2:creationId id="{03A14E2C-7B36-4002-A5C9-EC138A4257D5}"/>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17  /  Technical appendix</a:t>
            </a:r>
          </a:p>
        </p:txBody>
      </p:sp>
    </p:spTree>
    <p:extLst>
      <p:ext uri="{BB962C8B-B14F-4D97-AF65-F5344CB8AC3E}">
        <ns3:creationId val="301891"/>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BA2F8065-A9E6-4043-B862-D7941FE093A8}"/>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Multiple-person detection</a:t>
            </a:r>
          </a:p>
        </p:txBody>
      </p:sp>
      <p:sp>
        <p:nvSpPr>
          <p:cNvPr id="2" name="static">
            <a:extLst>
              <a:ext uri="{FF2B5EF4-FFF2-40B4-BE49-F238E27FC236}">
                <ns2:creationId id="{2AB2BFEE-CA93-4DE7-9034-BC3A96633C43}"/>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OpenCV Haar cascades on this setup. MediaPipe Face Mesh when available.</a:t>
            </a:r>
          </a:p>
        </p:txBody>
      </p:sp>
      <p:sp>
        <p:nvSpPr>
          <p:cNvPr id="3" name="reveal-1">
            <a:extLst>
              <a:ext uri="{FF2B5EF4-FFF2-40B4-BE49-F238E27FC236}">
                <ns2:creationId id="{F07AF556-2D1A-4328-8A97-9E1559A1B90E}"/>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B3D19860-DD42-4FE5-B7CB-464402DADDA4}"/>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Camera frame</a:t>
            </a:r>
          </a:p>
        </p:txBody>
      </p:sp>
      <p:sp>
        <p:nvSpPr>
          <p:cNvPr id="5" name="reveal-1">
            <a:extLst>
              <a:ext uri="{FF2B5EF4-FFF2-40B4-BE49-F238E27FC236}">
                <ns2:creationId id="{C412D6A7-4362-4A1A-B0C7-31DFE5267AA4}"/>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Convert to grayscale and resize for face detection.</a:t>
            </a:r>
          </a:p>
        </p:txBody>
      </p:sp>
      <p:sp>
        <p:nvSpPr>
          <p:cNvPr id="6" name="reveal-2">
            <a:extLst>
              <a:ext uri="{FF2B5EF4-FFF2-40B4-BE49-F238E27FC236}">
                <ns2:creationId id="{FD8CD476-4318-43CD-B1DC-071B05C15948}"/>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7649BD95-275F-4180-82BC-38DB203D428D}"/>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704639B2-9584-45A4-AEB6-ABC30C6AE763}"/>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Distinct faces</a:t>
            </a:r>
          </a:p>
        </p:txBody>
      </p:sp>
      <p:sp>
        <p:nvSpPr>
          <p:cNvPr id="9" name="reveal-2">
            <a:extLst>
              <a:ext uri="{FF2B5EF4-FFF2-40B4-BE49-F238E27FC236}">
                <ns2:creationId id="{68DEE0EA-4E32-444D-8CE1-B137E0405C1C}"/>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Detect frontal face boxes. Reject overlapping first-two boxes.</a:t>
            </a:r>
          </a:p>
        </p:txBody>
      </p:sp>
      <p:sp>
        <p:nvSpPr>
          <p:cNvPr id="10" name="reveal-3">
            <a:extLst>
              <a:ext uri="{FF2B5EF4-FFF2-40B4-BE49-F238E27FC236}">
                <ns2:creationId id="{6ED653B9-E3C6-42A3-8FA1-F83F135E2121}"/>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634F6A6F-94E8-496C-80D2-9C0068BCC218}"/>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75336359-1B88-4CCA-A04B-E4CE3EF142CD}"/>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Sustained count</a:t>
            </a:r>
          </a:p>
        </p:txBody>
      </p:sp>
      <p:sp>
        <p:nvSpPr>
          <p:cNvPr id="13" name="reveal-3">
            <a:extLst>
              <a:ext uri="{FF2B5EF4-FFF2-40B4-BE49-F238E27FC236}">
                <ns2:creationId id="{ADA8A411-D87A-4676-90CA-284A00F9F062}"/>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Two or more faces must persist for 1.0 second.</a:t>
            </a:r>
          </a:p>
        </p:txBody>
      </p:sp>
      <p:sp>
        <p:nvSpPr>
          <p:cNvPr id="14" name="static">
            <a:extLst>
              <a:ext uri="{FF2B5EF4-FFF2-40B4-BE49-F238E27FC236}">
                <ns2:creationId id="{D9C8DCCC-7769-4F81-917A-B06A2A3E5FA3}"/>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second-person alert with a captured image</a:t>
            </a:r>
          </a:p>
        </p:txBody>
      </p:sp>
      <p:sp>
        <p:nvSpPr>
          <p:cNvPr id="15" name="static">
            <a:extLst>
              <a:ext uri="{FF2B5EF4-FFF2-40B4-BE49-F238E27FC236}">
                <ns2:creationId id="{FB03185A-8386-4337-A01C-AF898C74E9B1}"/>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Faces in camera view are the signal. Hidden or profile-only people can be missed.</a:t>
            </a:r>
          </a:p>
        </p:txBody>
      </p:sp>
      <p:sp>
        <p:nvSpPr>
          <p:cNvPr id="18" name="static">
            <a:extLst>
              <a:ext uri="{FF2B5EF4-FFF2-40B4-BE49-F238E27FC236}">
                <ns2:creationId id="{566A671A-0A16-412B-886C-D88417AF9D80}"/>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18  /  Technical appendix</a:t>
            </a:r>
          </a:p>
        </p:txBody>
      </p:sp>
    </p:spTree>
    <p:extLst>
      <p:ext uri="{BB962C8B-B14F-4D97-AF65-F5344CB8AC3E}">
        <ns3:creationId val="137982524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B6250FF0-5967-4ED7-B118-C611B538DF7C}"/>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Head turns and face visibility</a:t>
            </a:r>
          </a:p>
        </p:txBody>
      </p:sp>
      <p:sp>
        <p:nvSpPr>
          <p:cNvPr id="2" name="static">
            <a:extLst>
              <a:ext uri="{FF2B5EF4-FFF2-40B4-BE49-F238E27FC236}">
                <ns2:creationId id="{E4281056-07DA-48D9-9F3A-DBE210B3D81C}"/>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OpenCV face/profile/eye cascades. Optional MediaPipe landmarks + OpenCV solvePnP.</a:t>
            </a:r>
          </a:p>
        </p:txBody>
      </p:sp>
      <p:sp>
        <p:nvSpPr>
          <p:cNvPr id="3" name="reveal-1">
            <a:extLst>
              <a:ext uri="{FF2B5EF4-FFF2-40B4-BE49-F238E27FC236}">
                <ns2:creationId id="{14ED21E1-A263-49F5-80DC-59C24C2E98A0}"/>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B84BE9F0-5599-485F-B953-42450788DC88}"/>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Neutral baseline</a:t>
            </a:r>
          </a:p>
        </p:txBody>
      </p:sp>
      <p:sp>
        <p:nvSpPr>
          <p:cNvPr id="5" name="reveal-1">
            <a:extLst>
              <a:ext uri="{FF2B5EF4-FFF2-40B4-BE49-F238E27FC236}">
                <ns2:creationId id="{5A71D3FB-BDC0-4D65-A208-6BA5ABCA3392}"/>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Learn normal eye position while the candidate faces the screen.</a:t>
            </a:r>
          </a:p>
        </p:txBody>
      </p:sp>
      <p:sp>
        <p:nvSpPr>
          <p:cNvPr id="6" name="reveal-2">
            <a:extLst>
              <a:ext uri="{FF2B5EF4-FFF2-40B4-BE49-F238E27FC236}">
                <ns2:creationId id="{3E27E3F9-A9C3-46A2-ABDD-F6B6793EFD6E}"/>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0262CFDB-034E-405C-912F-CBA646598F79}"/>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AE3A8EFF-3D8D-4E35-A8CF-9A6371575E5E}"/>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Direction signal</a:t>
            </a:r>
          </a:p>
        </p:txBody>
      </p:sp>
      <p:sp>
        <p:nvSpPr>
          <p:cNvPr id="9" name="reveal-2">
            <a:extLst>
              <a:ext uri="{FF2B5EF4-FFF2-40B4-BE49-F238E27FC236}">
                <ns2:creationId id="{9F3F873B-AEF9-4FF9-9512-B6FC9E780CB3}"/>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Use eye offset or a profile face. Optional yaw uses landmarks.</a:t>
            </a:r>
          </a:p>
        </p:txBody>
      </p:sp>
      <p:sp>
        <p:nvSpPr>
          <p:cNvPr id="10" name="reveal-3">
            <a:extLst>
              <a:ext uri="{FF2B5EF4-FFF2-40B4-BE49-F238E27FC236}">
                <ns2:creationId id="{FF2E76E6-BDAF-4FD6-93D3-FB9D5E20682A}"/>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FAAB4C0C-7849-4A64-B95F-83447E774AB9}"/>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C882674E-F3F0-45C5-80CD-3919EA98B59C}"/>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Continuity check</a:t>
            </a:r>
          </a:p>
        </p:txBody>
      </p:sp>
      <p:sp>
        <p:nvSpPr>
          <p:cNvPr id="13" name="reveal-3">
            <a:extLst>
              <a:ext uri="{FF2B5EF4-FFF2-40B4-BE49-F238E27FC236}">
                <ns2:creationId id="{AABD2087-57B8-4B92-9644-5A8B1B5F0B91}"/>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Left/right persists 0.8 seconds. Missing face persists 3 seconds.</a:t>
            </a:r>
          </a:p>
        </p:txBody>
      </p:sp>
      <p:sp>
        <p:nvSpPr>
          <p:cNvPr id="14" name="static">
            <a:extLst>
              <a:ext uri="{FF2B5EF4-FFF2-40B4-BE49-F238E27FC236}">
                <ns2:creationId id="{CBC20077-6D09-4047-9EDC-1183678E4CD1}"/>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direction or missing-face alert with an image</a:t>
            </a:r>
          </a:p>
        </p:txBody>
      </p:sp>
      <p:sp>
        <p:nvSpPr>
          <p:cNvPr id="15" name="static">
            <a:extLst>
              <a:ext uri="{FF2B5EF4-FFF2-40B4-BE49-F238E27FC236}">
                <ns2:creationId id="{BCF85564-0236-4E5A-89CB-F8438F9D0C12}"/>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OpenCV estimates direction. Its eye offset is not an angle measurement.</a:t>
            </a:r>
          </a:p>
        </p:txBody>
      </p:sp>
      <p:sp>
        <p:nvSpPr>
          <p:cNvPr id="18" name="static">
            <a:extLst>
              <a:ext uri="{FF2B5EF4-FFF2-40B4-BE49-F238E27FC236}">
                <ns2:creationId id="{B1B1B1D3-E941-41FC-94E1-F35D9FAA5BC3}"/>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19  /  Technical appendix</a:t>
            </a:r>
          </a:p>
        </p:txBody>
      </p:sp>
    </p:spTree>
    <p:extLst>
      <p:ext uri="{BB962C8B-B14F-4D97-AF65-F5344CB8AC3E}">
        <ns3:creationId val="4577800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919DFC61-3D9F-4B36-984D-BC4DDFF11D34}"/>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Phone and book detection</a:t>
            </a:r>
          </a:p>
        </p:txBody>
      </p:sp>
      <p:sp>
        <p:nvSpPr>
          <p:cNvPr id="2" name="static">
            <a:extLst>
              <a:ext uri="{FF2B5EF4-FFF2-40B4-BE49-F238E27FC236}">
                <ns2:creationId id="{B98788D6-773F-4C5C-AF2F-2E5F565C7088}"/>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YOLO26n ONNX model + ONNX Runtime on CPU. OpenCV prepares the input.</a:t>
            </a:r>
          </a:p>
        </p:txBody>
      </p:sp>
      <p:sp>
        <p:nvSpPr>
          <p:cNvPr id="3" name="reveal-1">
            <a:extLst>
              <a:ext uri="{FF2B5EF4-FFF2-40B4-BE49-F238E27FC236}">
                <ns2:creationId id="{B232DB5E-E012-4083-9118-10440FF1520E}"/>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EB41B54B-7ACC-40B9-A721-F8E9225C8626}"/>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Image tensor</a:t>
            </a:r>
          </a:p>
        </p:txBody>
      </p:sp>
      <p:sp>
        <p:nvSpPr>
          <p:cNvPr id="5" name="reveal-1">
            <a:extLst>
              <a:ext uri="{FF2B5EF4-FFF2-40B4-BE49-F238E27FC236}">
                <ns2:creationId id="{4C22FF8D-B0E4-49A4-AADD-E2F6512C4172}"/>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Resize to 640 × 640. Normalize pixels and convert BGR to RGB.</a:t>
            </a:r>
          </a:p>
        </p:txBody>
      </p:sp>
      <p:sp>
        <p:nvSpPr>
          <p:cNvPr id="6" name="reveal-2">
            <a:extLst>
              <a:ext uri="{FF2B5EF4-FFF2-40B4-BE49-F238E27FC236}">
                <ns2:creationId id="{14F12DC1-76D9-4B94-9FEF-6BEC8C344580}"/>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FA3021C3-F1DC-480D-B201-B32CC2BBEF47}"/>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4F8299B5-041B-4686-97AC-9E99A4F27617}"/>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Target classes</a:t>
            </a:r>
          </a:p>
        </p:txBody>
      </p:sp>
      <p:sp>
        <p:nvSpPr>
          <p:cNvPr id="9" name="reveal-2">
            <a:extLst>
              <a:ext uri="{FF2B5EF4-FFF2-40B4-BE49-F238E27FC236}">
                <ns2:creationId id="{2B1BEEB4-F8F6-40E7-A30E-59EFAA82E12A}"/>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Select phone or book above confidence 0.25.</a:t>
            </a:r>
          </a:p>
        </p:txBody>
      </p:sp>
      <p:sp>
        <p:nvSpPr>
          <p:cNvPr id="10" name="reveal-3">
            <a:extLst>
              <a:ext uri="{FF2B5EF4-FFF2-40B4-BE49-F238E27FC236}">
                <ns2:creationId id="{6628A1AE-C9B3-446F-8CBC-19D304C0F385}"/>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04FF46E7-13F1-406C-BCA4-C150D3133060}"/>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158C17A3-BDD7-459A-8F42-6F404C20B3ED}"/>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Repeated detection</a:t>
            </a:r>
          </a:p>
        </p:txBody>
      </p:sp>
      <p:sp>
        <p:nvSpPr>
          <p:cNvPr id="13" name="reveal-3">
            <a:extLst>
              <a:ext uri="{FF2B5EF4-FFF2-40B4-BE49-F238E27FC236}">
                <ns2:creationId id="{BB0DAE5C-58AC-440D-B903-02467BE2EF0E}"/>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Require the same target in three consecutive inference checks.</a:t>
            </a:r>
          </a:p>
        </p:txBody>
      </p:sp>
      <p:sp>
        <p:nvSpPr>
          <p:cNvPr id="14" name="static">
            <a:extLst>
              <a:ext uri="{FF2B5EF4-FFF2-40B4-BE49-F238E27FC236}">
                <ns2:creationId id="{51715051-A016-4945-AD11-E2AEF0FB11CF}"/>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object alert with class, confidence and annotated image</a:t>
            </a:r>
          </a:p>
        </p:txBody>
      </p:sp>
      <p:sp>
        <p:nvSpPr>
          <p:cNvPr id="15" name="static">
            <a:extLst>
              <a:ext uri="{FF2B5EF4-FFF2-40B4-BE49-F238E27FC236}">
                <ns2:creationId id="{D1E19DC3-E69E-414C-837D-85138F5D6917}"/>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The current targets exclude headphones. We integrated a pretrained model.</a:t>
            </a:r>
          </a:p>
        </p:txBody>
      </p:sp>
      <p:sp>
        <p:nvSpPr>
          <p:cNvPr id="18" name="static">
            <a:extLst>
              <a:ext uri="{FF2B5EF4-FFF2-40B4-BE49-F238E27FC236}">
                <ns2:creationId id="{6269FE86-9598-4648-B41C-E0139F2E3BD3}"/>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20  /  Technical appendix</a:t>
            </a:r>
          </a:p>
        </p:txBody>
      </p:sp>
    </p:spTree>
    <p:extLst>
      <p:ext uri="{BB962C8B-B14F-4D97-AF65-F5344CB8AC3E}">
        <ns3:creationId val="209352635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B3AAA23E-DA44-49AC-8D68-6C1C4B3C8EB9}"/>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Camera darkness and obstruction</a:t>
            </a:r>
          </a:p>
        </p:txBody>
      </p:sp>
      <p:sp>
        <p:nvSpPr>
          <p:cNvPr id="2" name="static">
            <a:extLst>
              <a:ext uri="{FF2B5EF4-FFF2-40B4-BE49-F238E27FC236}">
                <ns2:creationId id="{0B2B512C-0EA7-49EA-8DA0-030BCFE05751}"/>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OpenCV grayscale frames + NumPy brightness and variation measurements.</a:t>
            </a:r>
          </a:p>
        </p:txBody>
      </p:sp>
      <p:sp>
        <p:nvSpPr>
          <p:cNvPr id="3" name="reveal-1">
            <a:extLst>
              <a:ext uri="{FF2B5EF4-FFF2-40B4-BE49-F238E27FC236}">
                <ns2:creationId id="{D8DB0B54-D6FA-4736-9271-DA7752378177}"/>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416BCE96-1419-4467-A043-5AA55F3DFF5B}"/>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Frame statistics</a:t>
            </a:r>
          </a:p>
        </p:txBody>
      </p:sp>
      <p:sp>
        <p:nvSpPr>
          <p:cNvPr id="5" name="reveal-1">
            <a:extLst>
              <a:ext uri="{FF2B5EF4-FFF2-40B4-BE49-F238E27FC236}">
                <ns2:creationId id="{88EE6677-F57A-4B97-A878-7DD920E990A1}"/>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Measure average brightness and standard deviation.</a:t>
            </a:r>
          </a:p>
        </p:txBody>
      </p:sp>
      <p:sp>
        <p:nvSpPr>
          <p:cNvPr id="6" name="reveal-2">
            <a:extLst>
              <a:ext uri="{FF2B5EF4-FFF2-40B4-BE49-F238E27FC236}">
                <ns2:creationId id="{5CED70C2-1F2E-49C7-ADF3-DD0518C39329}"/>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8AA4A7A0-1CFC-45E1-AF65-8B86AE3BB3ED}"/>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928F5626-5FFE-4D45-99AD-B79D83A9A135}"/>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Poor visibility</a:t>
            </a:r>
          </a:p>
        </p:txBody>
      </p:sp>
      <p:sp>
        <p:nvSpPr>
          <p:cNvPr id="9" name="reveal-2">
            <a:extLst>
              <a:ext uri="{FF2B5EF4-FFF2-40B4-BE49-F238E27FC236}">
                <ns2:creationId id="{A7823D6F-AD2E-4ED2-BC7F-950D7B633E0C}"/>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Very dark frame or near-uniform image suggests obstruction.</a:t>
            </a:r>
          </a:p>
        </p:txBody>
      </p:sp>
      <p:sp>
        <p:nvSpPr>
          <p:cNvPr id="10" name="reveal-3">
            <a:extLst>
              <a:ext uri="{FF2B5EF4-FFF2-40B4-BE49-F238E27FC236}">
                <ns2:creationId id="{B3287AAF-1532-4A79-A71F-00E1CE07B7C3}"/>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80E47DF1-0F61-4DF9-9D3E-66FD440025C1}"/>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A269304B-7083-4540-B208-40338DF8EF29}"/>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Sustained signal</a:t>
            </a:r>
          </a:p>
        </p:txBody>
      </p:sp>
      <p:sp>
        <p:nvSpPr>
          <p:cNvPr id="13" name="reveal-3">
            <a:extLst>
              <a:ext uri="{FF2B5EF4-FFF2-40B4-BE49-F238E27FC236}">
                <ns2:creationId id="{BFFAF1A3-3DF4-46BE-98E1-36DCFF725EB5}"/>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Require the condition to persist for 1.2 seconds.</a:t>
            </a:r>
          </a:p>
        </p:txBody>
      </p:sp>
      <p:sp>
        <p:nvSpPr>
          <p:cNvPr id="14" name="static">
            <a:extLst>
              <a:ext uri="{FF2B5EF4-FFF2-40B4-BE49-F238E27FC236}">
                <ns2:creationId id="{0F75B117-B128-4940-ADB2-1D55BABE3FEC}"/>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camera-visibility alert with frame metrics and image</a:t>
            </a:r>
          </a:p>
        </p:txBody>
      </p:sp>
      <p:sp>
        <p:nvSpPr>
          <p:cNvPr id="15" name="static">
            <a:extLst>
              <a:ext uri="{FF2B5EF4-FFF2-40B4-BE49-F238E27FC236}">
                <ns2:creationId id="{3E25E481-0DF0-43DD-805E-3FE6ED679FE0}"/>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Low lighting can trigger this signal. It does not establish deliberate covering.</a:t>
            </a:r>
          </a:p>
        </p:txBody>
      </p:sp>
      <p:sp>
        <p:nvSpPr>
          <p:cNvPr id="18" name="static">
            <a:extLst>
              <a:ext uri="{FF2B5EF4-FFF2-40B4-BE49-F238E27FC236}">
                <ns2:creationId id="{11D1154F-4B90-4B8D-9737-027EF5DBCAFF}"/>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21  /  Technical appendix</a:t>
            </a:r>
          </a:p>
        </p:txBody>
      </p:sp>
    </p:spTree>
    <p:extLst>
      <p:ext uri="{BB962C8B-B14F-4D97-AF65-F5344CB8AC3E}">
        <ns3:creationId val="23231690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FFC165BA-4476-4171-BB60-F9129ECBDF45}"/>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Voice verification</a:t>
            </a:r>
          </a:p>
        </p:txBody>
      </p:sp>
      <p:sp>
        <p:nvSpPr>
          <p:cNvPr id="2" name="static">
            <a:extLst>
              <a:ext uri="{FF2B5EF4-FFF2-40B4-BE49-F238E27FC236}">
                <ns2:creationId id="{44145074-CE77-4C58-BCE9-232E30B46E27}"/>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sounddevice capture + WebRTC VAD + Resemblyzer speaker embeddings.</a:t>
            </a:r>
          </a:p>
        </p:txBody>
      </p:sp>
      <p:sp>
        <p:nvSpPr>
          <p:cNvPr id="3" name="reveal-1">
            <a:extLst>
              <a:ext uri="{FF2B5EF4-FFF2-40B4-BE49-F238E27FC236}">
                <ns2:creationId id="{F086B019-F130-46DB-9686-30314AE19F9B}"/>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5E67C18B-F930-4E83-A1EC-FD989979B3F6}"/>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Enroll speaker</a:t>
            </a:r>
          </a:p>
        </p:txBody>
      </p:sp>
      <p:sp>
        <p:nvSpPr>
          <p:cNvPr id="5" name="reveal-1">
            <a:extLst>
              <a:ext uri="{FF2B5EF4-FFF2-40B4-BE49-F238E27FC236}">
                <ns2:creationId id="{F062F5B5-0160-4682-A93A-FAC1C5039E71}"/>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Capture eight seconds and a separate four-second confirmation.</a:t>
            </a:r>
          </a:p>
        </p:txBody>
      </p:sp>
      <p:sp>
        <p:nvSpPr>
          <p:cNvPr id="6" name="reveal-2">
            <a:extLst>
              <a:ext uri="{FF2B5EF4-FFF2-40B4-BE49-F238E27FC236}">
                <ns2:creationId id="{AD52ADDA-D093-47B9-9042-0A6FAC08A39C}"/>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03138263-BB16-462D-BFA1-795851620E79}"/>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7B7003AC-3A4E-47BA-9004-CAB863A20894}"/>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Gate speech</a:t>
            </a:r>
          </a:p>
        </p:txBody>
      </p:sp>
      <p:sp>
        <p:nvSpPr>
          <p:cNvPr id="9" name="reveal-2">
            <a:extLst>
              <a:ext uri="{FF2B5EF4-FFF2-40B4-BE49-F238E27FC236}">
                <ns2:creationId id="{C2EB9A6C-7218-43F2-B0E0-CCEF1EA5FF08}"/>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Ignore silence. Analyze valid speech in bounded segments.</a:t>
            </a:r>
          </a:p>
        </p:txBody>
      </p:sp>
      <p:sp>
        <p:nvSpPr>
          <p:cNvPr id="10" name="reveal-3">
            <a:extLst>
              <a:ext uri="{FF2B5EF4-FFF2-40B4-BE49-F238E27FC236}">
                <ns2:creationId id="{051A65C7-533C-4A09-934F-F4B30140F577}"/>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69BD374E-F4BC-4F59-8C73-8A3A1BA366CE}"/>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1EAD1FB8-3D68-483D-A5AF-42E3E89B8D06}"/>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Compare identity</a:t>
            </a:r>
          </a:p>
        </p:txBody>
      </p:sp>
      <p:sp>
        <p:nvSpPr>
          <p:cNvPr id="13" name="reveal-3">
            <a:extLst>
              <a:ext uri="{FF2B5EF4-FFF2-40B4-BE49-F238E27FC236}">
                <ns2:creationId id="{CB106B02-67E7-4127-BCF9-F276C90ADF57}"/>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Cosine similarity below 0.75 twice triggers a mismatch.</a:t>
            </a:r>
          </a:p>
        </p:txBody>
      </p:sp>
      <p:sp>
        <p:nvSpPr>
          <p:cNvPr id="14" name="static">
            <a:extLst>
              <a:ext uri="{FF2B5EF4-FFF2-40B4-BE49-F238E27FC236}">
                <ns2:creationId id="{B17D525F-2833-40D8-B779-1F7E0C47F249}"/>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possible unfamiliar-speaker alert with a WAV clip</a:t>
            </a:r>
          </a:p>
        </p:txBody>
      </p:sp>
      <p:sp>
        <p:nvSpPr>
          <p:cNvPr id="15" name="static">
            <a:extLst>
              <a:ext uri="{FF2B5EF4-FFF2-40B4-BE49-F238E27FC236}">
                <ns2:creationId id="{27542BDA-CD53-455D-8BEB-A31342E81A80}"/>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Speaker mismatch cannot reliably count speakers. Similar voices and noise need review.</a:t>
            </a:r>
          </a:p>
        </p:txBody>
      </p:sp>
      <p:sp>
        <p:nvSpPr>
          <p:cNvPr id="18" name="static">
            <a:extLst>
              <a:ext uri="{FF2B5EF4-FFF2-40B4-BE49-F238E27FC236}">
                <ns2:creationId id="{93483188-87A8-47FA-9893-746C9D2CD7D5}"/>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22  /  Technical appendix</a:t>
            </a:r>
          </a:p>
        </p:txBody>
      </p:sp>
    </p:spTree>
    <p:extLst>
      <p:ext uri="{BB962C8B-B14F-4D97-AF65-F5344CB8AC3E}">
        <ns3:creationId val="201096449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AAAF7692-ED00-4BC0-95A5-76584072232F}"/>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Application, USB and display checks</a:t>
            </a:r>
          </a:p>
        </p:txBody>
      </p:sp>
      <p:sp>
        <p:nvSpPr>
          <p:cNvPr id="2" name="static">
            <a:extLst>
              <a:ext uri="{FF2B5EF4-FFF2-40B4-BE49-F238E27FC236}">
                <ns2:creationId id="{4776C37F-0AA6-40C5-98E7-7E20B079D91E}"/>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psutil process inspection + Windows CIM USB queries + Electron screen API.</a:t>
            </a:r>
          </a:p>
        </p:txBody>
      </p:sp>
      <p:sp>
        <p:nvSpPr>
          <p:cNvPr id="3" name="reveal-1">
            <a:extLst>
              <a:ext uri="{FF2B5EF4-FFF2-40B4-BE49-F238E27FC236}">
                <ns2:creationId id="{0355D038-959D-48F0-AD56-179A836A36D6}"/>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2D7855E4-77EC-45F6-A56C-091420697383}"/>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Applications</a:t>
            </a:r>
          </a:p>
        </p:txBody>
      </p:sp>
      <p:sp>
        <p:nvSpPr>
          <p:cNvPr id="5" name="reveal-1">
            <a:extLst>
              <a:ext uri="{FF2B5EF4-FFF2-40B4-BE49-F238E27FC236}">
                <ns2:creationId id="{12095DB1-66E1-4E88-98F4-4AA25FD7BF41}"/>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Compare processes with the configured and teacher-allowed list.</a:t>
            </a:r>
          </a:p>
        </p:txBody>
      </p:sp>
      <p:sp>
        <p:nvSpPr>
          <p:cNvPr id="6" name="reveal-2">
            <a:extLst>
              <a:ext uri="{FF2B5EF4-FFF2-40B4-BE49-F238E27FC236}">
                <ns2:creationId id="{78883938-494F-4CD0-A9FE-7BF2BB6D6929}"/>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CC97FE96-082A-4312-B778-1654973D931D}"/>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2002250A-6877-4BA4-A156-97E79DEEAA43}"/>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USB storage</a:t>
            </a:r>
          </a:p>
        </p:txBody>
      </p:sp>
      <p:sp>
        <p:nvSpPr>
          <p:cNvPr id="9" name="reveal-2">
            <a:extLst>
              <a:ext uri="{FF2B5EF4-FFF2-40B4-BE49-F238E27FC236}">
                <ns2:creationId id="{CB8AD02D-8729-4AA8-9493-E28E8F67DF3E}"/>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Find USB disks through Win32_DiskDrive. Report each insertion.</a:t>
            </a:r>
          </a:p>
        </p:txBody>
      </p:sp>
      <p:sp>
        <p:nvSpPr>
          <p:cNvPr id="10" name="reveal-3">
            <a:extLst>
              <a:ext uri="{FF2B5EF4-FFF2-40B4-BE49-F238E27FC236}">
                <ns2:creationId id="{F16FE569-2C10-4463-9BA1-4F7507D3D0D4}"/>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5FE622B5-BD95-4CC0-94BB-1F66BB299506}"/>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053D1B58-83C8-4EED-BECF-21298ACCC548}"/>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Displays</a:t>
            </a:r>
          </a:p>
        </p:txBody>
      </p:sp>
      <p:sp>
        <p:nvSpPr>
          <p:cNvPr id="13" name="reveal-3">
            <a:extLst>
              <a:ext uri="{FF2B5EF4-FFF2-40B4-BE49-F238E27FC236}">
                <ns2:creationId id="{87059629-3D59-4DD5-AE15-F0233500747A}"/>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Count Electron displays at self-check and listen for added displays.</a:t>
            </a:r>
          </a:p>
        </p:txBody>
      </p:sp>
      <p:sp>
        <p:nvSpPr>
          <p:cNvPr id="14" name="static">
            <a:extLst>
              <a:ext uri="{FF2B5EF4-FFF2-40B4-BE49-F238E27FC236}">
                <ns2:creationId id="{6D3A18AB-05C7-4ED0-A995-3BFCA0E14150}"/>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environment alerts with supporting screen evidence where captured</a:t>
            </a:r>
          </a:p>
        </p:txBody>
      </p:sp>
      <p:sp>
        <p:nvSpPr>
          <p:cNvPr id="15" name="static">
            <a:extLst>
              <a:ext uri="{FF2B5EF4-FFF2-40B4-BE49-F238E27FC236}">
                <ns2:creationId id="{21EEC073-9BE5-41B2-AA06-7F3C3BC97F5F}"/>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Strict exam mode can terminate apps. Development mode relaxes enforcement.</a:t>
            </a:r>
          </a:p>
        </p:txBody>
      </p:sp>
      <p:sp>
        <p:nvSpPr>
          <p:cNvPr id="18" name="static">
            <a:extLst>
              <a:ext uri="{FF2B5EF4-FFF2-40B4-BE49-F238E27FC236}">
                <ns2:creationId id="{B822C8EF-9927-438F-BA05-3A046C5B2DF8}"/>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23  /  Technical appendix</a:t>
            </a:r>
          </a:p>
        </p:txBody>
      </p:sp>
    </p:spTree>
    <p:extLst>
      <p:ext uri="{BB962C8B-B14F-4D97-AF65-F5344CB8AC3E}">
        <ns3:creationId val="211720602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7B7EB260-2B3B-445F-B105-50177706C6CC}"/>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Evidence delivery and late recovery</a:t>
            </a:r>
          </a:p>
        </p:txBody>
      </p:sp>
      <p:sp>
        <p:nvSpPr>
          <p:cNvPr id="2" name="static">
            <a:extLst>
              <a:ext uri="{FF2B5EF4-FFF2-40B4-BE49-F238E27FC236}">
                <ns2:creationId id="{017321A9-E0A8-4FE8-8B88-B4903634E061}"/>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Python event worker + Electron durable JSON buffer + Express/MongoDB.</a:t>
            </a:r>
          </a:p>
        </p:txBody>
      </p:sp>
      <p:sp>
        <p:nvSpPr>
          <p:cNvPr id="3" name="reveal-1">
            <a:extLst>
              <a:ext uri="{FF2B5EF4-FFF2-40B4-BE49-F238E27FC236}">
                <ns2:creationId id="{F1EB6BF5-D8D4-43A7-8FC5-10EA484AED9B}"/>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D4D53F8A-7129-41B1-81FD-61020EA33BF3}"/>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Capture event</a:t>
            </a:r>
          </a:p>
        </p:txBody>
      </p:sp>
      <p:sp>
        <p:nvSpPr>
          <p:cNvPr id="5" name="reveal-1">
            <a:extLst>
              <a:ext uri="{FF2B5EF4-FFF2-40B4-BE49-F238E27FC236}">
                <ns2:creationId id="{1A775141-3CEC-457E-B631-516E13A15105}"/>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Preserve session, capture time and screenshot/audio references.</a:t>
            </a:r>
          </a:p>
        </p:txBody>
      </p:sp>
      <p:sp>
        <p:nvSpPr>
          <p:cNvPr id="6" name="reveal-2">
            <a:extLst>
              <a:ext uri="{FF2B5EF4-FFF2-40B4-BE49-F238E27FC236}">
                <ns2:creationId id="{EE08A891-02F3-4547-9716-656FF53DE947}"/>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11018B88-82FA-405B-B6D7-B5DAB8990387}"/>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FF41328A-5A27-48E7-8774-AA90013C02E3}"/>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Upload or retry</a:t>
            </a:r>
          </a:p>
        </p:txBody>
      </p:sp>
      <p:sp>
        <p:nvSpPr>
          <p:cNvPr id="9" name="reveal-2">
            <a:extLst>
              <a:ext uri="{FF2B5EF4-FFF2-40B4-BE49-F238E27FC236}">
                <ns2:creationId id="{858B803C-9F98-466C-A0A2-75EA41726200}"/>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Send multipart media. Network/storage/database failure keeps the queue.</a:t>
            </a:r>
          </a:p>
        </p:txBody>
      </p:sp>
      <p:sp>
        <p:nvSpPr>
          <p:cNvPr id="10" name="reveal-3">
            <a:extLst>
              <a:ext uri="{FF2B5EF4-FFF2-40B4-BE49-F238E27FC236}">
                <ns2:creationId id="{864B3D21-FFAE-4C0B-A985-DDC58DE1536A}"/>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F4F1C899-5810-4BCE-8B52-673D003F7A51}"/>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A88CB4D4-DB62-47F8-88D2-961B91DB9AF1}"/>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Store once</a:t>
            </a:r>
          </a:p>
        </p:txBody>
      </p:sp>
      <p:sp>
        <p:nvSpPr>
          <p:cNvPr id="13" name="reveal-3">
            <a:extLst>
              <a:ext uri="{FF2B5EF4-FFF2-40B4-BE49-F238E27FC236}">
                <ns2:creationId id="{2F59CA7D-D5AC-4410-8E14-B105C0E1804C}"/>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Stable event ID deduplicates retries within the session.</a:t>
            </a:r>
          </a:p>
        </p:txBody>
      </p:sp>
      <p:sp>
        <p:nvSpPr>
          <p:cNvPr id="14" name="static">
            <a:extLst>
              <a:ext uri="{FF2B5EF4-FFF2-40B4-BE49-F238E27FC236}">
                <ns2:creationId id="{9F8E0055-6BAC-4D44-B536-1B1943F38B1B}"/>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Late evidence: label it, keep the session closed, wait for examiner confirmation</a:t>
            </a:r>
          </a:p>
        </p:txBody>
      </p:sp>
      <p:sp>
        <p:nvSpPr>
          <p:cNvPr id="15" name="static">
            <a:extLst>
              <a:ext uri="{FF2B5EF4-FFF2-40B4-BE49-F238E27FC236}">
                <ns2:creationId id="{B4861469-07ED-45FB-A2BC-D840EB92C6C4}"/>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Only evidence captured inside the session window is accepted. Local files must remain.</a:t>
            </a:r>
          </a:p>
        </p:txBody>
      </p:sp>
      <p:sp>
        <p:nvSpPr>
          <p:cNvPr id="18" name="static">
            <a:extLst>
              <a:ext uri="{FF2B5EF4-FFF2-40B4-BE49-F238E27FC236}">
                <ns2:creationId id="{91F80BCC-4BC6-4C69-84FA-930D47DE9FD4}"/>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24  /  Technical appendix</a:t>
            </a:r>
          </a:p>
        </p:txBody>
      </p:sp>
    </p:spTree>
    <p:extLst>
      <p:ext uri="{BB962C8B-B14F-4D97-AF65-F5344CB8AC3E}">
        <ns3:creationId val="101619031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2C7EA116-3DF0-459D-8CAF-0DB1D495E07B}"/>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Risk scoring and examiner review</a:t>
            </a:r>
          </a:p>
        </p:txBody>
      </p:sp>
      <p:sp>
        <p:nvSpPr>
          <p:cNvPr id="2" name="static">
            <a:extLst>
              <a:ext uri="{FF2B5EF4-FFF2-40B4-BE49-F238E27FC236}">
                <ns2:creationId id="{721C8FC1-E308-4C8D-A7FC-F9418107BF94}"/>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Node.js DecayScoringStrategy + MongoDB event history + React evidence viewer.</a:t>
            </a:r>
          </a:p>
        </p:txBody>
      </p:sp>
      <p:sp>
        <p:nvSpPr>
          <p:cNvPr id="3" name="reveal-1">
            <a:extLst>
              <a:ext uri="{FF2B5EF4-FFF2-40B4-BE49-F238E27FC236}">
                <ns2:creationId id="{CDFFFFDE-2B22-4A37-A32A-740A2A2DCF67}"/>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16F45706-57AB-45F0-B37B-7868D6183CA6}"/>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Eligible events</a:t>
            </a:r>
          </a:p>
        </p:txBody>
      </p:sp>
      <p:sp>
        <p:nvSpPr>
          <p:cNvPr id="5" name="reveal-1">
            <a:extLst>
              <a:ext uri="{FF2B5EF4-FFF2-40B4-BE49-F238E27FC236}">
                <ns2:creationId id="{47A4D08A-D89E-4F0F-A51E-3E2463C4C420}"/>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Exclude dismissed events and unconfirmed late arrivals.</a:t>
            </a:r>
          </a:p>
        </p:txBody>
      </p:sp>
      <p:sp>
        <p:nvSpPr>
          <p:cNvPr id="6" name="reveal-2">
            <a:extLst>
              <a:ext uri="{FF2B5EF4-FFF2-40B4-BE49-F238E27FC236}">
                <ns2:creationId id="{7F5E175B-2012-46DB-AF7D-1970D9111A2D}"/>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AA8DE35C-1AD3-483A-B9AE-26ECD2866CAC}"/>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D9A06CD7-075D-4E17-885C-AF8AA40963F2}"/>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Weighted score</a:t>
            </a:r>
          </a:p>
        </p:txBody>
      </p:sp>
      <p:sp>
        <p:nvSpPr>
          <p:cNvPr id="9" name="reveal-2">
            <a:extLst>
              <a:ext uri="{FF2B5EF4-FFF2-40B4-BE49-F238E27FC236}">
                <ns2:creationId id="{0EE46DDD-70D5-451F-8EEC-D9DB2C6368DB}"/>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Combine severity, recency decay and a persistent baseline.</a:t>
            </a:r>
          </a:p>
        </p:txBody>
      </p:sp>
      <p:sp>
        <p:nvSpPr>
          <p:cNvPr id="10" name="reveal-3">
            <a:extLst>
              <a:ext uri="{FF2B5EF4-FFF2-40B4-BE49-F238E27FC236}">
                <ns2:creationId id="{710E3DC6-ED39-4D98-B90B-1B80B906EE44}"/>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FE366A1E-D730-4C72-837D-4537C1D08656}"/>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B9D2985B-AC64-4C5C-AFCB-D8EEDAD4BCEB}"/>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Human decision</a:t>
            </a:r>
          </a:p>
        </p:txBody>
      </p:sp>
      <p:sp>
        <p:nvSpPr>
          <p:cNvPr id="13" name="reveal-3">
            <a:extLst>
              <a:ext uri="{FF2B5EF4-FFF2-40B4-BE49-F238E27FC236}">
                <ns2:creationId id="{4D1DA489-EBC8-4C01-B4BB-88E0B82A2624}"/>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Examiner reviews images/audio, then confirms or dismisses.</a:t>
            </a:r>
          </a:p>
        </p:txBody>
      </p:sp>
      <p:sp>
        <p:nvSpPr>
          <p:cNvPr id="14" name="static">
            <a:extLst>
              <a:ext uri="{FF2B5EF4-FFF2-40B4-BE49-F238E27FC236}">
                <ns2:creationId id="{25013242-BE2A-4995-A3BD-07BA6632D0D2}"/>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a 0–100 review priority that reflects eligible evidence</a:t>
            </a:r>
          </a:p>
        </p:txBody>
      </p:sp>
      <p:sp>
        <p:nvSpPr>
          <p:cNvPr id="15" name="static">
            <a:extLst>
              <a:ext uri="{FF2B5EF4-FFF2-40B4-BE49-F238E27FC236}">
                <ns2:creationId id="{124941E9-2452-4B0C-92E1-3633E2F7DBFF}"/>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Recent weight halves in about 30 minutes. No measured cheating probability.</a:t>
            </a:r>
          </a:p>
        </p:txBody>
      </p:sp>
      <p:sp>
        <p:nvSpPr>
          <p:cNvPr id="18" name="static">
            <a:extLst>
              <a:ext uri="{FF2B5EF4-FFF2-40B4-BE49-F238E27FC236}">
                <ns2:creationId id="{78C84478-3F1F-4F3F-997C-3E55358190EB}"/>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25  /  Technical appendix</a:t>
            </a:r>
          </a:p>
        </p:txBody>
      </p:sp>
    </p:spTree>
    <p:extLst>
      <p:ext uri="{BB962C8B-B14F-4D97-AF65-F5344CB8AC3E}">
        <ns3:creationId val="105657624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71448200-49D4-4214-8302-2B79130A96E5}"/>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Exam workflow, submissions and reports</a:t>
            </a:r>
          </a:p>
        </p:txBody>
      </p:sp>
      <p:sp>
        <p:nvSpPr>
          <p:cNvPr id="2" name="static">
            <a:extLst>
              <a:ext uri="{FF2B5EF4-FFF2-40B4-BE49-F238E27FC236}">
                <ns2:creationId id="{55E15C81-A821-4584-9520-A2C7A64CEA56}"/>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Electron renderer + Express routes + Multer uploads + React summaries.</a:t>
            </a:r>
          </a:p>
        </p:txBody>
      </p:sp>
      <p:sp>
        <p:nvSpPr>
          <p:cNvPr id="3" name="reveal-1">
            <a:extLst>
              <a:ext uri="{FF2B5EF4-FFF2-40B4-BE49-F238E27FC236}">
                <ns2:creationId id="{4D9DA25E-5655-4CAC-A16C-3E7B81379D26}"/>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3D84F941-6CF6-4FC6-A363-FD968765AE91}"/>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Prepare exam</a:t>
            </a:r>
          </a:p>
        </p:txBody>
      </p:sp>
      <p:sp>
        <p:nvSpPr>
          <p:cNvPr id="5" name="reveal-1">
            <a:extLst>
              <a:ext uri="{FF2B5EF4-FFF2-40B4-BE49-F238E27FC236}">
                <ns2:creationId id="{6337B65E-4618-4B0F-A08E-90BFA8DDCA1B}"/>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Teacher sets duration/rules and uploads or releases the paper.</a:t>
            </a:r>
          </a:p>
        </p:txBody>
      </p:sp>
      <p:sp>
        <p:nvSpPr>
          <p:cNvPr id="6" name="reveal-2">
            <a:extLst>
              <a:ext uri="{FF2B5EF4-FFF2-40B4-BE49-F238E27FC236}">
                <ns2:creationId id="{18F2B1CE-094B-405C-8A21-2DE17C891F08}"/>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A435EDE5-71CC-4711-847F-2DCD38AA5657}"/>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34BA6028-029E-44D4-96F6-55F911E08CD0}"/>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Complete answers</a:t>
            </a:r>
          </a:p>
        </p:txBody>
      </p:sp>
      <p:sp>
        <p:nvSpPr>
          <p:cNvPr id="9" name="reveal-2">
            <a:extLst>
              <a:ext uri="{FF2B5EF4-FFF2-40B4-BE49-F238E27FC236}">
                <ns2:creationId id="{AE2CA8BF-FB8D-4F26-B629-342F28F5FFBE}"/>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Candidate types answers or attaches a submission file.</a:t>
            </a:r>
          </a:p>
        </p:txBody>
      </p:sp>
      <p:sp>
        <p:nvSpPr>
          <p:cNvPr id="10" name="reveal-3">
            <a:extLst>
              <a:ext uri="{FF2B5EF4-FFF2-40B4-BE49-F238E27FC236}">
                <ns2:creationId id="{E7D2B4E9-0090-4A12-8CE0-1E87A43E3FED}"/>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D144F40A-E960-4082-9DAA-18EE99A9FDAD}"/>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31A5D50A-07C2-4064-8FAD-E61AD413EFCE}"/>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Review history</a:t>
            </a:r>
          </a:p>
        </p:txBody>
      </p:sp>
      <p:sp>
        <p:nvSpPr>
          <p:cNvPr id="13" name="reveal-3">
            <a:extLst>
              <a:ext uri="{FF2B5EF4-FFF2-40B4-BE49-F238E27FC236}">
                <ns2:creationId id="{801FE424-5DF5-42E8-8328-24CC49ECAFBA}"/>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Aggregate candidates, submissions and events. Export CSV or print PDF.</a:t>
            </a:r>
          </a:p>
        </p:txBody>
      </p:sp>
      <p:sp>
        <p:nvSpPr>
          <p:cNvPr id="14" name="static">
            <a:extLst>
              <a:ext uri="{FF2B5EF4-FFF2-40B4-BE49-F238E27FC236}">
                <ns2:creationId id="{2A3A6026-7F4A-472E-A12D-735CE07686CB}"/>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a recorded exam session with answers and an examiner summary</a:t>
            </a:r>
          </a:p>
        </p:txBody>
      </p:sp>
      <p:sp>
        <p:nvSpPr>
          <p:cNvPr id="15" name="static">
            <a:extLst>
              <a:ext uri="{FF2B5EF4-FFF2-40B4-BE49-F238E27FC236}">
                <ns2:creationId id="{F3528C86-7E5D-414A-93D9-C66104C2BBFE}"/>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Combined export of every alert and screenshot remains an enhancement.</a:t>
            </a:r>
          </a:p>
        </p:txBody>
      </p:sp>
      <p:sp>
        <p:nvSpPr>
          <p:cNvPr id="18" name="static">
            <a:extLst>
              <a:ext uri="{FF2B5EF4-FFF2-40B4-BE49-F238E27FC236}">
                <ns2:creationId id="{A0970EA7-2D05-4525-8695-78F022D1EBFC}"/>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26  /  Technical appendix</a:t>
            </a:r>
          </a:p>
        </p:txBody>
      </p:sp>
    </p:spTree>
    <p:extLst>
      <p:ext uri="{BB962C8B-B14F-4D97-AF65-F5344CB8AC3E}">
        <ns3:creationId val="151637905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9144E372-65F0-4B65-99E0-63B1C59A2BBC}"/>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Teacher access and administration</a:t>
            </a:r>
          </a:p>
        </p:txBody>
      </p:sp>
      <p:sp>
        <p:nvSpPr>
          <p:cNvPr id="2" name="static">
            <a:extLst>
              <a:ext uri="{FF2B5EF4-FFF2-40B4-BE49-F238E27FC236}">
                <ns2:creationId id="{255428C4-17CC-4357-9129-BE464F850217}"/>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bcrypt password hashes + JWT access tokens + rotating refresh tokens.</a:t>
            </a:r>
          </a:p>
        </p:txBody>
      </p:sp>
      <p:sp>
        <p:nvSpPr>
          <p:cNvPr id="3" name="reveal-1">
            <a:extLst>
              <a:ext uri="{FF2B5EF4-FFF2-40B4-BE49-F238E27FC236}">
                <ns2:creationId id="{16B23DBF-F5CF-42EE-9154-35939E0DA75B}"/>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9D0C67BF-D598-4E21-95F5-EF8BBA0411BB}"/>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Authenticate</a:t>
            </a:r>
          </a:p>
        </p:txBody>
      </p:sp>
      <p:sp>
        <p:nvSpPr>
          <p:cNvPr id="5" name="reveal-1">
            <a:extLst>
              <a:ext uri="{FF2B5EF4-FFF2-40B4-BE49-F238E27FC236}">
                <ns2:creationId id="{E05059D9-29E8-4BC5-91EF-DDC6A42DC8AE}"/>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Verify password and issue short-lived teacher access.</a:t>
            </a:r>
          </a:p>
        </p:txBody>
      </p:sp>
      <p:sp>
        <p:nvSpPr>
          <p:cNvPr id="6" name="reveal-2">
            <a:extLst>
              <a:ext uri="{FF2B5EF4-FFF2-40B4-BE49-F238E27FC236}">
                <ns2:creationId id="{EB56A92D-7D07-4569-BE70-3DAC94A49044}"/>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8D31F1EA-9D63-4FB7-97D6-37167AD398E1}"/>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EB6C6E32-6AF5-451A-A208-8A5B15A32294}"/>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Authorize exam</a:t>
            </a:r>
          </a:p>
        </p:txBody>
      </p:sp>
      <p:sp>
        <p:nvSpPr>
          <p:cNvPr id="9" name="reveal-2">
            <a:extLst>
              <a:ext uri="{FF2B5EF4-FFF2-40B4-BE49-F238E27FC236}">
                <ns2:creationId id="{D5C79323-2D05-4667-B59B-3820E58E1923}"/>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Server checks ownership for rosters, evidence and socket updates.</a:t>
            </a:r>
          </a:p>
        </p:txBody>
      </p:sp>
      <p:sp>
        <p:nvSpPr>
          <p:cNvPr id="10" name="reveal-3">
            <a:extLst>
              <a:ext uri="{FF2B5EF4-FFF2-40B4-BE49-F238E27FC236}">
                <ns2:creationId id="{C9CC84E7-4D78-49CA-B921-AA7FFCB83058}"/>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0BEA50CC-6B95-4E86-9A3A-C32FB79F0EAE}"/>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9A9F0882-CFFA-4003-9EBD-0DFF37CAF388}"/>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Manage assets</a:t>
            </a:r>
          </a:p>
        </p:txBody>
      </p:sp>
      <p:sp>
        <p:nvSpPr>
          <p:cNvPr id="13" name="reveal-3">
            <a:extLst>
              <a:ext uri="{FF2B5EF4-FFF2-40B4-BE49-F238E27FC236}">
                <ns2:creationId id="{A39D2D81-9F17-439A-83D7-B7254313F24D}"/>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Administrators inspect users, evidence assets and audit logs.</a:t>
            </a:r>
          </a:p>
        </p:txBody>
      </p:sp>
      <p:sp>
        <p:nvSpPr>
          <p:cNvPr id="14" name="static">
            <a:extLst>
              <a:ext uri="{FF2B5EF4-FFF2-40B4-BE49-F238E27FC236}">
                <ns2:creationId id="{68B2C565-F64B-47EF-8C2F-DE6D2D5B93D0}"/>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teachers review their own exams. Administrators have broader access.</a:t>
            </a:r>
          </a:p>
        </p:txBody>
      </p:sp>
      <p:sp>
        <p:nvSpPr>
          <p:cNvPr id="15" name="static">
            <a:extLst>
              <a:ext uri="{FF2B5EF4-FFF2-40B4-BE49-F238E27FC236}">
                <ns2:creationId id="{3E10C63C-A41D-49E0-81DD-29CE5B668DEE}"/>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Candidate machine routes remain open. Email verification exists but is not wired into login.</a:t>
            </a:r>
          </a:p>
        </p:txBody>
      </p:sp>
      <p:sp>
        <p:nvSpPr>
          <p:cNvPr id="18" name="static">
            <a:extLst>
              <a:ext uri="{FF2B5EF4-FFF2-40B4-BE49-F238E27FC236}">
                <ns2:creationId id="{58333EA9-35BC-4BC9-B85A-F3F06965AF9F}"/>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27  /  Technical appendix</a:t>
            </a:r>
          </a:p>
        </p:txBody>
      </p:sp>
    </p:spTree>
    <p:extLst>
      <p:ext uri="{BB962C8B-B14F-4D97-AF65-F5344CB8AC3E}">
        <ns3:creationId val="208631582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49" name="static">
            <a:extLst>
              <a:ext uri="{FF2B5EF4-FFF2-40B4-BE49-F238E27FC236}">
                <ns2:creationId id="{9D72AEA4-9B89-47A4-A2B2-EC01F10A0697}"/>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UML sequence: live alert and review</a:t>
            </a:r>
          </a:p>
        </p:txBody>
      </p:sp>
      <p:sp>
        <p:nvSpPr>
          <p:cNvPr id="3" name="static">
            <a:extLst>
              <a:ext uri="{FF2B5EF4-FFF2-40B4-BE49-F238E27FC236}">
                <ns2:creationId id="{0F45D332-C5F6-42E0-AE61-BCAD7282F461}"/>
              </a:ext>
            </a:extLst>
          </p:cNvPr>
          <p:cNvSpPr>
            <a:spLocks noGrp="1"/>
          </p:cNvSpPr>
          <p:nvPr/>
        </p:nvSpPr>
        <p:spPr>
          <a:xfrm>
            <a:off x="590550" y="1428750"/>
            <a:ext cx="2057400" cy="809625"/>
          </a:xfrm>
          <a:prstGeom prst="rect">
            <a:avLst/>
          </a:prstGeom>
          <a:solidFill>
            <a:srgbClr val="102F3C"/>
          </a:solidFill>
          <a:ln w="14288">
            <a:solidFill>
              <a:srgbClr val="36616C"/>
            </a:solidFill>
          </a:ln>
        </p:spPr>
      </p:sp>
      <p:sp>
        <p:nvSpPr>
          <p:cNvPr id="4" name="static">
            <a:extLst>
              <a:ext uri="{FF2B5EF4-FFF2-40B4-BE49-F238E27FC236}">
                <ns2:creationId id="{BA9AB87A-3089-4435-93D5-A242CAAD47C2}"/>
              </a:ext>
            </a:extLst>
          </p:cNvPr>
          <p:cNvSpPr>
            <a:spLocks noGrp="1"/>
          </p:cNvSpPr>
          <p:nvPr/>
        </p:nvSpPr>
        <p:spPr>
          <a:xfrm>
            <a:off x="666750" y="1562100"/>
            <a:ext cx="1905000" cy="619125"/>
          </a:xfrm>
          <a:prstGeom prst="rect">
            <a:avLst/>
          </a:prstGeom>
          <a:noFill/>
          <a:ln w="0">
            <a:noFill/>
          </a:ln>
        </p:spPr>
        <p:txBody>
          <a:bodyPr>
            <a:noAutofit/>
          </a:bodyPr>
          <a:lstStyle/>
          <a:p>
            <a:pPr>
              <a:buNone/>
              <a:defRPr sz="1725" b="1">
                <a:solidFill>
                  <a:srgbClr val="50DDC4"/>
                </a:solidFill>
                <a:latin typeface="Arial"/>
                <a:ea typeface="Arial"/>
                <a:cs typeface="Arial"/>
              </a:defRPr>
            </a:pPr>
            <a:r>
              <a:rPr sz="1725" b="1">
                <a:solidFill>
                  <a:srgbClr val="50DDC4"/>
                </a:solidFill>
                <a:latin typeface="Arial"/>
                <a:ea typeface="Arial"/>
                <a:cs typeface="Arial"/>
              </a:rPr>
              <a:t>Python monitors</a:t>
            </a:r>
          </a:p>
        </p:txBody>
      </p:sp>
      <p:sp>
        <p:nvSpPr>
          <p:cNvPr id="5" name="static">
            <a:extLst>
              <a:ext uri="{FF2B5EF4-FFF2-40B4-BE49-F238E27FC236}">
                <ns2:creationId id="{71CFBC75-C4EC-4923-AA88-7AFE122BABA8}"/>
              </a:ext>
            </a:extLst>
          </p:cNvPr>
          <p:cNvSpPr>
            <a:spLocks noGrp="1"/>
          </p:cNvSpPr>
          <p:nvPr/>
        </p:nvSpPr>
        <p:spPr>
          <a:xfrm>
            <a:off x="1609725" y="2238375"/>
            <a:ext cx="19050" cy="19050"/>
          </a:xfrm>
          <a:prstGeom prst="rect">
            <a:avLst/>
          </a:prstGeom>
          <a:noFill/>
          <a:ln w="0">
            <a:noFill/>
          </a:ln>
        </p:spPr>
      </p:sp>
      <p:sp>
        <p:nvSpPr>
          <p:cNvPr id="6" name="static">
            <a:extLst>
              <a:ext uri="{FF2B5EF4-FFF2-40B4-BE49-F238E27FC236}">
                <ns2:creationId id="{6258E916-2953-43F7-B977-AB50A483AF9E}"/>
              </a:ext>
            </a:extLst>
          </p:cNvPr>
          <p:cNvSpPr>
            <a:spLocks noGrp="1"/>
          </p:cNvSpPr>
          <p:nvPr/>
        </p:nvSpPr>
        <p:spPr>
          <a:xfrm>
            <a:off x="1609725" y="5895975"/>
            <a:ext cx="19050" cy="19050"/>
          </a:xfrm>
          <a:prstGeom prst="rect">
            <a:avLst/>
          </a:prstGeom>
          <a:noFill/>
          <a:ln w="0">
            <a:noFill/>
          </a:ln>
        </p:spPr>
      </p:sp>
      <p:cxnSp>
        <p:nvCxnSpPr>
          <p:cNvPr id="101" name="static"/>
          <p:cNvCxnSpPr>
            <a:stCxn id="5" idx="2"/>
            <a:endCxn id="6" idx="0"/>
          </p:cNvCxnSpPr>
          <p:nvPr/>
        </p:nvCxnSpPr>
        <p:spPr>
          <a:xfrm>
            <a:off x="1619250" y="2257425"/>
            <a:ext cx="0" cy="3638550"/>
          </a:xfrm>
          <a:prstGeom prst="straightConnector1">
            <a:avLst/>
          </a:prstGeom>
          <a:ln w="14288">
            <a:solidFill>
              <a:srgbClr val="46606B"/>
            </a:solidFill>
            <a:prstDash val="dash"/>
            <a:tailEnd type="none" w="sm" len="sm"/>
          </a:ln>
        </p:spPr>
      </p:cxnSp>
      <p:sp>
        <p:nvSpPr>
          <p:cNvPr id="8" name="static">
            <a:extLst>
              <a:ext uri="{FF2B5EF4-FFF2-40B4-BE49-F238E27FC236}">
                <ns2:creationId id="{33C90273-C114-461F-AB6A-80A23B7E415D}"/>
              </a:ext>
            </a:extLst>
          </p:cNvPr>
          <p:cNvSpPr>
            <a:spLocks noGrp="1"/>
          </p:cNvSpPr>
          <p:nvPr/>
        </p:nvSpPr>
        <p:spPr>
          <a:xfrm>
            <a:off x="3448050" y="1428750"/>
            <a:ext cx="2057400" cy="809625"/>
          </a:xfrm>
          <a:prstGeom prst="rect">
            <a:avLst/>
          </a:prstGeom>
          <a:solidFill>
            <a:srgbClr val="102F3C"/>
          </a:solidFill>
          <a:ln w="14288">
            <a:solidFill>
              <a:srgbClr val="36616C"/>
            </a:solidFill>
          </a:ln>
        </p:spPr>
      </p:sp>
      <p:sp>
        <p:nvSpPr>
          <p:cNvPr id="9" name="static">
            <a:extLst>
              <a:ext uri="{FF2B5EF4-FFF2-40B4-BE49-F238E27FC236}">
                <ns2:creationId id="{EA1988F8-D07A-4047-9773-ED03C9E1BEC6}"/>
              </a:ext>
            </a:extLst>
          </p:cNvPr>
          <p:cNvSpPr>
            <a:spLocks noGrp="1"/>
          </p:cNvSpPr>
          <p:nvPr/>
        </p:nvSpPr>
        <p:spPr>
          <a:xfrm>
            <a:off x="3524250" y="1562100"/>
            <a:ext cx="1905000" cy="619125"/>
          </a:xfrm>
          <a:prstGeom prst="rect">
            <a:avLst/>
          </a:prstGeom>
          <a:noFill/>
          <a:ln w="0">
            <a:noFill/>
          </a:ln>
        </p:spPr>
        <p:txBody>
          <a:bodyPr>
            <a:noAutofit/>
          </a:bodyPr>
          <a:lstStyle/>
          <a:p>
            <a:pPr>
              <a:buNone/>
              <a:defRPr sz="1725" b="1">
                <a:solidFill>
                  <a:srgbClr val="50DDC4"/>
                </a:solidFill>
                <a:latin typeface="Arial"/>
                <a:ea typeface="Arial"/>
                <a:cs typeface="Arial"/>
              </a:defRPr>
            </a:pPr>
            <a:r>
              <a:rPr sz="1725" b="1">
                <a:solidFill>
                  <a:srgbClr val="50DDC4"/>
                </a:solidFill>
                <a:latin typeface="Arial"/>
                <a:ea typeface="Arial"/>
                <a:cs typeface="Arial"/>
              </a:rPr>
              <a:t>Electron app</a:t>
            </a:r>
          </a:p>
        </p:txBody>
      </p:sp>
      <p:sp>
        <p:nvSpPr>
          <p:cNvPr id="10" name="static">
            <a:extLst>
              <a:ext uri="{FF2B5EF4-FFF2-40B4-BE49-F238E27FC236}">
                <ns2:creationId id="{63241946-A370-44C4-A896-41D8899F14CD}"/>
              </a:ext>
            </a:extLst>
          </p:cNvPr>
          <p:cNvSpPr>
            <a:spLocks noGrp="1"/>
          </p:cNvSpPr>
          <p:nvPr/>
        </p:nvSpPr>
        <p:spPr>
          <a:xfrm>
            <a:off x="4467225" y="2238375"/>
            <a:ext cx="19050" cy="19050"/>
          </a:xfrm>
          <a:prstGeom prst="rect">
            <a:avLst/>
          </a:prstGeom>
          <a:noFill/>
          <a:ln w="0">
            <a:noFill/>
          </a:ln>
        </p:spPr>
      </p:sp>
      <p:sp>
        <p:nvSpPr>
          <p:cNvPr id="11" name="static">
            <a:extLst>
              <a:ext uri="{FF2B5EF4-FFF2-40B4-BE49-F238E27FC236}">
                <ns2:creationId id="{133CB8ED-5C64-4DFA-B277-FF0ABFDA4250}"/>
              </a:ext>
            </a:extLst>
          </p:cNvPr>
          <p:cNvSpPr>
            <a:spLocks noGrp="1"/>
          </p:cNvSpPr>
          <p:nvPr/>
        </p:nvSpPr>
        <p:spPr>
          <a:xfrm>
            <a:off x="4467225" y="5895975"/>
            <a:ext cx="19050" cy="19050"/>
          </a:xfrm>
          <a:prstGeom prst="rect">
            <a:avLst/>
          </a:prstGeom>
          <a:noFill/>
          <a:ln w="0">
            <a:noFill/>
          </a:ln>
        </p:spPr>
      </p:sp>
      <p:cxnSp>
        <p:nvCxnSpPr>
          <p:cNvPr id="106" name="static"/>
          <p:cNvCxnSpPr>
            <a:stCxn id="10" idx="2"/>
            <a:endCxn id="11" idx="0"/>
          </p:cNvCxnSpPr>
          <p:nvPr/>
        </p:nvCxnSpPr>
        <p:spPr>
          <a:xfrm>
            <a:off x="4476750" y="2257425"/>
            <a:ext cx="0" cy="3638550"/>
          </a:xfrm>
          <a:prstGeom prst="straightConnector1">
            <a:avLst/>
          </a:prstGeom>
          <a:ln w="14288">
            <a:solidFill>
              <a:srgbClr val="46606B"/>
            </a:solidFill>
            <a:prstDash val="dash"/>
            <a:tailEnd type="none" w="sm" len="sm"/>
          </a:ln>
        </p:spPr>
      </p:cxnSp>
      <p:sp>
        <p:nvSpPr>
          <p:cNvPr id="13" name="static">
            <a:extLst>
              <a:ext uri="{FF2B5EF4-FFF2-40B4-BE49-F238E27FC236}">
                <ns2:creationId id="{38458819-9D20-4830-9E17-B475159C7F2E}"/>
              </a:ext>
            </a:extLst>
          </p:cNvPr>
          <p:cNvSpPr>
            <a:spLocks noGrp="1"/>
          </p:cNvSpPr>
          <p:nvPr/>
        </p:nvSpPr>
        <p:spPr>
          <a:xfrm>
            <a:off x="6305550" y="1428750"/>
            <a:ext cx="2057400" cy="809625"/>
          </a:xfrm>
          <a:prstGeom prst="rect">
            <a:avLst/>
          </a:prstGeom>
          <a:solidFill>
            <a:srgbClr val="102F3C"/>
          </a:solidFill>
          <a:ln w="14288">
            <a:solidFill>
              <a:srgbClr val="36616C"/>
            </a:solidFill>
          </a:ln>
        </p:spPr>
      </p:sp>
      <p:sp>
        <p:nvSpPr>
          <p:cNvPr id="14" name="static">
            <a:extLst>
              <a:ext uri="{FF2B5EF4-FFF2-40B4-BE49-F238E27FC236}">
                <ns2:creationId id="{2338F22E-8C31-41E1-A3E4-1E6A36D794A6}"/>
              </a:ext>
            </a:extLst>
          </p:cNvPr>
          <p:cNvSpPr>
            <a:spLocks noGrp="1"/>
          </p:cNvSpPr>
          <p:nvPr/>
        </p:nvSpPr>
        <p:spPr>
          <a:xfrm>
            <a:off x="6381750" y="1562100"/>
            <a:ext cx="1905000" cy="619125"/>
          </a:xfrm>
          <a:prstGeom prst="rect">
            <a:avLst/>
          </a:prstGeom>
          <a:noFill/>
          <a:ln w="0">
            <a:noFill/>
          </a:ln>
        </p:spPr>
        <p:txBody>
          <a:bodyPr>
            <a:noAutofit/>
          </a:bodyPr>
          <a:lstStyle/>
          <a:p>
            <a:pPr>
              <a:buNone/>
              <a:defRPr sz="1725" b="1">
                <a:solidFill>
                  <a:srgbClr val="50DDC4"/>
                </a:solidFill>
                <a:latin typeface="Arial"/>
                <a:ea typeface="Arial"/>
                <a:cs typeface="Arial"/>
              </a:defRPr>
            </a:pPr>
            <a:r>
              <a:rPr sz="1725" b="1">
                <a:solidFill>
                  <a:srgbClr val="50DDC4"/>
                </a:solidFill>
                <a:latin typeface="Arial"/>
                <a:ea typeface="Arial"/>
                <a:cs typeface="Arial"/>
              </a:rPr>
              <a:t>Server + storage</a:t>
            </a:r>
          </a:p>
        </p:txBody>
      </p:sp>
      <p:sp>
        <p:nvSpPr>
          <p:cNvPr id="15" name="static">
            <a:extLst>
              <a:ext uri="{FF2B5EF4-FFF2-40B4-BE49-F238E27FC236}">
                <ns2:creationId id="{218D46EB-B219-49D7-9330-404FA387774E}"/>
              </a:ext>
            </a:extLst>
          </p:cNvPr>
          <p:cNvSpPr>
            <a:spLocks noGrp="1"/>
          </p:cNvSpPr>
          <p:nvPr/>
        </p:nvSpPr>
        <p:spPr>
          <a:xfrm>
            <a:off x="7324725" y="2238375"/>
            <a:ext cx="19050" cy="19050"/>
          </a:xfrm>
          <a:prstGeom prst="rect">
            <a:avLst/>
          </a:prstGeom>
          <a:noFill/>
          <a:ln w="0">
            <a:noFill/>
          </a:ln>
        </p:spPr>
      </p:sp>
      <p:sp>
        <p:nvSpPr>
          <p:cNvPr id="16" name="static">
            <a:extLst>
              <a:ext uri="{FF2B5EF4-FFF2-40B4-BE49-F238E27FC236}">
                <ns2:creationId id="{A4F5298D-2CCC-4581-B3E6-329FC106D497}"/>
              </a:ext>
            </a:extLst>
          </p:cNvPr>
          <p:cNvSpPr>
            <a:spLocks noGrp="1"/>
          </p:cNvSpPr>
          <p:nvPr/>
        </p:nvSpPr>
        <p:spPr>
          <a:xfrm>
            <a:off x="7324725" y="5895975"/>
            <a:ext cx="19050" cy="19050"/>
          </a:xfrm>
          <a:prstGeom prst="rect">
            <a:avLst/>
          </a:prstGeom>
          <a:noFill/>
          <a:ln w="0">
            <a:noFill/>
          </a:ln>
        </p:spPr>
      </p:sp>
      <p:cxnSp>
        <p:nvCxnSpPr>
          <p:cNvPr id="111" name="static"/>
          <p:cNvCxnSpPr>
            <a:stCxn id="15" idx="2"/>
            <a:endCxn id="16" idx="0"/>
          </p:cNvCxnSpPr>
          <p:nvPr/>
        </p:nvCxnSpPr>
        <p:spPr>
          <a:xfrm>
            <a:off x="7334250" y="2257425"/>
            <a:ext cx="0" cy="3638550"/>
          </a:xfrm>
          <a:prstGeom prst="straightConnector1">
            <a:avLst/>
          </a:prstGeom>
          <a:ln w="14288">
            <a:solidFill>
              <a:srgbClr val="46606B"/>
            </a:solidFill>
            <a:prstDash val="dash"/>
            <a:tailEnd type="none" w="sm" len="sm"/>
          </a:ln>
        </p:spPr>
      </p:cxnSp>
      <p:sp>
        <p:nvSpPr>
          <p:cNvPr id="18" name="static">
            <a:extLst>
              <a:ext uri="{FF2B5EF4-FFF2-40B4-BE49-F238E27FC236}">
                <ns2:creationId id="{8658DE59-85E0-4AF9-B6D3-59CD3F74BD44}"/>
              </a:ext>
            </a:extLst>
          </p:cNvPr>
          <p:cNvSpPr>
            <a:spLocks noGrp="1"/>
          </p:cNvSpPr>
          <p:nvPr/>
        </p:nvSpPr>
        <p:spPr>
          <a:xfrm>
            <a:off x="9258300" y="1428750"/>
            <a:ext cx="2057400" cy="809625"/>
          </a:xfrm>
          <a:prstGeom prst="rect">
            <a:avLst/>
          </a:prstGeom>
          <a:solidFill>
            <a:srgbClr val="102F3C"/>
          </a:solidFill>
          <a:ln w="14288">
            <a:solidFill>
              <a:srgbClr val="36616C"/>
            </a:solidFill>
          </a:ln>
        </p:spPr>
      </p:sp>
      <p:sp>
        <p:nvSpPr>
          <p:cNvPr id="19" name="static">
            <a:extLst>
              <a:ext uri="{FF2B5EF4-FFF2-40B4-BE49-F238E27FC236}">
                <ns2:creationId id="{6D4043AE-4EB7-47DC-9195-B77000989C02}"/>
              </a:ext>
            </a:extLst>
          </p:cNvPr>
          <p:cNvSpPr>
            <a:spLocks noGrp="1"/>
          </p:cNvSpPr>
          <p:nvPr/>
        </p:nvSpPr>
        <p:spPr>
          <a:xfrm>
            <a:off x="9334500" y="1562100"/>
            <a:ext cx="1905000" cy="619125"/>
          </a:xfrm>
          <a:prstGeom prst="rect">
            <a:avLst/>
          </a:prstGeom>
          <a:noFill/>
          <a:ln w="0">
            <a:noFill/>
          </a:ln>
        </p:spPr>
        <p:txBody>
          <a:bodyPr>
            <a:noAutofit/>
          </a:bodyPr>
          <a:lstStyle/>
          <a:p>
            <a:pPr>
              <a:buNone/>
              <a:defRPr sz="1725" b="1">
                <a:solidFill>
                  <a:srgbClr val="50DDC4"/>
                </a:solidFill>
                <a:latin typeface="Arial"/>
                <a:ea typeface="Arial"/>
                <a:cs typeface="Arial"/>
              </a:defRPr>
            </a:pPr>
            <a:r>
              <a:rPr sz="1725" b="1">
                <a:solidFill>
                  <a:srgbClr val="50DDC4"/>
                </a:solidFill>
                <a:latin typeface="Arial"/>
                <a:ea typeface="Arial"/>
                <a:cs typeface="Arial"/>
              </a:rPr>
              <a:t>Examiner</a:t>
            </a:r>
          </a:p>
        </p:txBody>
      </p:sp>
      <p:sp>
        <p:nvSpPr>
          <p:cNvPr id="20" name="static">
            <a:extLst>
              <a:ext uri="{FF2B5EF4-FFF2-40B4-BE49-F238E27FC236}">
                <ns2:creationId id="{1CF4991A-2453-4586-944E-D0287CA0D5AD}"/>
              </a:ext>
            </a:extLst>
          </p:cNvPr>
          <p:cNvSpPr>
            <a:spLocks noGrp="1"/>
          </p:cNvSpPr>
          <p:nvPr/>
        </p:nvSpPr>
        <p:spPr>
          <a:xfrm>
            <a:off x="10277475" y="2238375"/>
            <a:ext cx="19050" cy="19050"/>
          </a:xfrm>
          <a:prstGeom prst="rect">
            <a:avLst/>
          </a:prstGeom>
          <a:noFill/>
          <a:ln w="0">
            <a:noFill/>
          </a:ln>
        </p:spPr>
      </p:sp>
      <p:sp>
        <p:nvSpPr>
          <p:cNvPr id="21" name="static">
            <a:extLst>
              <a:ext uri="{FF2B5EF4-FFF2-40B4-BE49-F238E27FC236}">
                <ns2:creationId id="{E8F7A68C-00F8-4643-8E2F-A1942AB2A0BC}"/>
              </a:ext>
            </a:extLst>
          </p:cNvPr>
          <p:cNvSpPr>
            <a:spLocks noGrp="1"/>
          </p:cNvSpPr>
          <p:nvPr/>
        </p:nvSpPr>
        <p:spPr>
          <a:xfrm>
            <a:off x="10277475" y="5895975"/>
            <a:ext cx="19050" cy="19050"/>
          </a:xfrm>
          <a:prstGeom prst="rect">
            <a:avLst/>
          </a:prstGeom>
          <a:noFill/>
          <a:ln w="0">
            <a:noFill/>
          </a:ln>
        </p:spPr>
      </p:sp>
      <p:cxnSp>
        <p:nvCxnSpPr>
          <p:cNvPr id="116" name="static"/>
          <p:cNvCxnSpPr>
            <a:stCxn id="20" idx="2"/>
            <a:endCxn id="21" idx="0"/>
          </p:cNvCxnSpPr>
          <p:nvPr/>
        </p:nvCxnSpPr>
        <p:spPr>
          <a:xfrm>
            <a:off x="10287000" y="2257425"/>
            <a:ext cx="0" cy="3638550"/>
          </a:xfrm>
          <a:prstGeom prst="straightConnector1">
            <a:avLst/>
          </a:prstGeom>
          <a:ln w="14288">
            <a:solidFill>
              <a:srgbClr val="46606B"/>
            </a:solidFill>
            <a:prstDash val="dash"/>
            <a:tailEnd type="none" w="sm" len="sm"/>
          </a:ln>
        </p:spPr>
      </p:cxnSp>
      <p:sp>
        <p:nvSpPr>
          <p:cNvPr id="23" name="static">
            <a:extLst>
              <a:ext uri="{FF2B5EF4-FFF2-40B4-BE49-F238E27FC236}">
                <ns2:creationId id="{767DE9CF-3EFC-45FB-83EB-EE48FBB33618}"/>
              </a:ext>
            </a:extLst>
          </p:cNvPr>
          <p:cNvSpPr>
            <a:spLocks noGrp="1"/>
          </p:cNvSpPr>
          <p:nvPr/>
        </p:nvSpPr>
        <p:spPr>
          <a:xfrm>
            <a:off x="1609725" y="2600325"/>
            <a:ext cx="19050" cy="19050"/>
          </a:xfrm>
          <a:prstGeom prst="rect">
            <a:avLst/>
          </a:prstGeom>
          <a:noFill/>
          <a:ln w="0">
            <a:noFill/>
          </a:ln>
        </p:spPr>
      </p:sp>
      <p:sp>
        <p:nvSpPr>
          <p:cNvPr id="24" name="static">
            <a:extLst>
              <a:ext uri="{FF2B5EF4-FFF2-40B4-BE49-F238E27FC236}">
                <ns2:creationId id="{15533B1E-4A9B-4703-97E8-0F5E73BF348F}"/>
              </a:ext>
            </a:extLst>
          </p:cNvPr>
          <p:cNvSpPr>
            <a:spLocks noGrp="1"/>
          </p:cNvSpPr>
          <p:nvPr/>
        </p:nvSpPr>
        <p:spPr>
          <a:xfrm>
            <a:off x="4467225" y="2600325"/>
            <a:ext cx="19050" cy="19050"/>
          </a:xfrm>
          <a:prstGeom prst="rect">
            <a:avLst/>
          </a:prstGeom>
          <a:noFill/>
          <a:ln w="0">
            <a:noFill/>
          </a:ln>
        </p:spPr>
      </p:sp>
      <p:cxnSp>
        <p:nvCxnSpPr>
          <p:cNvPr id="119" name="reveal-1"/>
          <p:cNvCxnSpPr>
            <a:stCxn id="23" idx="3"/>
            <a:endCxn id="24" idx="1"/>
          </p:cNvCxnSpPr>
          <p:nvPr/>
        </p:nvCxnSpPr>
        <p:spPr>
          <a:xfrm>
            <a:off x="1628775" y="2609850"/>
            <a:ext cx="2838450" cy="0"/>
          </a:xfrm>
          <a:prstGeom prst="straightConnector1">
            <a:avLst/>
          </a:prstGeom>
          <a:ln w="19050">
            <a:solidFill>
              <a:srgbClr val="50DDC4"/>
            </a:solidFill>
            <a:prstDash val="solid"/>
            <a:tailEnd type="triangle" w="sm" len="sm"/>
          </a:ln>
        </p:spPr>
      </p:cxnSp>
      <p:sp>
        <p:nvSpPr>
          <p:cNvPr id="26" name="reveal-1">
            <a:extLst>
              <a:ext uri="{FF2B5EF4-FFF2-40B4-BE49-F238E27FC236}">
                <ns2:creationId id="{A3D799DA-0605-45E1-A14E-B6CB2F2A5567}"/>
              </a:ext>
            </a:extLst>
          </p:cNvPr>
          <p:cNvSpPr>
            <a:spLocks noGrp="1"/>
          </p:cNvSpPr>
          <p:nvPr/>
        </p:nvSpPr>
        <p:spPr>
          <a:xfrm>
            <a:off x="1752600" y="2286000"/>
            <a:ext cx="261937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Event + evidence paths</a:t>
            </a:r>
          </a:p>
        </p:txBody>
      </p:sp>
      <p:sp>
        <p:nvSpPr>
          <p:cNvPr id="27" name="static">
            <a:extLst>
              <a:ext uri="{FF2B5EF4-FFF2-40B4-BE49-F238E27FC236}">
                <ns2:creationId id="{97A05F1C-B726-41A6-8BAD-4A4EA41C0660}"/>
              </a:ext>
            </a:extLst>
          </p:cNvPr>
          <p:cNvSpPr>
            <a:spLocks noGrp="1"/>
          </p:cNvSpPr>
          <p:nvPr/>
        </p:nvSpPr>
        <p:spPr>
          <a:xfrm>
            <a:off x="4467225" y="3228975"/>
            <a:ext cx="19050" cy="19050"/>
          </a:xfrm>
          <a:prstGeom prst="rect">
            <a:avLst/>
          </a:prstGeom>
          <a:noFill/>
          <a:ln w="0">
            <a:noFill/>
          </a:ln>
        </p:spPr>
      </p:sp>
      <p:sp>
        <p:nvSpPr>
          <p:cNvPr id="28" name="static">
            <a:extLst>
              <a:ext uri="{FF2B5EF4-FFF2-40B4-BE49-F238E27FC236}">
                <ns2:creationId id="{7AA40BA1-DFD7-469D-8C2D-A9F3252CCCE8}"/>
              </a:ext>
            </a:extLst>
          </p:cNvPr>
          <p:cNvSpPr>
            <a:spLocks noGrp="1"/>
          </p:cNvSpPr>
          <p:nvPr/>
        </p:nvSpPr>
        <p:spPr>
          <a:xfrm>
            <a:off x="7324725" y="3228975"/>
            <a:ext cx="19050" cy="19050"/>
          </a:xfrm>
          <a:prstGeom prst="rect">
            <a:avLst/>
          </a:prstGeom>
          <a:noFill/>
          <a:ln w="0">
            <a:noFill/>
          </a:ln>
        </p:spPr>
      </p:sp>
      <p:cxnSp>
        <p:nvCxnSpPr>
          <p:cNvPr id="123" name="reveal-1"/>
          <p:cNvCxnSpPr>
            <a:stCxn id="27" idx="3"/>
            <a:endCxn id="28" idx="1"/>
          </p:cNvCxnSpPr>
          <p:nvPr/>
        </p:nvCxnSpPr>
        <p:spPr>
          <a:xfrm>
            <a:off x="4486275" y="3238500"/>
            <a:ext cx="2838450" cy="0"/>
          </a:xfrm>
          <a:prstGeom prst="straightConnector1">
            <a:avLst/>
          </a:prstGeom>
          <a:ln w="19050">
            <a:solidFill>
              <a:srgbClr val="50DDC4"/>
            </a:solidFill>
            <a:prstDash val="solid"/>
            <a:tailEnd type="triangle" w="sm" len="sm"/>
          </a:ln>
        </p:spPr>
      </p:cxnSp>
      <p:sp>
        <p:nvSpPr>
          <p:cNvPr id="30" name="reveal-1">
            <a:extLst>
              <a:ext uri="{FF2B5EF4-FFF2-40B4-BE49-F238E27FC236}">
                <ns2:creationId id="{F9EB1D0C-1B72-4975-9627-CD7F06CE19A2}"/>
              </a:ext>
            </a:extLst>
          </p:cNvPr>
          <p:cNvSpPr>
            <a:spLocks noGrp="1"/>
          </p:cNvSpPr>
          <p:nvPr/>
        </p:nvSpPr>
        <p:spPr>
          <a:xfrm>
            <a:off x="4610100" y="2914650"/>
            <a:ext cx="261937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POST event + media</a:t>
            </a:r>
          </a:p>
        </p:txBody>
      </p:sp>
      <p:sp>
        <p:nvSpPr>
          <p:cNvPr id="31" name="reveal-2">
            <a:extLst>
              <a:ext uri="{FF2B5EF4-FFF2-40B4-BE49-F238E27FC236}">
                <ns2:creationId id="{FC2CF627-45B5-4AE7-82EB-F3B4F9619B10}"/>
              </a:ext>
            </a:extLst>
          </p:cNvPr>
          <p:cNvSpPr>
            <a:spLocks noGrp="1"/>
          </p:cNvSpPr>
          <p:nvPr/>
        </p:nvSpPr>
        <p:spPr>
          <a:xfrm>
            <a:off x="7505700" y="3486150"/>
            <a:ext cx="3876675" cy="40957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Validate, save media, commit once</a:t>
            </a:r>
          </a:p>
        </p:txBody>
      </p:sp>
      <p:sp>
        <p:nvSpPr>
          <p:cNvPr id="32" name="static">
            <a:extLst>
              <a:ext uri="{FF2B5EF4-FFF2-40B4-BE49-F238E27FC236}">
                <ns2:creationId id="{FDBADC7B-1C72-490C-B031-D7186AB3A662}"/>
              </a:ext>
            </a:extLst>
          </p:cNvPr>
          <p:cNvSpPr>
            <a:spLocks noGrp="1"/>
          </p:cNvSpPr>
          <p:nvPr/>
        </p:nvSpPr>
        <p:spPr>
          <a:xfrm>
            <a:off x="7324725" y="4181475"/>
            <a:ext cx="19050" cy="19050"/>
          </a:xfrm>
          <a:prstGeom prst="rect">
            <a:avLst/>
          </a:prstGeom>
          <a:noFill/>
          <a:ln w="0">
            <a:noFill/>
          </a:ln>
        </p:spPr>
      </p:sp>
      <p:sp>
        <p:nvSpPr>
          <p:cNvPr id="33" name="static">
            <a:extLst>
              <a:ext uri="{FF2B5EF4-FFF2-40B4-BE49-F238E27FC236}">
                <ns2:creationId id="{79D37532-5ED6-4B19-8A1A-127A9175FED5}"/>
              </a:ext>
            </a:extLst>
          </p:cNvPr>
          <p:cNvSpPr>
            <a:spLocks noGrp="1"/>
          </p:cNvSpPr>
          <p:nvPr/>
        </p:nvSpPr>
        <p:spPr>
          <a:xfrm>
            <a:off x="10277475" y="4181475"/>
            <a:ext cx="19050" cy="19050"/>
          </a:xfrm>
          <a:prstGeom prst="rect">
            <a:avLst/>
          </a:prstGeom>
          <a:noFill/>
          <a:ln w="0">
            <a:noFill/>
          </a:ln>
        </p:spPr>
      </p:sp>
      <p:cxnSp>
        <p:nvCxnSpPr>
          <p:cNvPr id="128" name="reveal-2"/>
          <p:cNvCxnSpPr>
            <a:stCxn id="32" idx="3"/>
            <a:endCxn id="33" idx="1"/>
          </p:cNvCxnSpPr>
          <p:nvPr/>
        </p:nvCxnSpPr>
        <p:spPr>
          <a:xfrm>
            <a:off x="7343775" y="4191000"/>
            <a:ext cx="2933700" cy="0"/>
          </a:xfrm>
          <a:prstGeom prst="straightConnector1">
            <a:avLst/>
          </a:prstGeom>
          <a:ln w="19050">
            <a:solidFill>
              <a:srgbClr val="50DDC4"/>
            </a:solidFill>
            <a:prstDash val="solid"/>
            <a:tailEnd type="triangle" w="sm" len="sm"/>
          </a:ln>
        </p:spPr>
      </p:cxnSp>
      <p:sp>
        <p:nvSpPr>
          <p:cNvPr id="35" name="reveal-2">
            <a:extLst>
              <a:ext uri="{FF2B5EF4-FFF2-40B4-BE49-F238E27FC236}">
                <ns2:creationId id="{BEE92AA7-C1E9-4943-9C64-357FFBBDEA63}"/>
              </a:ext>
            </a:extLst>
          </p:cNvPr>
          <p:cNvSpPr>
            <a:spLocks noGrp="1"/>
          </p:cNvSpPr>
          <p:nvPr/>
        </p:nvSpPr>
        <p:spPr>
          <a:xfrm>
            <a:off x="7467600" y="3867150"/>
            <a:ext cx="271462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Active alert via Socket.IO</a:t>
            </a:r>
          </a:p>
        </p:txBody>
      </p:sp>
      <p:sp>
        <p:nvSpPr>
          <p:cNvPr id="36" name="static">
            <a:extLst>
              <a:ext uri="{FF2B5EF4-FFF2-40B4-BE49-F238E27FC236}">
                <ns2:creationId id="{B97A0B5F-1058-4A1B-A7B5-957D8285D04A}"/>
              </a:ext>
            </a:extLst>
          </p:cNvPr>
          <p:cNvSpPr>
            <a:spLocks noGrp="1"/>
          </p:cNvSpPr>
          <p:nvPr/>
        </p:nvSpPr>
        <p:spPr>
          <a:xfrm>
            <a:off x="7324725" y="4657725"/>
            <a:ext cx="19050" cy="19050"/>
          </a:xfrm>
          <a:prstGeom prst="rect">
            <a:avLst/>
          </a:prstGeom>
          <a:noFill/>
          <a:ln w="0">
            <a:noFill/>
          </a:ln>
        </p:spPr>
      </p:sp>
      <p:sp>
        <p:nvSpPr>
          <p:cNvPr id="37" name="static">
            <a:extLst>
              <a:ext uri="{FF2B5EF4-FFF2-40B4-BE49-F238E27FC236}">
                <ns2:creationId id="{230B4C39-A690-47D1-A798-E7A41904514B}"/>
              </a:ext>
            </a:extLst>
          </p:cNvPr>
          <p:cNvSpPr>
            <a:spLocks noGrp="1"/>
          </p:cNvSpPr>
          <p:nvPr/>
        </p:nvSpPr>
        <p:spPr>
          <a:xfrm>
            <a:off x="4467225" y="4657725"/>
            <a:ext cx="19050" cy="19050"/>
          </a:xfrm>
          <a:prstGeom prst="rect">
            <a:avLst/>
          </a:prstGeom>
          <a:noFill/>
          <a:ln w="0">
            <a:noFill/>
          </a:ln>
        </p:spPr>
      </p:sp>
      <p:cxnSp>
        <p:nvCxnSpPr>
          <p:cNvPr id="132" name="reveal-2"/>
          <p:cNvCxnSpPr>
            <a:stCxn id="36" idx="1"/>
            <a:endCxn id="37" idx="3"/>
          </p:cNvCxnSpPr>
          <p:nvPr/>
        </p:nvCxnSpPr>
        <p:spPr>
          <a:xfrm flipH="1">
            <a:off x="4486275" y="4667250"/>
            <a:ext cx="2838450" cy="0"/>
          </a:xfrm>
          <a:prstGeom prst="straightConnector1">
            <a:avLst/>
          </a:prstGeom>
          <a:ln w="19050">
            <a:solidFill>
              <a:srgbClr val="50DDC4"/>
            </a:solidFill>
            <a:prstDash val="dash"/>
            <a:tailEnd type="triangle" w="sm" len="sm"/>
          </a:ln>
        </p:spPr>
      </p:cxnSp>
      <p:sp>
        <p:nvSpPr>
          <p:cNvPr id="39" name="reveal-2">
            <a:extLst>
              <a:ext uri="{FF2B5EF4-FFF2-40B4-BE49-F238E27FC236}">
                <ns2:creationId id="{B216A39D-1FD9-4907-8980-5D9C3C358FB1}"/>
              </a:ext>
            </a:extLst>
          </p:cNvPr>
          <p:cNvSpPr>
            <a:spLocks noGrp="1"/>
          </p:cNvSpPr>
          <p:nvPr/>
        </p:nvSpPr>
        <p:spPr>
          <a:xfrm>
            <a:off x="4610100" y="4343400"/>
            <a:ext cx="261937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201 saved / 200 duplicate</a:t>
            </a:r>
          </a:p>
        </p:txBody>
      </p:sp>
      <p:sp>
        <p:nvSpPr>
          <p:cNvPr id="40" name="static">
            <a:extLst>
              <a:ext uri="{FF2B5EF4-FFF2-40B4-BE49-F238E27FC236}">
                <ns2:creationId id="{BEC6D685-6A39-4EC5-969B-0690F14A718C}"/>
              </a:ext>
            </a:extLst>
          </p:cNvPr>
          <p:cNvSpPr>
            <a:spLocks noGrp="1"/>
          </p:cNvSpPr>
          <p:nvPr/>
        </p:nvSpPr>
        <p:spPr>
          <a:xfrm>
            <a:off x="10277475" y="5210175"/>
            <a:ext cx="19050" cy="19050"/>
          </a:xfrm>
          <a:prstGeom prst="rect">
            <a:avLst/>
          </a:prstGeom>
          <a:noFill/>
          <a:ln w="0">
            <a:noFill/>
          </a:ln>
        </p:spPr>
      </p:sp>
      <p:sp>
        <p:nvSpPr>
          <p:cNvPr id="41" name="static">
            <a:extLst>
              <a:ext uri="{FF2B5EF4-FFF2-40B4-BE49-F238E27FC236}">
                <ns2:creationId id="{20E387FE-BC06-4ABC-A035-C99430AB7518}"/>
              </a:ext>
            </a:extLst>
          </p:cNvPr>
          <p:cNvSpPr>
            <a:spLocks noGrp="1"/>
          </p:cNvSpPr>
          <p:nvPr/>
        </p:nvSpPr>
        <p:spPr>
          <a:xfrm>
            <a:off x="7324725" y="5210175"/>
            <a:ext cx="19050" cy="19050"/>
          </a:xfrm>
          <a:prstGeom prst="rect">
            <a:avLst/>
          </a:prstGeom>
          <a:noFill/>
          <a:ln w="0">
            <a:noFill/>
          </a:ln>
        </p:spPr>
      </p:sp>
      <p:cxnSp>
        <p:nvCxnSpPr>
          <p:cNvPr id="136" name="reveal-3"/>
          <p:cNvCxnSpPr>
            <a:stCxn id="40" idx="1"/>
            <a:endCxn id="41" idx="3"/>
          </p:cNvCxnSpPr>
          <p:nvPr/>
        </p:nvCxnSpPr>
        <p:spPr>
          <a:xfrm flipH="1">
            <a:off x="7343775" y="5219700"/>
            <a:ext cx="2933700" cy="0"/>
          </a:xfrm>
          <a:prstGeom prst="straightConnector1">
            <a:avLst/>
          </a:prstGeom>
          <a:ln w="19050">
            <a:solidFill>
              <a:srgbClr val="50DDC4"/>
            </a:solidFill>
            <a:prstDash val="solid"/>
            <a:tailEnd type="triangle" w="sm" len="sm"/>
          </a:ln>
        </p:spPr>
      </p:cxnSp>
      <p:sp>
        <p:nvSpPr>
          <p:cNvPr id="43" name="reveal-3">
            <a:extLst>
              <a:ext uri="{FF2B5EF4-FFF2-40B4-BE49-F238E27FC236}">
                <ns2:creationId id="{6A174761-C206-44EF-BDBF-8ECC849A4282}"/>
              </a:ext>
            </a:extLst>
          </p:cNvPr>
          <p:cNvSpPr>
            <a:spLocks noGrp="1"/>
          </p:cNvSpPr>
          <p:nvPr/>
        </p:nvSpPr>
        <p:spPr>
          <a:xfrm>
            <a:off x="7467600" y="4895850"/>
            <a:ext cx="271462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Confirm / dismiss</a:t>
            </a:r>
          </a:p>
        </p:txBody>
      </p:sp>
      <p:sp>
        <p:nvSpPr>
          <p:cNvPr id="44" name="static">
            <a:extLst>
              <a:ext uri="{FF2B5EF4-FFF2-40B4-BE49-F238E27FC236}">
                <ns2:creationId id="{EA1C4DFE-716A-47C2-8B32-14A57319D846}"/>
              </a:ext>
            </a:extLst>
          </p:cNvPr>
          <p:cNvSpPr>
            <a:spLocks noGrp="1"/>
          </p:cNvSpPr>
          <p:nvPr/>
        </p:nvSpPr>
        <p:spPr>
          <a:xfrm>
            <a:off x="7324725" y="5705475"/>
            <a:ext cx="19050" cy="19050"/>
          </a:xfrm>
          <a:prstGeom prst="rect">
            <a:avLst/>
          </a:prstGeom>
          <a:noFill/>
          <a:ln w="0">
            <a:noFill/>
          </a:ln>
        </p:spPr>
      </p:sp>
      <p:sp>
        <p:nvSpPr>
          <p:cNvPr id="45" name="static">
            <a:extLst>
              <a:ext uri="{FF2B5EF4-FFF2-40B4-BE49-F238E27FC236}">
                <ns2:creationId id="{54253D9D-E6C4-485C-90C6-12180F619CAF}"/>
              </a:ext>
            </a:extLst>
          </p:cNvPr>
          <p:cNvSpPr>
            <a:spLocks noGrp="1"/>
          </p:cNvSpPr>
          <p:nvPr/>
        </p:nvSpPr>
        <p:spPr>
          <a:xfrm>
            <a:off x="10277475" y="5705475"/>
            <a:ext cx="19050" cy="19050"/>
          </a:xfrm>
          <a:prstGeom prst="rect">
            <a:avLst/>
          </a:prstGeom>
          <a:noFill/>
          <a:ln w="0">
            <a:noFill/>
          </a:ln>
        </p:spPr>
      </p:sp>
      <p:cxnSp>
        <p:nvCxnSpPr>
          <p:cNvPr id="140" name="reveal-3"/>
          <p:cNvCxnSpPr>
            <a:stCxn id="44" idx="3"/>
            <a:endCxn id="45" idx="1"/>
          </p:cNvCxnSpPr>
          <p:nvPr/>
        </p:nvCxnSpPr>
        <p:spPr>
          <a:xfrm>
            <a:off x="7343775" y="5715000"/>
            <a:ext cx="2933700" cy="0"/>
          </a:xfrm>
          <a:prstGeom prst="straightConnector1">
            <a:avLst/>
          </a:prstGeom>
          <a:ln w="19050">
            <a:solidFill>
              <a:srgbClr val="50DDC4"/>
            </a:solidFill>
            <a:prstDash val="solid"/>
            <a:tailEnd type="triangle" w="sm" len="sm"/>
          </a:ln>
        </p:spPr>
      </p:cxnSp>
      <p:sp>
        <p:nvSpPr>
          <p:cNvPr id="47" name="reveal-3">
            <a:extLst>
              <a:ext uri="{FF2B5EF4-FFF2-40B4-BE49-F238E27FC236}">
                <ns2:creationId id="{AC6D4DA2-CCF7-494E-AEEE-4EE112091830}"/>
              </a:ext>
            </a:extLst>
          </p:cNvPr>
          <p:cNvSpPr>
            <a:spLocks noGrp="1"/>
          </p:cNvSpPr>
          <p:nvPr/>
        </p:nvSpPr>
        <p:spPr>
          <a:xfrm>
            <a:off x="7467600" y="5391150"/>
            <a:ext cx="271462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Updated risk score</a:t>
            </a:r>
          </a:p>
        </p:txBody>
      </p:sp>
      <p:sp>
        <p:nvSpPr>
          <p:cNvPr id="48" name="static">
            <a:extLst>
              <a:ext uri="{FF2B5EF4-FFF2-40B4-BE49-F238E27FC236}">
                <ns2:creationId id="{BA782C03-2DA2-490D-9728-7BC139F8EA9D}"/>
              </a:ext>
            </a:extLst>
          </p:cNvPr>
          <p:cNvSpPr>
            <a:spLocks noGrp="1"/>
          </p:cNvSpPr>
          <p:nvPr/>
        </p:nvSpPr>
        <p:spPr>
          <a:xfrm>
            <a:off x="609600" y="6029325"/>
            <a:ext cx="10972800" cy="323850"/>
          </a:xfrm>
          <a:prstGeom prst="rect">
            <a:avLst/>
          </a:prstGeom>
          <a:noFill/>
          <a:ln w="0">
            <a:noFill/>
          </a:ln>
        </p:spPr>
        <p:txBody>
          <a:bodyPr>
            <a:noAutofit/>
          </a:bodyPr>
          <a:lstStyle/>
          <a:p>
            <a:pPr>
              <a:buNone/>
              <a:defRPr sz="1650" b="0">
                <a:solidFill>
                  <a:srgbClr val="A6BAC4"/>
                </a:solidFill>
                <a:latin typeface="Arial"/>
                <a:ea typeface="Arial"/>
                <a:cs typeface="Arial"/>
              </a:defRPr>
            </a:pPr>
            <a:r>
              <a:rPr sz="1650" b="0">
                <a:solidFill>
                  <a:srgbClr val="A6BAC4"/>
                </a:solidFill>
                <a:latin typeface="Arial"/>
                <a:ea typeface="Arial"/>
                <a:cs typeface="Arial"/>
              </a:rPr>
              <a:t>Solid: request/event     Dashed: HTTP response</a:t>
            </a:r>
          </a:p>
        </p:txBody>
      </p:sp>
      <p:sp>
        <p:nvSpPr>
          <p:cNvPr id="95" name="static">
            <a:extLst>
              <a:ext uri="{FF2B5EF4-FFF2-40B4-BE49-F238E27FC236}">
                <ns2:creationId id="{CB8F3579-1D29-4B84-AE9D-BBA0B6A82155}"/>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28  /  Technical appendix</a:t>
            </a:r>
          </a:p>
        </p:txBody>
      </p:sp>
    </p:spTree>
    <p:extLst>
      <p:ext uri="{BB962C8B-B14F-4D97-AF65-F5344CB8AC3E}">
        <ns3:creationId val="119120395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26"/>
                                  </p:tgtEl>
                                  <p:attrNameLst>
                                    <p:attrName>style.visibility</p:attrName>
                                  </p:attrNameLst>
                                </p:cBhvr>
                                <p:to>
                                  <p:strVal val="visible"/>
                                </p:to>
                              </p:set>
                              <p:animEffect transition="in" filter="fade">
                                <p:cBhvr>
                                  <p:cTn id="6" dur="450"/>
                                  <p:tgtEl>
                                    <p:spTgt spid="26"/>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30"/>
                                  </p:tgtEl>
                                  <p:attrNameLst>
                                    <p:attrName>style.visibility</p:attrName>
                                  </p:attrNameLst>
                                </p:cBhvr>
                                <p:to>
                                  <p:strVal val="visible"/>
                                </p:to>
                              </p:set>
                              <p:animEffect transition="in" filter="fade">
                                <p:cBhvr>
                                  <p:cTn id="9" dur="450"/>
                                  <p:tgtEl>
                                    <p:spTgt spid="30"/>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450"/>
                                  <p:tgtEl>
                                    <p:spTgt spid="31"/>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450"/>
                                  <p:tgtEl>
                                    <p:spTgt spid="35"/>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50"/>
                                  <p:tgtEl>
                                    <p:spTgt spid="39"/>
                                  </p:tgtEl>
                                </p:cBhvr>
                              </p:animEffect>
                            </p:childTnLst>
                          </p:cTn>
                        </p:par>
                      </p:childTnLst>
                    </p:cTn>
                  </p:par>
                  <p:par>
                    <p:cTn id="20" fill="hold">
                      <p:stCondLst>
                        <p:cond delay="indefinite"/>
                      </p:stCondLst>
                      <p:childTnLst>
                        <p:par>
                          <p:cTn id="21" presetID="10" presetClass="entr" presetSubtype="0" fill="hold" grpId="2" nodeType="click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450"/>
                                  <p:tgtEl>
                                    <p:spTgt spid="43"/>
                                  </p:tgtEl>
                                </p:cBhvr>
                              </p:animEffect>
                            </p:childTnLst>
                          </p:cTn>
                        </p:par>
                        <p:par>
                          <p:cTn id="24" presetID="10" presetClass="entr" presetSubtype="0" fill="hold" grpId="2" nodeType="click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450"/>
                                  <p:tgtEl>
                                    <p:spTgt spid="4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P spid="31" grpId="1" animBg="1"/>
      <p:bldP spid="35" grpId="1" animBg="1"/>
      <p:bldP spid="39" grpId="1" animBg="1"/>
      <p:bldP spid="43" grpId="2" animBg="1"/>
      <p:bldP spid="47" grpId="2" animBg="1"/>
    </p:bldLst>
  </p:timing>
</p:sld>
</file>

<file path=ppt/slides/slide2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53" name="static">
            <a:extLst>
              <a:ext uri="{FF2B5EF4-FFF2-40B4-BE49-F238E27FC236}">
                <ns2:creationId id="{A6AA94AE-FCE9-43A3-ABFE-29BBB69C296C}"/>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UML sequence: recovery after completion</a:t>
            </a:r>
          </a:p>
        </p:txBody>
      </p:sp>
      <p:sp>
        <p:nvSpPr>
          <p:cNvPr id="3" name="static">
            <a:extLst>
              <a:ext uri="{FF2B5EF4-FFF2-40B4-BE49-F238E27FC236}">
                <ns2:creationId id="{E4637823-726A-4ACF-8345-EDDF73F54E93}"/>
              </a:ext>
            </a:extLst>
          </p:cNvPr>
          <p:cNvSpPr>
            <a:spLocks noGrp="1"/>
          </p:cNvSpPr>
          <p:nvPr/>
        </p:nvSpPr>
        <p:spPr>
          <a:xfrm>
            <a:off x="590550" y="1428750"/>
            <a:ext cx="2057400" cy="809625"/>
          </a:xfrm>
          <a:prstGeom prst="rect">
            <a:avLst/>
          </a:prstGeom>
          <a:solidFill>
            <a:srgbClr val="102F3C"/>
          </a:solidFill>
          <a:ln w="14288">
            <a:solidFill>
              <a:srgbClr val="36616C"/>
            </a:solidFill>
          </a:ln>
        </p:spPr>
      </p:sp>
      <p:sp>
        <p:nvSpPr>
          <p:cNvPr id="4" name="static">
            <a:extLst>
              <a:ext uri="{FF2B5EF4-FFF2-40B4-BE49-F238E27FC236}">
                <ns2:creationId id="{62BFEB7F-A42D-4E11-9338-5D3FC03430EE}"/>
              </a:ext>
            </a:extLst>
          </p:cNvPr>
          <p:cNvSpPr>
            <a:spLocks noGrp="1"/>
          </p:cNvSpPr>
          <p:nvPr/>
        </p:nvSpPr>
        <p:spPr>
          <a:xfrm>
            <a:off x="666750" y="1562100"/>
            <a:ext cx="1905000" cy="619125"/>
          </a:xfrm>
          <a:prstGeom prst="rect">
            <a:avLst/>
          </a:prstGeom>
          <a:noFill/>
          <a:ln w="0">
            <a:noFill/>
          </a:ln>
        </p:spPr>
        <p:txBody>
          <a:bodyPr>
            <a:noAutofit/>
          </a:bodyPr>
          <a:lstStyle/>
          <a:p>
            <a:pPr>
              <a:buNone/>
              <a:defRPr sz="1725" b="1">
                <a:solidFill>
                  <a:srgbClr val="50DDC4"/>
                </a:solidFill>
                <a:latin typeface="Arial"/>
                <a:ea typeface="Arial"/>
                <a:cs typeface="Arial"/>
              </a:defRPr>
            </a:pPr>
            <a:r>
              <a:rPr sz="1725" b="1">
                <a:solidFill>
                  <a:srgbClr val="50DDC4"/>
                </a:solidFill>
                <a:latin typeface="Arial"/>
                <a:ea typeface="Arial"/>
                <a:cs typeface="Arial"/>
              </a:rPr>
              <a:t>Electron buffer</a:t>
            </a:r>
          </a:p>
        </p:txBody>
      </p:sp>
      <p:sp>
        <p:nvSpPr>
          <p:cNvPr id="5" name="static">
            <a:extLst>
              <a:ext uri="{FF2B5EF4-FFF2-40B4-BE49-F238E27FC236}">
                <ns2:creationId id="{C6287A2E-6C68-4A24-A877-49417240146A}"/>
              </a:ext>
            </a:extLst>
          </p:cNvPr>
          <p:cNvSpPr>
            <a:spLocks noGrp="1"/>
          </p:cNvSpPr>
          <p:nvPr/>
        </p:nvSpPr>
        <p:spPr>
          <a:xfrm>
            <a:off x="1609725" y="2238375"/>
            <a:ext cx="19050" cy="19050"/>
          </a:xfrm>
          <a:prstGeom prst="rect">
            <a:avLst/>
          </a:prstGeom>
          <a:noFill/>
          <a:ln w="0">
            <a:noFill/>
          </a:ln>
        </p:spPr>
      </p:sp>
      <p:sp>
        <p:nvSpPr>
          <p:cNvPr id="6" name="static">
            <a:extLst>
              <a:ext uri="{FF2B5EF4-FFF2-40B4-BE49-F238E27FC236}">
                <ns2:creationId id="{B2909396-E42E-4C7B-8FE6-438A7B87B860}"/>
              </a:ext>
            </a:extLst>
          </p:cNvPr>
          <p:cNvSpPr>
            <a:spLocks noGrp="1"/>
          </p:cNvSpPr>
          <p:nvPr/>
        </p:nvSpPr>
        <p:spPr>
          <a:xfrm>
            <a:off x="1609725" y="5895975"/>
            <a:ext cx="19050" cy="19050"/>
          </a:xfrm>
          <a:prstGeom prst="rect">
            <a:avLst/>
          </a:prstGeom>
          <a:noFill/>
          <a:ln w="0">
            <a:noFill/>
          </a:ln>
        </p:spPr>
      </p:sp>
      <p:cxnSp>
        <p:nvCxnSpPr>
          <p:cNvPr id="109" name="static"/>
          <p:cNvCxnSpPr>
            <a:stCxn id="5" idx="2"/>
            <a:endCxn id="6" idx="0"/>
          </p:cNvCxnSpPr>
          <p:nvPr/>
        </p:nvCxnSpPr>
        <p:spPr>
          <a:xfrm>
            <a:off x="1619250" y="2257425"/>
            <a:ext cx="0" cy="3638550"/>
          </a:xfrm>
          <a:prstGeom prst="straightConnector1">
            <a:avLst/>
          </a:prstGeom>
          <a:ln w="14288">
            <a:solidFill>
              <a:srgbClr val="46606B"/>
            </a:solidFill>
            <a:prstDash val="dash"/>
            <a:tailEnd type="none" w="sm" len="sm"/>
          </a:ln>
        </p:spPr>
      </p:cxnSp>
      <p:sp>
        <p:nvSpPr>
          <p:cNvPr id="8" name="static">
            <a:extLst>
              <a:ext uri="{FF2B5EF4-FFF2-40B4-BE49-F238E27FC236}">
                <ns2:creationId id="{69C0DCDF-9987-4D84-92B2-1CD27453376D}"/>
              </a:ext>
            </a:extLst>
          </p:cNvPr>
          <p:cNvSpPr>
            <a:spLocks noGrp="1"/>
          </p:cNvSpPr>
          <p:nvPr/>
        </p:nvSpPr>
        <p:spPr>
          <a:xfrm>
            <a:off x="3448050" y="1428750"/>
            <a:ext cx="2057400" cy="809625"/>
          </a:xfrm>
          <a:prstGeom prst="rect">
            <a:avLst/>
          </a:prstGeom>
          <a:solidFill>
            <a:srgbClr val="102F3C"/>
          </a:solidFill>
          <a:ln w="14288">
            <a:solidFill>
              <a:srgbClr val="36616C"/>
            </a:solidFill>
          </a:ln>
        </p:spPr>
      </p:sp>
      <p:sp>
        <p:nvSpPr>
          <p:cNvPr id="9" name="static">
            <a:extLst>
              <a:ext uri="{FF2B5EF4-FFF2-40B4-BE49-F238E27FC236}">
                <ns2:creationId id="{3CD47BB0-955F-4E49-B257-C008E9C4D58E}"/>
              </a:ext>
            </a:extLst>
          </p:cNvPr>
          <p:cNvSpPr>
            <a:spLocks noGrp="1"/>
          </p:cNvSpPr>
          <p:nvPr/>
        </p:nvSpPr>
        <p:spPr>
          <a:xfrm>
            <a:off x="3524250" y="1562100"/>
            <a:ext cx="1905000" cy="619125"/>
          </a:xfrm>
          <a:prstGeom prst="rect">
            <a:avLst/>
          </a:prstGeom>
          <a:noFill/>
          <a:ln w="0">
            <a:noFill/>
          </a:ln>
        </p:spPr>
        <p:txBody>
          <a:bodyPr>
            <a:noAutofit/>
          </a:bodyPr>
          <a:lstStyle/>
          <a:p>
            <a:pPr>
              <a:buNone/>
              <a:defRPr sz="1725" b="1">
                <a:solidFill>
                  <a:srgbClr val="50DDC4"/>
                </a:solidFill>
                <a:latin typeface="Arial"/>
                <a:ea typeface="Arial"/>
                <a:cs typeface="Arial"/>
              </a:defRPr>
            </a:pPr>
            <a:r>
              <a:rPr sz="1725" b="1">
                <a:solidFill>
                  <a:srgbClr val="50DDC4"/>
                </a:solidFill>
                <a:latin typeface="Arial"/>
                <a:ea typeface="Arial"/>
                <a:cs typeface="Arial"/>
              </a:rPr>
              <a:t>Server</a:t>
            </a:r>
          </a:p>
        </p:txBody>
      </p:sp>
      <p:sp>
        <p:nvSpPr>
          <p:cNvPr id="10" name="static">
            <a:extLst>
              <a:ext uri="{FF2B5EF4-FFF2-40B4-BE49-F238E27FC236}">
                <ns2:creationId id="{EF11BEBA-D5D4-43EE-B4EA-44486CFD97EA}"/>
              </a:ext>
            </a:extLst>
          </p:cNvPr>
          <p:cNvSpPr>
            <a:spLocks noGrp="1"/>
          </p:cNvSpPr>
          <p:nvPr/>
        </p:nvSpPr>
        <p:spPr>
          <a:xfrm>
            <a:off x="4467225" y="2238375"/>
            <a:ext cx="19050" cy="19050"/>
          </a:xfrm>
          <a:prstGeom prst="rect">
            <a:avLst/>
          </a:prstGeom>
          <a:noFill/>
          <a:ln w="0">
            <a:noFill/>
          </a:ln>
        </p:spPr>
      </p:sp>
      <p:sp>
        <p:nvSpPr>
          <p:cNvPr id="11" name="static">
            <a:extLst>
              <a:ext uri="{FF2B5EF4-FFF2-40B4-BE49-F238E27FC236}">
                <ns2:creationId id="{69310556-1E68-4612-8488-0862D5E2222B}"/>
              </a:ext>
            </a:extLst>
          </p:cNvPr>
          <p:cNvSpPr>
            <a:spLocks noGrp="1"/>
          </p:cNvSpPr>
          <p:nvPr/>
        </p:nvSpPr>
        <p:spPr>
          <a:xfrm>
            <a:off x="4467225" y="5895975"/>
            <a:ext cx="19050" cy="19050"/>
          </a:xfrm>
          <a:prstGeom prst="rect">
            <a:avLst/>
          </a:prstGeom>
          <a:noFill/>
          <a:ln w="0">
            <a:noFill/>
          </a:ln>
        </p:spPr>
      </p:sp>
      <p:cxnSp>
        <p:nvCxnSpPr>
          <p:cNvPr id="114" name="static"/>
          <p:cNvCxnSpPr>
            <a:stCxn id="10" idx="2"/>
            <a:endCxn id="11" idx="0"/>
          </p:cNvCxnSpPr>
          <p:nvPr/>
        </p:nvCxnSpPr>
        <p:spPr>
          <a:xfrm>
            <a:off x="4476750" y="2257425"/>
            <a:ext cx="0" cy="3638550"/>
          </a:xfrm>
          <a:prstGeom prst="straightConnector1">
            <a:avLst/>
          </a:prstGeom>
          <a:ln w="14288">
            <a:solidFill>
              <a:srgbClr val="46606B"/>
            </a:solidFill>
            <a:prstDash val="dash"/>
            <a:tailEnd type="none" w="sm" len="sm"/>
          </a:ln>
        </p:spPr>
      </p:cxnSp>
      <p:sp>
        <p:nvSpPr>
          <p:cNvPr id="13" name="static">
            <a:extLst>
              <a:ext uri="{FF2B5EF4-FFF2-40B4-BE49-F238E27FC236}">
                <ns2:creationId id="{DA88654E-C79A-4259-A675-06E4D4BA4179}"/>
              </a:ext>
            </a:extLst>
          </p:cNvPr>
          <p:cNvSpPr>
            <a:spLocks noGrp="1"/>
          </p:cNvSpPr>
          <p:nvPr/>
        </p:nvSpPr>
        <p:spPr>
          <a:xfrm>
            <a:off x="6305550" y="1428750"/>
            <a:ext cx="2057400" cy="809625"/>
          </a:xfrm>
          <a:prstGeom prst="rect">
            <a:avLst/>
          </a:prstGeom>
          <a:solidFill>
            <a:srgbClr val="102F3C"/>
          </a:solidFill>
          <a:ln w="14288">
            <a:solidFill>
              <a:srgbClr val="36616C"/>
            </a:solidFill>
          </a:ln>
        </p:spPr>
      </p:sp>
      <p:sp>
        <p:nvSpPr>
          <p:cNvPr id="14" name="static">
            <a:extLst>
              <a:ext uri="{FF2B5EF4-FFF2-40B4-BE49-F238E27FC236}">
                <ns2:creationId id="{1D9D9AD6-0CFB-4A86-9630-6EE3AAC9EAD2}"/>
              </a:ext>
            </a:extLst>
          </p:cNvPr>
          <p:cNvSpPr>
            <a:spLocks noGrp="1"/>
          </p:cNvSpPr>
          <p:nvPr/>
        </p:nvSpPr>
        <p:spPr>
          <a:xfrm>
            <a:off x="6381750" y="1562100"/>
            <a:ext cx="1905000" cy="619125"/>
          </a:xfrm>
          <a:prstGeom prst="rect">
            <a:avLst/>
          </a:prstGeom>
          <a:noFill/>
          <a:ln w="0">
            <a:noFill/>
          </a:ln>
        </p:spPr>
        <p:txBody>
          <a:bodyPr>
            <a:noAutofit/>
          </a:bodyPr>
          <a:lstStyle/>
          <a:p>
            <a:pPr>
              <a:buNone/>
              <a:defRPr sz="1725" b="1">
                <a:solidFill>
                  <a:srgbClr val="50DDC4"/>
                </a:solidFill>
                <a:latin typeface="Arial"/>
                <a:ea typeface="Arial"/>
                <a:cs typeface="Arial"/>
              </a:defRPr>
            </a:pPr>
            <a:r>
              <a:rPr sz="1725" b="1">
                <a:solidFill>
                  <a:srgbClr val="50DDC4"/>
                </a:solidFill>
                <a:latin typeface="Arial"/>
                <a:ea typeface="Arial"/>
                <a:cs typeface="Arial"/>
              </a:rPr>
              <a:t>MongoDB + files</a:t>
            </a:r>
          </a:p>
        </p:txBody>
      </p:sp>
      <p:sp>
        <p:nvSpPr>
          <p:cNvPr id="15" name="static">
            <a:extLst>
              <a:ext uri="{FF2B5EF4-FFF2-40B4-BE49-F238E27FC236}">
                <ns2:creationId id="{13373B1B-F6AD-49EB-ABFC-CA01A513D188}"/>
              </a:ext>
            </a:extLst>
          </p:cNvPr>
          <p:cNvSpPr>
            <a:spLocks noGrp="1"/>
          </p:cNvSpPr>
          <p:nvPr/>
        </p:nvSpPr>
        <p:spPr>
          <a:xfrm>
            <a:off x="7324725" y="2238375"/>
            <a:ext cx="19050" cy="19050"/>
          </a:xfrm>
          <a:prstGeom prst="rect">
            <a:avLst/>
          </a:prstGeom>
          <a:noFill/>
          <a:ln w="0">
            <a:noFill/>
          </a:ln>
        </p:spPr>
      </p:sp>
      <p:sp>
        <p:nvSpPr>
          <p:cNvPr id="16" name="static">
            <a:extLst>
              <a:ext uri="{FF2B5EF4-FFF2-40B4-BE49-F238E27FC236}">
                <ns2:creationId id="{D184F240-4DAD-46ED-AAE5-2438FA98191D}"/>
              </a:ext>
            </a:extLst>
          </p:cNvPr>
          <p:cNvSpPr>
            <a:spLocks noGrp="1"/>
          </p:cNvSpPr>
          <p:nvPr/>
        </p:nvSpPr>
        <p:spPr>
          <a:xfrm>
            <a:off x="7324725" y="5895975"/>
            <a:ext cx="19050" cy="19050"/>
          </a:xfrm>
          <a:prstGeom prst="rect">
            <a:avLst/>
          </a:prstGeom>
          <a:noFill/>
          <a:ln w="0">
            <a:noFill/>
          </a:ln>
        </p:spPr>
      </p:sp>
      <p:cxnSp>
        <p:nvCxnSpPr>
          <p:cNvPr id="119" name="static"/>
          <p:cNvCxnSpPr>
            <a:stCxn id="15" idx="2"/>
            <a:endCxn id="16" idx="0"/>
          </p:cNvCxnSpPr>
          <p:nvPr/>
        </p:nvCxnSpPr>
        <p:spPr>
          <a:xfrm>
            <a:off x="7334250" y="2257425"/>
            <a:ext cx="0" cy="3638550"/>
          </a:xfrm>
          <a:prstGeom prst="straightConnector1">
            <a:avLst/>
          </a:prstGeom>
          <a:ln w="14288">
            <a:solidFill>
              <a:srgbClr val="46606B"/>
            </a:solidFill>
            <a:prstDash val="dash"/>
            <a:tailEnd type="none" w="sm" len="sm"/>
          </a:ln>
        </p:spPr>
      </p:cxnSp>
      <p:sp>
        <p:nvSpPr>
          <p:cNvPr id="18" name="static">
            <a:extLst>
              <a:ext uri="{FF2B5EF4-FFF2-40B4-BE49-F238E27FC236}">
                <ns2:creationId id="{585804C6-A8E5-4C95-9F5F-3ED11BDBF9D1}"/>
              </a:ext>
            </a:extLst>
          </p:cNvPr>
          <p:cNvSpPr>
            <a:spLocks noGrp="1"/>
          </p:cNvSpPr>
          <p:nvPr/>
        </p:nvSpPr>
        <p:spPr>
          <a:xfrm>
            <a:off x="9258300" y="1428750"/>
            <a:ext cx="2057400" cy="809625"/>
          </a:xfrm>
          <a:prstGeom prst="rect">
            <a:avLst/>
          </a:prstGeom>
          <a:solidFill>
            <a:srgbClr val="102F3C"/>
          </a:solidFill>
          <a:ln w="14288">
            <a:solidFill>
              <a:srgbClr val="36616C"/>
            </a:solidFill>
          </a:ln>
        </p:spPr>
      </p:sp>
      <p:sp>
        <p:nvSpPr>
          <p:cNvPr id="19" name="static">
            <a:extLst>
              <a:ext uri="{FF2B5EF4-FFF2-40B4-BE49-F238E27FC236}">
                <ns2:creationId id="{164E3F4B-361B-455D-9045-B0884D2FC97A}"/>
              </a:ext>
            </a:extLst>
          </p:cNvPr>
          <p:cNvSpPr>
            <a:spLocks noGrp="1"/>
          </p:cNvSpPr>
          <p:nvPr/>
        </p:nvSpPr>
        <p:spPr>
          <a:xfrm>
            <a:off x="9334500" y="1562100"/>
            <a:ext cx="1905000" cy="619125"/>
          </a:xfrm>
          <a:prstGeom prst="rect">
            <a:avLst/>
          </a:prstGeom>
          <a:noFill/>
          <a:ln w="0">
            <a:noFill/>
          </a:ln>
        </p:spPr>
        <p:txBody>
          <a:bodyPr>
            <a:noAutofit/>
          </a:bodyPr>
          <a:lstStyle/>
          <a:p>
            <a:pPr>
              <a:buNone/>
              <a:defRPr sz="1725" b="1">
                <a:solidFill>
                  <a:srgbClr val="50DDC4"/>
                </a:solidFill>
                <a:latin typeface="Arial"/>
                <a:ea typeface="Arial"/>
                <a:cs typeface="Arial"/>
              </a:defRPr>
            </a:pPr>
            <a:r>
              <a:rPr sz="1725" b="1">
                <a:solidFill>
                  <a:srgbClr val="50DDC4"/>
                </a:solidFill>
                <a:latin typeface="Arial"/>
                <a:ea typeface="Arial"/>
                <a:cs typeface="Arial"/>
              </a:rPr>
              <a:t>Examiner</a:t>
            </a:r>
          </a:p>
        </p:txBody>
      </p:sp>
      <p:sp>
        <p:nvSpPr>
          <p:cNvPr id="20" name="static">
            <a:extLst>
              <a:ext uri="{FF2B5EF4-FFF2-40B4-BE49-F238E27FC236}">
                <ns2:creationId id="{6D88F1C2-5E5A-4223-85F8-7D6746BF1D8C}"/>
              </a:ext>
            </a:extLst>
          </p:cNvPr>
          <p:cNvSpPr>
            <a:spLocks noGrp="1"/>
          </p:cNvSpPr>
          <p:nvPr/>
        </p:nvSpPr>
        <p:spPr>
          <a:xfrm>
            <a:off x="10277475" y="2238375"/>
            <a:ext cx="19050" cy="19050"/>
          </a:xfrm>
          <a:prstGeom prst="rect">
            <a:avLst/>
          </a:prstGeom>
          <a:noFill/>
          <a:ln w="0">
            <a:noFill/>
          </a:ln>
        </p:spPr>
      </p:sp>
      <p:sp>
        <p:nvSpPr>
          <p:cNvPr id="21" name="static">
            <a:extLst>
              <a:ext uri="{FF2B5EF4-FFF2-40B4-BE49-F238E27FC236}">
                <ns2:creationId id="{62A80E52-5AB6-4796-A785-7A72442AC4C4}"/>
              </a:ext>
            </a:extLst>
          </p:cNvPr>
          <p:cNvSpPr>
            <a:spLocks noGrp="1"/>
          </p:cNvSpPr>
          <p:nvPr/>
        </p:nvSpPr>
        <p:spPr>
          <a:xfrm>
            <a:off x="10277475" y="5895975"/>
            <a:ext cx="19050" cy="19050"/>
          </a:xfrm>
          <a:prstGeom prst="rect">
            <a:avLst/>
          </a:prstGeom>
          <a:noFill/>
          <a:ln w="0">
            <a:noFill/>
          </a:ln>
        </p:spPr>
      </p:sp>
      <p:cxnSp>
        <p:nvCxnSpPr>
          <p:cNvPr id="124" name="static"/>
          <p:cNvCxnSpPr>
            <a:stCxn id="20" idx="2"/>
            <a:endCxn id="21" idx="0"/>
          </p:cNvCxnSpPr>
          <p:nvPr/>
        </p:nvCxnSpPr>
        <p:spPr>
          <a:xfrm>
            <a:off x="10287000" y="2257425"/>
            <a:ext cx="0" cy="3638550"/>
          </a:xfrm>
          <a:prstGeom prst="straightConnector1">
            <a:avLst/>
          </a:prstGeom>
          <a:ln w="14288">
            <a:solidFill>
              <a:srgbClr val="46606B"/>
            </a:solidFill>
            <a:prstDash val="dash"/>
            <a:tailEnd type="none" w="sm" len="sm"/>
          </a:ln>
        </p:spPr>
      </p:cxnSp>
      <p:sp>
        <p:nvSpPr>
          <p:cNvPr id="23" name="reveal-1">
            <a:extLst>
              <a:ext uri="{FF2B5EF4-FFF2-40B4-BE49-F238E27FC236}">
                <ns2:creationId id="{AE64D6AC-53BE-4DB2-99DE-6A2E73017A3D}"/>
              </a:ext>
            </a:extLst>
          </p:cNvPr>
          <p:cNvSpPr>
            <a:spLocks noGrp="1"/>
          </p:cNvSpPr>
          <p:nvPr/>
        </p:nvSpPr>
        <p:spPr>
          <a:xfrm>
            <a:off x="609600" y="2305050"/>
            <a:ext cx="10972800" cy="1066800"/>
          </a:xfrm>
          <a:prstGeom prst="rect">
            <a:avLst/>
          </a:prstGeom>
          <a:noFill/>
          <a:ln w="14288">
            <a:solidFill>
              <a:srgbClr val="36616C"/>
            </a:solidFill>
          </a:ln>
        </p:spPr>
      </p:sp>
      <p:sp>
        <p:nvSpPr>
          <p:cNvPr id="24" name="reveal-1">
            <a:extLst>
              <a:ext uri="{FF2B5EF4-FFF2-40B4-BE49-F238E27FC236}">
                <ns2:creationId id="{207D1840-AED3-4E63-BD0C-0B3AD739EE99}"/>
              </a:ext>
            </a:extLst>
          </p:cNvPr>
          <p:cNvSpPr>
            <a:spLocks noGrp="1"/>
          </p:cNvSpPr>
          <p:nvPr/>
        </p:nvSpPr>
        <p:spPr>
          <a:xfrm>
            <a:off x="714375" y="2333625"/>
            <a:ext cx="4572000" cy="285750"/>
          </a:xfrm>
          <a:prstGeom prst="rect">
            <a:avLst/>
          </a:prstGeom>
          <a:noFill/>
          <a:ln w="0">
            <a:noFill/>
          </a:ln>
        </p:spPr>
        <p:txBody>
          <a:bodyPr>
            <a:noAutofit/>
          </a:bodyPr>
          <a:lstStyle/>
          <a:p>
            <a:pPr>
              <a:buNone/>
              <a:defRPr sz="1500" b="1">
                <a:solidFill>
                  <a:srgbClr val="F7BC76"/>
                </a:solidFill>
                <a:latin typeface="Arial"/>
                <a:ea typeface="Arial"/>
                <a:cs typeface="Arial"/>
              </a:defRPr>
            </a:pPr>
            <a:r>
              <a:rPr sz="1500" b="1">
                <a:solidFill>
                  <a:srgbClr val="F7BC76"/>
                </a:solidFill>
                <a:latin typeface="Arial"/>
                <a:ea typeface="Arial"/>
                <a:cs typeface="Arial"/>
              </a:rPr>
              <a:t>[delivery fails]</a:t>
            </a:r>
          </a:p>
        </p:txBody>
      </p:sp>
      <p:sp>
        <p:nvSpPr>
          <p:cNvPr id="25" name="static">
            <a:extLst>
              <a:ext uri="{FF2B5EF4-FFF2-40B4-BE49-F238E27FC236}">
                <ns2:creationId id="{FD4375BC-C4F5-4410-99E7-330291A12270}"/>
              </a:ext>
            </a:extLst>
          </p:cNvPr>
          <p:cNvSpPr>
            <a:spLocks noGrp="1"/>
          </p:cNvSpPr>
          <p:nvPr/>
        </p:nvSpPr>
        <p:spPr>
          <a:xfrm>
            <a:off x="4467225" y="2971800"/>
            <a:ext cx="19050" cy="19050"/>
          </a:xfrm>
          <a:prstGeom prst="rect">
            <a:avLst/>
          </a:prstGeom>
          <a:noFill/>
          <a:ln w="0">
            <a:noFill/>
          </a:ln>
        </p:spPr>
      </p:sp>
      <p:sp>
        <p:nvSpPr>
          <p:cNvPr id="26" name="static">
            <a:extLst>
              <a:ext uri="{FF2B5EF4-FFF2-40B4-BE49-F238E27FC236}">
                <ns2:creationId id="{204FBF37-3CCD-416D-A6D1-E275426DDB23}"/>
              </a:ext>
            </a:extLst>
          </p:cNvPr>
          <p:cNvSpPr>
            <a:spLocks noGrp="1"/>
          </p:cNvSpPr>
          <p:nvPr/>
        </p:nvSpPr>
        <p:spPr>
          <a:xfrm>
            <a:off x="1609725" y="2971800"/>
            <a:ext cx="19050" cy="19050"/>
          </a:xfrm>
          <a:prstGeom prst="rect">
            <a:avLst/>
          </a:prstGeom>
          <a:noFill/>
          <a:ln w="0">
            <a:noFill/>
          </a:ln>
        </p:spPr>
      </p:sp>
      <p:cxnSp>
        <p:nvCxnSpPr>
          <p:cNvPr id="129" name="reveal-1"/>
          <p:cNvCxnSpPr>
            <a:stCxn id="25" idx="1"/>
            <a:endCxn id="26" idx="3"/>
          </p:cNvCxnSpPr>
          <p:nvPr/>
        </p:nvCxnSpPr>
        <p:spPr>
          <a:xfrm flipH="1">
            <a:off x="1628775" y="2981325"/>
            <a:ext cx="2838450" cy="0"/>
          </a:xfrm>
          <a:prstGeom prst="straightConnector1">
            <a:avLst/>
          </a:prstGeom>
          <a:ln w="19050">
            <a:solidFill>
              <a:srgbClr val="50DDC4"/>
            </a:solidFill>
            <a:prstDash val="dash"/>
            <a:tailEnd type="triangle" w="sm" len="sm"/>
          </a:ln>
        </p:spPr>
      </p:cxnSp>
      <p:sp>
        <p:nvSpPr>
          <p:cNvPr id="28" name="reveal-1">
            <a:extLst>
              <a:ext uri="{FF2B5EF4-FFF2-40B4-BE49-F238E27FC236}">
                <ns2:creationId id="{9CDFB923-C6B6-4127-892B-01283B478EC4}"/>
              </a:ext>
            </a:extLst>
          </p:cNvPr>
          <p:cNvSpPr>
            <a:spLocks noGrp="1"/>
          </p:cNvSpPr>
          <p:nvPr/>
        </p:nvSpPr>
        <p:spPr>
          <a:xfrm>
            <a:off x="1752600" y="2657475"/>
            <a:ext cx="261937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503 / no acknowledgment</a:t>
            </a:r>
          </a:p>
        </p:txBody>
      </p:sp>
      <p:sp>
        <p:nvSpPr>
          <p:cNvPr id="29" name="reveal-1">
            <a:extLst>
              <a:ext uri="{FF2B5EF4-FFF2-40B4-BE49-F238E27FC236}">
                <ns2:creationId id="{2BC99DE8-0AD7-4482-8E5E-2FB5F1CC1D19}"/>
              </a:ext>
            </a:extLst>
          </p:cNvPr>
          <p:cNvSpPr>
            <a:spLocks noGrp="1"/>
          </p:cNvSpPr>
          <p:nvPr/>
        </p:nvSpPr>
        <p:spPr>
          <a:xfrm>
            <a:off x="7505700" y="2743200"/>
            <a:ext cx="3743325" cy="371475"/>
          </a:xfrm>
          <a:prstGeom prst="rect">
            <a:avLst/>
          </a:prstGeom>
          <a:noFill/>
          <a:ln w="0">
            <a:noFill/>
          </a:ln>
        </p:spPr>
        <p:txBody>
          <a:bodyPr>
            <a:noAutofit/>
          </a:bodyPr>
          <a:lstStyle/>
          <a:p>
            <a:pPr>
              <a:buNone/>
              <a:defRPr sz="1725" b="0">
                <a:solidFill>
                  <a:srgbClr val="F7BC76"/>
                </a:solidFill>
                <a:latin typeface="Arial"/>
                <a:ea typeface="Arial"/>
                <a:cs typeface="Arial"/>
              </a:defRPr>
            </a:pPr>
            <a:r>
              <a:rPr sz="1725" b="0">
                <a:solidFill>
                  <a:srgbClr val="F7BC76"/>
                </a:solidFill>
                <a:latin typeface="Arial"/>
                <a:ea typeface="Arial"/>
                <a:cs typeface="Arial"/>
              </a:rPr>
              <a:t>Electron keeps event on disk</a:t>
            </a:r>
          </a:p>
        </p:txBody>
      </p:sp>
      <p:sp>
        <p:nvSpPr>
          <p:cNvPr id="30" name="reveal-2">
            <a:extLst>
              <a:ext uri="{FF2B5EF4-FFF2-40B4-BE49-F238E27FC236}">
                <ns2:creationId id="{57AEEA2E-9361-449F-8014-12BDA84C2518}"/>
              </a:ext>
            </a:extLst>
          </p:cNvPr>
          <p:cNvSpPr>
            <a:spLocks noGrp="1"/>
          </p:cNvSpPr>
          <p:nvPr/>
        </p:nvSpPr>
        <p:spPr>
          <a:xfrm>
            <a:off x="609600" y="3590925"/>
            <a:ext cx="10972800" cy="2428875"/>
          </a:xfrm>
          <a:prstGeom prst="rect">
            <a:avLst/>
          </a:prstGeom>
          <a:noFill/>
          <a:ln w="14288">
            <a:solidFill>
              <a:srgbClr val="36616C"/>
            </a:solidFill>
          </a:ln>
        </p:spPr>
      </p:sp>
      <p:sp>
        <p:nvSpPr>
          <p:cNvPr id="31" name="reveal-2">
            <a:extLst>
              <a:ext uri="{FF2B5EF4-FFF2-40B4-BE49-F238E27FC236}">
                <ns2:creationId id="{566ECBF6-17C0-4C31-8A58-A1C02B3D3E59}"/>
              </a:ext>
            </a:extLst>
          </p:cNvPr>
          <p:cNvSpPr>
            <a:spLocks noGrp="1"/>
          </p:cNvSpPr>
          <p:nvPr/>
        </p:nvSpPr>
        <p:spPr>
          <a:xfrm>
            <a:off x="714375" y="3609975"/>
            <a:ext cx="7524750" cy="285750"/>
          </a:xfrm>
          <a:prstGeom prst="rect">
            <a:avLst/>
          </a:prstGeom>
          <a:noFill/>
          <a:ln w="0">
            <a:noFill/>
          </a:ln>
        </p:spPr>
        <p:txBody>
          <a:bodyPr>
            <a:noAutofit/>
          </a:bodyPr>
          <a:lstStyle/>
          <a:p>
            <a:pPr>
              <a:buNone/>
              <a:defRPr sz="1500" b="1">
                <a:solidFill>
                  <a:srgbClr val="F7BC76"/>
                </a:solidFill>
                <a:latin typeface="Arial"/>
                <a:ea typeface="Arial"/>
                <a:cs typeface="Arial"/>
              </a:defRPr>
            </a:pPr>
            <a:r>
              <a:rPr sz="1500" b="1">
                <a:solidFill>
                  <a:srgbClr val="F7BC76"/>
                </a:solidFill>
                <a:latin typeface="Arial"/>
                <a:ea typeface="Arial"/>
                <a:cs typeface="Arial"/>
              </a:rPr>
              <a:t>[network returns; session has ended]</a:t>
            </a:r>
          </a:p>
        </p:txBody>
      </p:sp>
      <p:sp>
        <p:nvSpPr>
          <p:cNvPr id="32" name="static">
            <a:extLst>
              <a:ext uri="{FF2B5EF4-FFF2-40B4-BE49-F238E27FC236}">
                <ns2:creationId id="{A636EEC0-163B-4475-AE7A-826431DF238A}"/>
              </a:ext>
            </a:extLst>
          </p:cNvPr>
          <p:cNvSpPr>
            <a:spLocks noGrp="1"/>
          </p:cNvSpPr>
          <p:nvPr/>
        </p:nvSpPr>
        <p:spPr>
          <a:xfrm>
            <a:off x="1609725" y="4248150"/>
            <a:ext cx="19050" cy="19050"/>
          </a:xfrm>
          <a:prstGeom prst="rect">
            <a:avLst/>
          </a:prstGeom>
          <a:noFill/>
          <a:ln w="0">
            <a:noFill/>
          </a:ln>
        </p:spPr>
      </p:sp>
      <p:sp>
        <p:nvSpPr>
          <p:cNvPr id="33" name="static">
            <a:extLst>
              <a:ext uri="{FF2B5EF4-FFF2-40B4-BE49-F238E27FC236}">
                <ns2:creationId id="{37D9854C-B513-4BCD-B37C-5E9A890659EF}"/>
              </a:ext>
            </a:extLst>
          </p:cNvPr>
          <p:cNvSpPr>
            <a:spLocks noGrp="1"/>
          </p:cNvSpPr>
          <p:nvPr/>
        </p:nvSpPr>
        <p:spPr>
          <a:xfrm>
            <a:off x="4467225" y="4248150"/>
            <a:ext cx="19050" cy="19050"/>
          </a:xfrm>
          <a:prstGeom prst="rect">
            <a:avLst/>
          </a:prstGeom>
          <a:noFill/>
          <a:ln w="0">
            <a:noFill/>
          </a:ln>
        </p:spPr>
      </p:sp>
      <p:cxnSp>
        <p:nvCxnSpPr>
          <p:cNvPr id="136" name="reveal-2"/>
          <p:cNvCxnSpPr>
            <a:stCxn id="32" idx="3"/>
            <a:endCxn id="33" idx="1"/>
          </p:cNvCxnSpPr>
          <p:nvPr/>
        </p:nvCxnSpPr>
        <p:spPr>
          <a:xfrm>
            <a:off x="1628775" y="4257675"/>
            <a:ext cx="2838450" cy="0"/>
          </a:xfrm>
          <a:prstGeom prst="straightConnector1">
            <a:avLst/>
          </a:prstGeom>
          <a:ln w="19050">
            <a:solidFill>
              <a:srgbClr val="50DDC4"/>
            </a:solidFill>
            <a:prstDash val="solid"/>
            <a:tailEnd type="triangle" w="sm" len="sm"/>
          </a:ln>
        </p:spPr>
      </p:cxnSp>
      <p:sp>
        <p:nvSpPr>
          <p:cNvPr id="35" name="reveal-2">
            <a:extLst>
              <a:ext uri="{FF2B5EF4-FFF2-40B4-BE49-F238E27FC236}">
                <ns2:creationId id="{62FCD631-8E81-4C9F-85FC-BFFE395FE76E}"/>
              </a:ext>
            </a:extLst>
          </p:cNvPr>
          <p:cNvSpPr>
            <a:spLocks noGrp="1"/>
          </p:cNvSpPr>
          <p:nvPr/>
        </p:nvSpPr>
        <p:spPr>
          <a:xfrm>
            <a:off x="1752600" y="3933825"/>
            <a:ext cx="261937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Retry original time + ID</a:t>
            </a:r>
          </a:p>
        </p:txBody>
      </p:sp>
      <p:sp>
        <p:nvSpPr>
          <p:cNvPr id="36" name="static">
            <a:extLst>
              <a:ext uri="{FF2B5EF4-FFF2-40B4-BE49-F238E27FC236}">
                <ns2:creationId id="{54A9D162-A086-42AD-83D1-862962A1064B}"/>
              </a:ext>
            </a:extLst>
          </p:cNvPr>
          <p:cNvSpPr>
            <a:spLocks noGrp="1"/>
          </p:cNvSpPr>
          <p:nvPr/>
        </p:nvSpPr>
        <p:spPr>
          <a:xfrm>
            <a:off x="4467225" y="4657725"/>
            <a:ext cx="19050" cy="19050"/>
          </a:xfrm>
          <a:prstGeom prst="rect">
            <a:avLst/>
          </a:prstGeom>
          <a:noFill/>
          <a:ln w="0">
            <a:noFill/>
          </a:ln>
        </p:spPr>
      </p:sp>
      <p:sp>
        <p:nvSpPr>
          <p:cNvPr id="37" name="static">
            <a:extLst>
              <a:ext uri="{FF2B5EF4-FFF2-40B4-BE49-F238E27FC236}">
                <ns2:creationId id="{3DD6AF77-1B25-4599-9FE8-750A67CFFD9F}"/>
              </a:ext>
            </a:extLst>
          </p:cNvPr>
          <p:cNvSpPr>
            <a:spLocks noGrp="1"/>
          </p:cNvSpPr>
          <p:nvPr/>
        </p:nvSpPr>
        <p:spPr>
          <a:xfrm>
            <a:off x="7324725" y="4657725"/>
            <a:ext cx="19050" cy="19050"/>
          </a:xfrm>
          <a:prstGeom prst="rect">
            <a:avLst/>
          </a:prstGeom>
          <a:noFill/>
          <a:ln w="0">
            <a:noFill/>
          </a:ln>
        </p:spPr>
      </p:sp>
      <p:cxnSp>
        <p:nvCxnSpPr>
          <p:cNvPr id="140" name="reveal-2"/>
          <p:cNvCxnSpPr>
            <a:stCxn id="36" idx="3"/>
            <a:endCxn id="37" idx="1"/>
          </p:cNvCxnSpPr>
          <p:nvPr/>
        </p:nvCxnSpPr>
        <p:spPr>
          <a:xfrm>
            <a:off x="4486275" y="4667250"/>
            <a:ext cx="2838450" cy="0"/>
          </a:xfrm>
          <a:prstGeom prst="straightConnector1">
            <a:avLst/>
          </a:prstGeom>
          <a:ln w="19050">
            <a:solidFill>
              <a:srgbClr val="50DDC4"/>
            </a:solidFill>
            <a:prstDash val="solid"/>
            <a:tailEnd type="triangle" w="sm" len="sm"/>
          </a:ln>
        </p:spPr>
      </p:cxnSp>
      <p:sp>
        <p:nvSpPr>
          <p:cNvPr id="39" name="reveal-2">
            <a:extLst>
              <a:ext uri="{FF2B5EF4-FFF2-40B4-BE49-F238E27FC236}">
                <ns2:creationId id="{F5C6D625-3FE2-4E89-B167-C5722A0A2504}"/>
              </a:ext>
            </a:extLst>
          </p:cNvPr>
          <p:cNvSpPr>
            <a:spLocks noGrp="1"/>
          </p:cNvSpPr>
          <p:nvPr/>
        </p:nvSpPr>
        <p:spPr>
          <a:xfrm>
            <a:off x="4610100" y="4343400"/>
            <a:ext cx="261937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Valid window: save once</a:t>
            </a:r>
          </a:p>
        </p:txBody>
      </p:sp>
      <p:sp>
        <p:nvSpPr>
          <p:cNvPr id="40" name="static">
            <a:extLst>
              <a:ext uri="{FF2B5EF4-FFF2-40B4-BE49-F238E27FC236}">
                <ns2:creationId id="{19E66331-705D-469F-9800-86D6617DBC9F}"/>
              </a:ext>
            </a:extLst>
          </p:cNvPr>
          <p:cNvSpPr>
            <a:spLocks noGrp="1"/>
          </p:cNvSpPr>
          <p:nvPr/>
        </p:nvSpPr>
        <p:spPr>
          <a:xfrm>
            <a:off x="4467225" y="5076825"/>
            <a:ext cx="19050" cy="19050"/>
          </a:xfrm>
          <a:prstGeom prst="rect">
            <a:avLst/>
          </a:prstGeom>
          <a:noFill/>
          <a:ln w="0">
            <a:noFill/>
          </a:ln>
        </p:spPr>
      </p:sp>
      <p:sp>
        <p:nvSpPr>
          <p:cNvPr id="41" name="static">
            <a:extLst>
              <a:ext uri="{FF2B5EF4-FFF2-40B4-BE49-F238E27FC236}">
                <ns2:creationId id="{336A7ECE-67AB-4197-8BD3-EFBDCF7E34F3}"/>
              </a:ext>
            </a:extLst>
          </p:cNvPr>
          <p:cNvSpPr>
            <a:spLocks noGrp="1"/>
          </p:cNvSpPr>
          <p:nvPr/>
        </p:nvSpPr>
        <p:spPr>
          <a:xfrm>
            <a:off x="1609725" y="5076825"/>
            <a:ext cx="19050" cy="19050"/>
          </a:xfrm>
          <a:prstGeom prst="rect">
            <a:avLst/>
          </a:prstGeom>
          <a:noFill/>
          <a:ln w="0">
            <a:noFill/>
          </a:ln>
        </p:spPr>
      </p:sp>
      <p:cxnSp>
        <p:nvCxnSpPr>
          <p:cNvPr id="144" name="reveal-2"/>
          <p:cNvCxnSpPr>
            <a:stCxn id="40" idx="1"/>
            <a:endCxn id="41" idx="3"/>
          </p:cNvCxnSpPr>
          <p:nvPr/>
        </p:nvCxnSpPr>
        <p:spPr>
          <a:xfrm flipH="1">
            <a:off x="1628775" y="5086350"/>
            <a:ext cx="2838450" cy="0"/>
          </a:xfrm>
          <a:prstGeom prst="straightConnector1">
            <a:avLst/>
          </a:prstGeom>
          <a:ln w="19050">
            <a:solidFill>
              <a:srgbClr val="50DDC4"/>
            </a:solidFill>
            <a:prstDash val="dash"/>
            <a:tailEnd type="triangle" w="sm" len="sm"/>
          </a:ln>
        </p:spPr>
      </p:cxnSp>
      <p:sp>
        <p:nvSpPr>
          <p:cNvPr id="43" name="reveal-2">
            <a:extLst>
              <a:ext uri="{FF2B5EF4-FFF2-40B4-BE49-F238E27FC236}">
                <ns2:creationId id="{F5551425-8F05-4510-9A61-86A9E70A3C9C}"/>
              </a:ext>
            </a:extLst>
          </p:cNvPr>
          <p:cNvSpPr>
            <a:spLocks noGrp="1"/>
          </p:cNvSpPr>
          <p:nvPr/>
        </p:nvSpPr>
        <p:spPr>
          <a:xfrm>
            <a:off x="1752600" y="4762500"/>
            <a:ext cx="261937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201 saved / 200 duplicate</a:t>
            </a:r>
          </a:p>
        </p:txBody>
      </p:sp>
      <p:sp>
        <p:nvSpPr>
          <p:cNvPr id="44" name="static">
            <a:extLst>
              <a:ext uri="{FF2B5EF4-FFF2-40B4-BE49-F238E27FC236}">
                <ns2:creationId id="{16A9F5F9-818C-4CA6-97F5-F40275922756}"/>
              </a:ext>
            </a:extLst>
          </p:cNvPr>
          <p:cNvSpPr>
            <a:spLocks noGrp="1"/>
          </p:cNvSpPr>
          <p:nvPr/>
        </p:nvSpPr>
        <p:spPr>
          <a:xfrm>
            <a:off x="10277475" y="5495925"/>
            <a:ext cx="19050" cy="19050"/>
          </a:xfrm>
          <a:prstGeom prst="rect">
            <a:avLst/>
          </a:prstGeom>
          <a:noFill/>
          <a:ln w="0">
            <a:noFill/>
          </a:ln>
        </p:spPr>
      </p:sp>
      <p:sp>
        <p:nvSpPr>
          <p:cNvPr id="45" name="static">
            <a:extLst>
              <a:ext uri="{FF2B5EF4-FFF2-40B4-BE49-F238E27FC236}">
                <ns2:creationId id="{2C594ECC-399E-438D-A1B1-45734F51CCEA}"/>
              </a:ext>
            </a:extLst>
          </p:cNvPr>
          <p:cNvSpPr>
            <a:spLocks noGrp="1"/>
          </p:cNvSpPr>
          <p:nvPr/>
        </p:nvSpPr>
        <p:spPr>
          <a:xfrm>
            <a:off x="4467225" y="5495925"/>
            <a:ext cx="19050" cy="19050"/>
          </a:xfrm>
          <a:prstGeom prst="rect">
            <a:avLst/>
          </a:prstGeom>
          <a:noFill/>
          <a:ln w="0">
            <a:noFill/>
          </a:ln>
        </p:spPr>
      </p:sp>
      <p:cxnSp>
        <p:nvCxnSpPr>
          <p:cNvPr id="148" name="reveal-3"/>
          <p:cNvCxnSpPr>
            <a:stCxn id="44" idx="1"/>
            <a:endCxn id="45" idx="3"/>
          </p:cNvCxnSpPr>
          <p:nvPr/>
        </p:nvCxnSpPr>
        <p:spPr>
          <a:xfrm flipH="1">
            <a:off x="4486275" y="5505450"/>
            <a:ext cx="5791200" cy="0"/>
          </a:xfrm>
          <a:prstGeom prst="straightConnector1">
            <a:avLst/>
          </a:prstGeom>
          <a:ln w="19050">
            <a:solidFill>
              <a:srgbClr val="50DDC4"/>
            </a:solidFill>
            <a:prstDash val="solid"/>
            <a:tailEnd type="triangle" w="sm" len="sm"/>
          </a:ln>
        </p:spPr>
      </p:cxnSp>
      <p:sp>
        <p:nvSpPr>
          <p:cNvPr id="47" name="reveal-3">
            <a:extLst>
              <a:ext uri="{FF2B5EF4-FFF2-40B4-BE49-F238E27FC236}">
                <ns2:creationId id="{FD586DCE-CAE2-4C1F-BFCF-49AB9D210871}"/>
              </a:ext>
            </a:extLst>
          </p:cNvPr>
          <p:cNvSpPr>
            <a:spLocks noGrp="1"/>
          </p:cNvSpPr>
          <p:nvPr/>
        </p:nvSpPr>
        <p:spPr>
          <a:xfrm>
            <a:off x="4610100" y="5181600"/>
            <a:ext cx="557212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GET history</a:t>
            </a:r>
          </a:p>
        </p:txBody>
      </p:sp>
      <p:sp>
        <p:nvSpPr>
          <p:cNvPr id="48" name="static">
            <a:extLst>
              <a:ext uri="{FF2B5EF4-FFF2-40B4-BE49-F238E27FC236}">
                <ns2:creationId id="{9ECB2276-3602-4AF6-8402-77E84372B0E4}"/>
              </a:ext>
            </a:extLst>
          </p:cNvPr>
          <p:cNvSpPr>
            <a:spLocks noGrp="1"/>
          </p:cNvSpPr>
          <p:nvPr/>
        </p:nvSpPr>
        <p:spPr>
          <a:xfrm>
            <a:off x="4467225" y="5867400"/>
            <a:ext cx="19050" cy="19050"/>
          </a:xfrm>
          <a:prstGeom prst="rect">
            <a:avLst/>
          </a:prstGeom>
          <a:noFill/>
          <a:ln w="0">
            <a:noFill/>
          </a:ln>
        </p:spPr>
      </p:sp>
      <p:sp>
        <p:nvSpPr>
          <p:cNvPr id="49" name="static">
            <a:extLst>
              <a:ext uri="{FF2B5EF4-FFF2-40B4-BE49-F238E27FC236}">
                <ns2:creationId id="{F0B8584D-98D5-4B4B-821D-9A4C9D7F2F38}"/>
              </a:ext>
            </a:extLst>
          </p:cNvPr>
          <p:cNvSpPr>
            <a:spLocks noGrp="1"/>
          </p:cNvSpPr>
          <p:nvPr/>
        </p:nvSpPr>
        <p:spPr>
          <a:xfrm>
            <a:off x="10277475" y="5867400"/>
            <a:ext cx="19050" cy="19050"/>
          </a:xfrm>
          <a:prstGeom prst="rect">
            <a:avLst/>
          </a:prstGeom>
          <a:noFill/>
          <a:ln w="0">
            <a:noFill/>
          </a:ln>
        </p:spPr>
      </p:sp>
      <p:cxnSp>
        <p:nvCxnSpPr>
          <p:cNvPr id="152" name="reveal-3"/>
          <p:cNvCxnSpPr>
            <a:stCxn id="48" idx="3"/>
            <a:endCxn id="49" idx="1"/>
          </p:cNvCxnSpPr>
          <p:nvPr/>
        </p:nvCxnSpPr>
        <p:spPr>
          <a:xfrm>
            <a:off x="4486275" y="5876925"/>
            <a:ext cx="5791200" cy="0"/>
          </a:xfrm>
          <a:prstGeom prst="straightConnector1">
            <a:avLst/>
          </a:prstGeom>
          <a:ln w="19050">
            <a:solidFill>
              <a:srgbClr val="50DDC4"/>
            </a:solidFill>
            <a:prstDash val="dash"/>
            <a:tailEnd type="triangle" w="sm" len="sm"/>
          </a:ln>
        </p:spPr>
      </p:cxnSp>
      <p:sp>
        <p:nvSpPr>
          <p:cNvPr id="51" name="reveal-3">
            <a:extLst>
              <a:ext uri="{FF2B5EF4-FFF2-40B4-BE49-F238E27FC236}">
                <ns2:creationId id="{9C73492F-B54B-482C-AB34-A8482D186408}"/>
              </a:ext>
            </a:extLst>
          </p:cNvPr>
          <p:cNvSpPr>
            <a:spLocks noGrp="1"/>
          </p:cNvSpPr>
          <p:nvPr/>
        </p:nvSpPr>
        <p:spPr>
          <a:xfrm>
            <a:off x="4610100" y="5553075"/>
            <a:ext cx="5572125" cy="314325"/>
          </a:xfrm>
          <a:prstGeom prst="rect">
            <a:avLst/>
          </a:prstGeom>
          <a:noFill/>
          <a:ln w="0">
            <a:noFill/>
          </a:ln>
        </p:spPr>
        <p:txBody>
          <a:bodyPr>
            <a:noAutofit/>
          </a:bodyPr>
          <a:lstStyle/>
          <a:p>
            <a:pPr>
              <a:buNone/>
              <a:defRPr sz="1650" b="0">
                <a:solidFill>
                  <a:srgbClr val="F1F6F7"/>
                </a:solidFill>
                <a:latin typeface="Arial"/>
                <a:ea typeface="Arial"/>
                <a:cs typeface="Arial"/>
              </a:defRPr>
            </a:pPr>
            <a:r>
              <a:rPr sz="1650" b="0">
                <a:solidFill>
                  <a:srgbClr val="F1F6F7"/>
                </a:solidFill>
                <a:latin typeface="Arial"/>
                <a:ea typeface="Arial"/>
                <a:cs typeface="Arial"/>
              </a:rPr>
              <a:t>Late evidence pending review</a:t>
            </a:r>
          </a:p>
        </p:txBody>
      </p:sp>
      <p:sp>
        <p:nvSpPr>
          <p:cNvPr id="52" name="static">
            <a:extLst>
              <a:ext uri="{FF2B5EF4-FFF2-40B4-BE49-F238E27FC236}">
                <ns2:creationId id="{7A4C4A17-A47C-46B9-9247-FE358831F7A3}"/>
              </a:ext>
            </a:extLst>
          </p:cNvPr>
          <p:cNvSpPr>
            <a:spLocks noGrp="1"/>
          </p:cNvSpPr>
          <p:nvPr/>
        </p:nvSpPr>
        <p:spPr>
          <a:xfrm>
            <a:off x="609600" y="6134100"/>
            <a:ext cx="10972800" cy="276225"/>
          </a:xfrm>
          <a:prstGeom prst="rect">
            <a:avLst/>
          </a:prstGeom>
          <a:noFill/>
          <a:ln w="0">
            <a:noFill/>
          </a:ln>
        </p:spPr>
        <p:txBody>
          <a:bodyPr>
            <a:noAutofit/>
          </a:bodyPr>
          <a:lstStyle/>
          <a:p>
            <a:pPr>
              <a:buNone/>
              <a:defRPr sz="1650" b="1">
                <a:solidFill>
                  <a:srgbClr val="50DDC4"/>
                </a:solidFill>
                <a:latin typeface="Arial"/>
                <a:ea typeface="Arial"/>
                <a:cs typeface="Arial"/>
              </a:defRPr>
            </a:pPr>
            <a:r>
              <a:rPr sz="1650" b="1">
                <a:solidFill>
                  <a:srgbClr val="50DDC4"/>
                </a:solidFill>
                <a:latin typeface="Arial"/>
                <a:ea typeface="Arial"/>
                <a:cs typeface="Arial"/>
              </a:rPr>
              <a:t>Session stays closed. Late evidence affects score only after confirmation.</a:t>
            </a:r>
          </a:p>
        </p:txBody>
      </p:sp>
      <p:sp>
        <p:nvSpPr>
          <p:cNvPr id="103" name="static">
            <a:extLst>
              <a:ext uri="{FF2B5EF4-FFF2-40B4-BE49-F238E27FC236}">
                <ns2:creationId id="{DCF5808A-894A-41CB-97C9-138809F12B35}"/>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29  /  Technical appendix</a:t>
            </a:r>
          </a:p>
        </p:txBody>
      </p:sp>
    </p:spTree>
    <p:extLst>
      <p:ext uri="{BB962C8B-B14F-4D97-AF65-F5344CB8AC3E}">
        <ns3:creationId val="113141274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6" dur="450"/>
                                  <p:tgtEl>
                                    <p:spTgt spid="2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24"/>
                                  </p:tgtEl>
                                  <p:attrNameLst>
                                    <p:attrName>style.visibility</p:attrName>
                                  </p:attrNameLst>
                                </p:cBhvr>
                                <p:to>
                                  <p:strVal val="visible"/>
                                </p:to>
                              </p:set>
                              <p:animEffect transition="in" filter="fade">
                                <p:cBhvr>
                                  <p:cTn id="9" dur="450"/>
                                  <p:tgtEl>
                                    <p:spTgt spid="2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50"/>
                                  <p:tgtEl>
                                    <p:spTgt spid="28"/>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50"/>
                                  <p:tgtEl>
                                    <p:spTgt spid="29"/>
                                  </p:tgtEl>
                                </p:cBhvr>
                              </p:animEffect>
                            </p:childTnLst>
                          </p:cTn>
                        </p:par>
                      </p:childTnLst>
                    </p:cTn>
                  </p:par>
                  <p:par>
                    <p:cTn id="16" fill="hold">
                      <p:stCondLst>
                        <p:cond delay="indefinite"/>
                      </p:stCondLst>
                      <p:childTnLst>
                        <p:par>
                          <p:cTn id="17" presetID="10" presetClass="entr" presetSubtype="0" fill="hold" grpId="1"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50"/>
                                  <p:tgtEl>
                                    <p:spTgt spid="31"/>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450"/>
                                  <p:tgtEl>
                                    <p:spTgt spid="35"/>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450"/>
                                  <p:tgtEl>
                                    <p:spTgt spid="39"/>
                                  </p:tgtEl>
                                </p:cBhvr>
                              </p:animEffect>
                            </p:childTnLst>
                          </p:cTn>
                        </p:par>
                        <p:par>
                          <p:cTn id="29" presetID="10" presetClass="entr" presetSubtype="0" fill="hold" grpId="1"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450"/>
                                  <p:tgtEl>
                                    <p:spTgt spid="43"/>
                                  </p:tgtEl>
                                </p:cBhvr>
                              </p:animEffect>
                            </p:childTnLst>
                          </p:cTn>
                        </p:par>
                      </p:childTnLst>
                    </p:cTn>
                  </p:par>
                  <p:par>
                    <p:cTn id="32" fill="hold">
                      <p:stCondLst>
                        <p:cond delay="indefinite"/>
                      </p:stCondLst>
                      <p:childTnLst>
                        <p:par>
                          <p:cTn id="33" presetID="10" presetClass="entr" presetSubtype="0" fill="hold" grpId="2" nodeType="click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450"/>
                                  <p:tgtEl>
                                    <p:spTgt spid="47"/>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fade">
                                <p:cBhvr>
                                  <p:cTn id="38" dur="450"/>
                                  <p:tgtEl>
                                    <p:spTgt spid="5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8" grpId="0" animBg="1"/>
      <p:bldP spid="29" grpId="0" animBg="1"/>
      <p:bldP spid="30" grpId="1" animBg="1"/>
      <p:bldP spid="31" grpId="1" animBg="1"/>
      <p:bldP spid="35" grpId="1" animBg="1"/>
      <p:bldP spid="39" grpId="1" animBg="1"/>
      <p:bldP spid="43" grpId="1" animBg="1"/>
      <p:bldP spid="47" grpId="2" animBg="1"/>
      <p:bldP spid="51" grpId="2" animBg="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2026-10-03T11:10:55.0500000Z</dcterms:created>
  <dcterms:modified xsi:type="dcterms:W3CDTF">2026-10-03T11:10:55.0500000Z</dcterms:modified>
</coreProperties>
</file>