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b939e3b16844d8" /><Relationship Type="http://schemas.openxmlformats.org/officeDocument/2006/relationships/extended-properties" Target="/docProps/app.xml" Id="R2662fc4d035a47ec" /><Relationship Type="http://schemas.openxmlformats.org/officeDocument/2006/relationships/officeDocument" Target="/ppt/presentation.xml" Id="R3cc0c28f726d45ec" /></Relationships>
</file>

<file path=ppt/presentation.xml><?xml version="1.0" encoding="utf-8"?>
<p:presentation xmlns:p="http://schemas.openxmlformats.org/presentationml/2006/main">
  <p:sldMasterIdLst>
    <p:sldMasterId xmlns:r="http://schemas.openxmlformats.org/officeDocument/2006/relationships" id="2147483648" r:id="R7e6786ff0a7843e8"/>
  </p:sldMasterIdLst>
  <p:notesMasterIdLst>
    <p:notesMasterId xmlns:r="http://schemas.openxmlformats.org/officeDocument/2006/relationships" r:id="R27f7f54031194092"/>
  </p:notesMasterIdLst>
  <p:sldIdLst>
    <p:sldId xmlns:r="http://schemas.openxmlformats.org/officeDocument/2006/relationships" id="256" r:id="R6c00e46f94904489"/>
    <p:sldId xmlns:r="http://schemas.openxmlformats.org/officeDocument/2006/relationships" id="257" r:id="Re12a1de854de4b25"/>
    <p:sldId xmlns:r="http://schemas.openxmlformats.org/officeDocument/2006/relationships" id="258" r:id="R4994b7f65dc94c10"/>
    <p:sldId xmlns:r="http://schemas.openxmlformats.org/officeDocument/2006/relationships" id="259" r:id="R280bdf46253b40b1"/>
    <p:sldId xmlns:r="http://schemas.openxmlformats.org/officeDocument/2006/relationships" id="260" r:id="R912792e1ccd7437d"/>
    <p:sldId xmlns:r="http://schemas.openxmlformats.org/officeDocument/2006/relationships" id="261" r:id="R1671f99a619540ea"/>
    <p:sldId xmlns:r="http://schemas.openxmlformats.org/officeDocument/2006/relationships" id="262" r:id="R9d2f356356de450a"/>
    <p:sldId xmlns:r="http://schemas.openxmlformats.org/officeDocument/2006/relationships" id="263" r:id="R52256e562b3e4303"/>
    <p:sldId xmlns:r="http://schemas.openxmlformats.org/officeDocument/2006/relationships" id="264" r:id="Re30a6d64903f4486"/>
    <p:sldId xmlns:r="http://schemas.openxmlformats.org/officeDocument/2006/relationships" id="265" r:id="R3572b38498494292"/>
    <p:sldId xmlns:r="http://schemas.openxmlformats.org/officeDocument/2006/relationships" id="266" r:id="Rbf5e9f1897194579"/>
    <p:sldId xmlns:r="http://schemas.openxmlformats.org/officeDocument/2006/relationships" id="267" r:id="R9e0496892ca64b71"/>
    <p:sldId xmlns:r="http://schemas.openxmlformats.org/officeDocument/2006/relationships" id="268" r:id="Rd5c5cb1671624268"/>
    <p:sldId xmlns:r="http://schemas.openxmlformats.org/officeDocument/2006/relationships" id="269" r:id="R8b0ca2cada47495d"/>
    <p:sldId xmlns:r="http://schemas.openxmlformats.org/officeDocument/2006/relationships" id="270" r:id="R6cda40ad932d4633"/>
    <p:sldId xmlns:r="http://schemas.openxmlformats.org/officeDocument/2006/relationships" id="271" r:id="Rcb79cad48b3a4416"/>
    <p:sldId xmlns:r="http://schemas.openxmlformats.org/officeDocument/2006/relationships" id="272" r:id="Rd558b05fd5434e09"/>
    <p:sldId xmlns:r="http://schemas.openxmlformats.org/officeDocument/2006/relationships" id="273" r:id="Rc54d22606f7642b1"/>
    <p:sldId xmlns:r="http://schemas.openxmlformats.org/officeDocument/2006/relationships" id="274" r:id="Rd0034c66f6a34f81"/>
    <p:sldId xmlns:r="http://schemas.openxmlformats.org/officeDocument/2006/relationships" id="275" r:id="R6c2332799c4848ad"/>
    <p:sldId xmlns:r="http://schemas.openxmlformats.org/officeDocument/2006/relationships" id="276" r:id="R229812351659473d"/>
    <p:sldId xmlns:r="http://schemas.openxmlformats.org/officeDocument/2006/relationships" id="277" r:id="Rf6bb73d9f4c449f1"/>
    <p:sldId xmlns:r="http://schemas.openxmlformats.org/officeDocument/2006/relationships" id="278" r:id="R550125f41c7f4262"/>
    <p:sldId xmlns:r="http://schemas.openxmlformats.org/officeDocument/2006/relationships" id="279" r:id="Rb8dc63bf7f8049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7b282178034bef" /><Relationship Type="http://schemas.openxmlformats.org/officeDocument/2006/relationships/slideMaster" Target="/ppt/slideMasters/slideMaster1.xml" Id="R7e6786ff0a7843e8" /><Relationship Type="http://schemas.openxmlformats.org/officeDocument/2006/relationships/notesMaster" Target="/ppt/notesMasters/notesMaster1.xml" Id="R27f7f54031194092" /><Relationship Type="http://schemas.openxmlformats.org/officeDocument/2006/relationships/presProps" Target="/ppt/presProps.xml" Id="R74704b58c83b496a" /><Relationship Type="http://schemas.openxmlformats.org/officeDocument/2006/relationships/tableStyles" Target="/ppt/tableStyles.xml" Id="R8e70e4da39da4af9" /><Relationship Type="http://schemas.openxmlformats.org/officeDocument/2006/relationships/slide" Target="/ppt/slides/slide1.xml" Id="R6c00e46f94904489" /><Relationship Type="http://schemas.openxmlformats.org/officeDocument/2006/relationships/slide" Target="/ppt/slides/slide2.xml" Id="Re12a1de854de4b25" /><Relationship Type="http://schemas.openxmlformats.org/officeDocument/2006/relationships/slide" Target="/ppt/slides/slide3.xml" Id="R4994b7f65dc94c10" /><Relationship Type="http://schemas.openxmlformats.org/officeDocument/2006/relationships/slide" Target="/ppt/slides/slide4.xml" Id="R280bdf46253b40b1" /><Relationship Type="http://schemas.openxmlformats.org/officeDocument/2006/relationships/slide" Target="/ppt/slides/slide5.xml" Id="R912792e1ccd7437d" /><Relationship Type="http://schemas.openxmlformats.org/officeDocument/2006/relationships/slide" Target="/ppt/slides/slide6.xml" Id="R1671f99a619540ea" /><Relationship Type="http://schemas.openxmlformats.org/officeDocument/2006/relationships/slide" Target="/ppt/slides/slide7.xml" Id="R9d2f356356de450a" /><Relationship Type="http://schemas.openxmlformats.org/officeDocument/2006/relationships/slide" Target="/ppt/slides/slide8.xml" Id="R52256e562b3e4303" /><Relationship Type="http://schemas.openxmlformats.org/officeDocument/2006/relationships/slide" Target="/ppt/slides/slide9.xml" Id="Re30a6d64903f4486" /><Relationship Type="http://schemas.openxmlformats.org/officeDocument/2006/relationships/slide" Target="/ppt/slides/slide10.xml" Id="R3572b38498494292" /><Relationship Type="http://schemas.openxmlformats.org/officeDocument/2006/relationships/slide" Target="/ppt/slides/slide11.xml" Id="Rbf5e9f1897194579" /><Relationship Type="http://schemas.openxmlformats.org/officeDocument/2006/relationships/slide" Target="/ppt/slides/slide12.xml" Id="R9e0496892ca64b71" /><Relationship Type="http://schemas.openxmlformats.org/officeDocument/2006/relationships/slide" Target="/ppt/slides/slide13.xml" Id="Rd5c5cb1671624268" /><Relationship Type="http://schemas.openxmlformats.org/officeDocument/2006/relationships/slide" Target="/ppt/slides/slide14.xml" Id="R8b0ca2cada47495d" /><Relationship Type="http://schemas.openxmlformats.org/officeDocument/2006/relationships/slide" Target="/ppt/slides/slide15.xml" Id="R6cda40ad932d4633" /><Relationship Type="http://schemas.openxmlformats.org/officeDocument/2006/relationships/slide" Target="/ppt/slides/slide16.xml" Id="Rcb79cad48b3a4416" /><Relationship Type="http://schemas.openxmlformats.org/officeDocument/2006/relationships/slide" Target="/ppt/slides/slide17.xml" Id="Rd558b05fd5434e09" /><Relationship Type="http://schemas.openxmlformats.org/officeDocument/2006/relationships/slide" Target="/ppt/slides/slide18.xml" Id="Rc54d22606f7642b1" /><Relationship Type="http://schemas.openxmlformats.org/officeDocument/2006/relationships/slide" Target="/ppt/slides/slide19.xml" Id="Rd0034c66f6a34f81" /><Relationship Type="http://schemas.openxmlformats.org/officeDocument/2006/relationships/slide" Target="/ppt/slides/slide20.xml" Id="R6c2332799c4848ad" /><Relationship Type="http://schemas.openxmlformats.org/officeDocument/2006/relationships/slide" Target="/ppt/slides/slide21.xml" Id="R229812351659473d" /><Relationship Type="http://schemas.openxmlformats.org/officeDocument/2006/relationships/slide" Target="/ppt/slides/slide22.xml" Id="Rf6bb73d9f4c449f1" /><Relationship Type="http://schemas.openxmlformats.org/officeDocument/2006/relationships/slide" Target="/ppt/slides/slide23.xml" Id="R550125f41c7f4262" /><Relationship Type="http://schemas.openxmlformats.org/officeDocument/2006/relationships/slide" Target="/ppt/slides/slide24.xml" Id="Rb8dc63bf7f8049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3fb49b98ee4f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00e555c25540e8" /><Relationship Type="http://schemas.openxmlformats.org/officeDocument/2006/relationships/notesMaster" Target="/ppt/notesMasters/notesMaster1.xml" Id="R99b03dcb4cc64f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f8ddbb845c425f" /><Relationship Type="http://schemas.openxmlformats.org/officeDocument/2006/relationships/notesMaster" Target="/ppt/notesMasters/notesMaster1.xml" Id="R80a804ed6d6c45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a2458ff1b7464d" /><Relationship Type="http://schemas.openxmlformats.org/officeDocument/2006/relationships/notesMaster" Target="/ppt/notesMasters/notesMaster1.xml" Id="R3eedb26ff95743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174efa14f74eb1" /><Relationship Type="http://schemas.openxmlformats.org/officeDocument/2006/relationships/notesMaster" Target="/ppt/notesMasters/notesMaster1.xml" Id="R891f23f13edd46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231bd0c8a64748" /><Relationship Type="http://schemas.openxmlformats.org/officeDocument/2006/relationships/notesMaster" Target="/ppt/notesMasters/notesMaster1.xml" Id="Rd1435fabad7b46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0ea9207e66e4ece" /><Relationship Type="http://schemas.openxmlformats.org/officeDocument/2006/relationships/notesMaster" Target="/ppt/notesMasters/notesMaster1.xml" Id="R4b734a2f55c645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aadbec31d24aad" /><Relationship Type="http://schemas.openxmlformats.org/officeDocument/2006/relationships/notesMaster" Target="/ppt/notesMasters/notesMaster1.xml" Id="R23d2d64c902b469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5ff1e952b64fdd" /><Relationship Type="http://schemas.openxmlformats.org/officeDocument/2006/relationships/notesMaster" Target="/ppt/notesMasters/notesMaster1.xml" Id="Rea9940f8a9bb49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421171a8a84bd9" /><Relationship Type="http://schemas.openxmlformats.org/officeDocument/2006/relationships/notesMaster" Target="/ppt/notesMasters/notesMaster1.xml" Id="R17d6b5c826c64f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a613062ac042c0" /><Relationship Type="http://schemas.openxmlformats.org/officeDocument/2006/relationships/notesMaster" Target="/ppt/notesMasters/notesMaster1.xml" Id="Re192b1bea32c45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38344468b784368" /><Relationship Type="http://schemas.openxmlformats.org/officeDocument/2006/relationships/notesMaster" Target="/ppt/notesMasters/notesMaster1.xml" Id="R771322cf915d421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5925841a39f4ef2" /><Relationship Type="http://schemas.openxmlformats.org/officeDocument/2006/relationships/notesMaster" Target="/ppt/notesMasters/notesMaster1.xml" Id="Rf1f3c22a236b41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a97029d65764e21" /><Relationship Type="http://schemas.openxmlformats.org/officeDocument/2006/relationships/notesMaster" Target="/ppt/notesMasters/notesMaster1.xml" Id="Rb132802eaafc409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ed5b4ab0e3a4d3e" /><Relationship Type="http://schemas.openxmlformats.org/officeDocument/2006/relationships/notesMaster" Target="/ppt/notesMasters/notesMaster1.xml" Id="Rcc54a6bef52a4e4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bf3beda31aa4e11" /><Relationship Type="http://schemas.openxmlformats.org/officeDocument/2006/relationships/notesMaster" Target="/ppt/notesMasters/notesMaster1.xml" Id="R88f7b736259c4e6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1a094733b4f4916" /><Relationship Type="http://schemas.openxmlformats.org/officeDocument/2006/relationships/notesMaster" Target="/ppt/notesMasters/notesMaster1.xml" Id="Re8d708b14c9d41f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e8eed452af24d84" /><Relationship Type="http://schemas.openxmlformats.org/officeDocument/2006/relationships/notesMaster" Target="/ppt/notesMasters/notesMaster1.xml" Id="Rd527be783f0b425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69e20cccfc04617" /><Relationship Type="http://schemas.openxmlformats.org/officeDocument/2006/relationships/notesMaster" Target="/ppt/notesMasters/notesMaster1.xml" Id="Rc716c3520965490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ce109d6e0b74d29" /><Relationship Type="http://schemas.openxmlformats.org/officeDocument/2006/relationships/notesMaster" Target="/ppt/notesMasters/notesMaster1.xml" Id="R12ad4642c1674e9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0b28a165c204638" /><Relationship Type="http://schemas.openxmlformats.org/officeDocument/2006/relationships/notesMaster" Target="/ppt/notesMasters/notesMaster1.xml" Id="Ra3dd47ace44e45b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204d3fae1b14da3" /><Relationship Type="http://schemas.openxmlformats.org/officeDocument/2006/relationships/notesMaster" Target="/ppt/notesMasters/notesMaster1.xml" Id="R5792b6ca49b0498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d9e5538c58145c1" /><Relationship Type="http://schemas.openxmlformats.org/officeDocument/2006/relationships/notesMaster" Target="/ppt/notesMasters/notesMaster1.xml" Id="R711c54ded9bf480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e327df83e144414" /><Relationship Type="http://schemas.openxmlformats.org/officeDocument/2006/relationships/notesMaster" Target="/ppt/notesMasters/notesMaster1.xml" Id="R30f7c3ab0b4240f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c379a1ac5d149c8" /><Relationship Type="http://schemas.openxmlformats.org/officeDocument/2006/relationships/notesMaster" Target="/ppt/notesMasters/notesMaster1.xml" Id="Re103ed195d814f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20 seconds. Introduce team and project: a controlled candidate workspace with local monitoring and examiner evidence review. Source: existing presentation title and Scope v3 p.1. Background is an AI-generated conceptual illustration, not a software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Remote assessment gives an examiner limited visibility of the candidate environment. An alert without context can mislead. IntegrityFlow combines controls and event evidence to support human review. Do not promise cheating proof or automated guilt. Source: Scope v3 and implemented candidate/examiner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Explain local analysis, a controlled application environment, captured evidence, human review and answer submission. Online mode includes camera/voice. Physical lab mode bypasses those checks and retains environment checks. Sources: main.py, selfCheck.js, examScreen.js, Scope v3.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Candidate laptop holds the Electron workspace and local Python monitors. Python emits events over loopback to Electron. Electron uploads media/event metadata via HTTP; accepted events persist in an atomic JSON disk queue when delivery fails. Express validates session/window and event ID, stores files through the configured local or Cloudinary provider, and commits violation/session records in MongoDB. It calculates review-priority scores and sends active events via Socket.IO only to the owning teacher and administrators. React requests history and review actions over authenticated HTTP as well; the arrow labelled Socket.IO emphasizes the live path rather than representing every API request. Local Python health/self-check endpoints use FastAPI/Uvicorn, with dynamically assigned loopback ports. Source: candidate-app/ai-module/main.py, server.py; electron/main.js; ipc/pythonBridge.js and violationBuffer.js; server/src/routes/violations.js; services/storage/index.js; sockets/violationSocket.js; dashboard/src/hooks/useSocket.js.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Reveal entry checks, then exam workspace, then submission. Consent explicitly covers identity/evidence and online speaker-reference storage. Online self-check includes voice enrollment and confirmation. Student writes typed answers or uploads a file. Sources: consent.html, identity.js, selfCheck.js, examScreen.js.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The score is a 0–100 review priority, not probability of cheating. Examiner opens evidence and confirms or dismisses an alert; dismissed events do not contribute to scoring. Owning teacher sees exam updates; admin retains broader access. Sources: scoring strategy, EvidenceViewer, violationSocket.js; check_socket_isolation.js passed.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All core modules have implementation paths. AI differs from exact scope: YOLO26 rather than YOLOv8, no headphone target, OpenCV fallback here. Reporting is implemented: summary, final scores, CSV, browser PDF; combined all-alert/screenshots export remains an enhancement. No overall completion percentage is independently verified. Source: Scope v3 pp.9–10; ExamSummary.jsx; ai_monitor.py; code-backed verification report, corrected 3 October.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Voice is an extension beyond Scope v3. A speaker-reference mismatch is a signal, not a count of speakers or proof. Other additions: lab mode, management, communication and reliability. These features are implemented but demonstration should use rehearsed paths. Sources: voice_monitor.py, Dashboard.jsx, admin routes, violationBuffer.js and 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Thirteen deterministic Python checks passed, alongside candidate startup/offline checks, teacher isolation, explicit consent and the new late-evidence HTTP/multipart recovery check. Valid evidence captured before the session cutoff now survives delivery after completion. Native MongoDB unique IDs prevent duplicate retries. Late evidence contributes to risk only after examiner confirmation. Controlled tests use model/storage doubles and do not measure hardware accuracy or prove real cloud/database recovery. Remaining work: scenario accuracy, latency/load/resources and scope alignment, including headphones. Sources: server/check_late_evidence.js; candidate-app/electron/check_reliability.js; server/check_socket_isolation.js; candidate-app/check_consent.js; Scope_Progress_Verification.md.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 then switch to live demo. Spend 7–8 minutes demonstrating a rehearsed practice exam. Separate candidate laptop because single-display self-check conflicts with HDMI projector. Candidate joins, consent/self-check, answers, sustained rehearsed event, examiner evidence review/dismissal/message, submission and completed summary. Demonstrate CSV/browser PDF if rehearsed. No strict process killing with unsaved work. Sources: Demo_and_Speaking_Plan.md and current display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only in Q&amp;A. No continuous video or full-exam audio file is stored. Voice enrollment raw audio is processed in memory, session reference vector persists locally; suspicious clips persist locally and upload. Current retention has no automatic expiry; authorized operator manually removes local and uploaded copies. Consent explicitly discloses this and requires acceptance. Central dashboard needs connectivity; buffering is not continuous offline live visibility. Sources: consent.html, voice_monitor.py, violationBuffer.js.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only in Q&amp;A. These are defensible answers rather than performance claims. Team integrated pretrained models rather than trained them. Accuracy remains to measure. Existing summary/CSV/PDF via browser is implemented, combined evidence export remains an enhancement. Explain completion by implemented modules and demo; no independently verified percentage. Sources: Scope v3, ai_monitor.py, ExamSummary.jsx and verification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explanation. OpenCV uses pretrained Haar frontal-face cascades and count continuity. It compares the first two boxes to reduce duplicate hits. Profile cascades support head turns when no frontal face appears, but are not added to the multiple-person count. If MediaPipe is available, landmark-set count goes through the same sustained count helper. YOLO person output is not used for this event. Threshold is 1.0 second; actual delivery includes capture and transport latency. Source: candidate-app/ai-module/ai_monitor.py _check_faces_opencv, _check_head_pose, _record_face_count; config/thresholds.json.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current setup before the optional path. OpenCV fallback uses face/profile and eye positions relative to the neutral baseline. Lateral eye offset is 0.14 and sustained lateral window 0.8 seconds. Downward window is 2.2 seconds and upward 1.2 seconds. MediaPipe path uses six image landmarks, approximate camera intrinsics, cv2.solvePnP, Rodrigues and RQDecomp3x3 for yaw/pitch. The 18-degree yaw setting applies to MediaPipe only. No-face duration is 3 seconds in executable code, despite old docstrings. Camera placement, glasses and initial baseline affect behavior. Source: candidate-app/ai-module/ai_monitor.py; config/thresholds.json.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YOLO runs every third camera frame; the target loop rate is not a measured latency guarantee. Model loader prefers the standard yolo26n.onnx and can select yolo26n_int8.onnx. ONNX uses two intra-op CPU threads. The parser handles N×6 or 84×N output and chooses the winning class. Target IDs are 67 cell phone and 73 book. A teacher rule can disable phone alerts. Brief single detections do not trigger. This differs from the original scope model/class list. Source: candidate-app/ai-module/ai_monitor.py model initialization and _check_objects; config/thresholds.json.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detector samples grayscale pixels. Dark threshold is mean below 22/255. The uniform-frame test uses standard deviation below 6 and mean below 180; the variable labelled variance in details actually holds standard deviation. Sustained window is 1.2 seconds and the outer monitor imposes a three-second alert cooldown. Both face pipelines run this guard first. Source: candidate-app/ai-module/services/lighting_occlusion_detector.py; ai_monitor.py.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Enrollment requires at least three seconds processed enrollment speech and two seconds confirmation speech, valid energy and consistent embeddings. Raw input is 16 kHz mono int16. WebRTC VAD gates speech, with 1.5 seconds voiced duration for ended phrases and three-second windows for continuous speech. A worker computes normalized Resemblyzer vectors and cosine similarity. Two consecutive valid mismatches below 0.75 are required. Cooldown is 60 seconds. Very short/quiet speech can intentionally pass without an alert. Reference vectors persist locally by session; suspicious clips persist locally and upload. Explicit consent explains storage and manual retention. Sources: voice_monitor.py; config/thresholds.json; renderer/selfCheck.js; consent.html.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Application checks use psutil names/ownership and protect the app process tree/system services. Teacher-approved applications supplement the whitelist. The verified-file guard inspects open file paths/timestamps where allowed tools can open pre-existing documents. USB implementation uses PowerShell Get-CimInstance Win32_DiskDrive with InterfaceType USB and positive size, not keyboard/mouse detection and not merely mounted drive letters. Some device interfaces can evade this query. Electron screen.getAllDisplays supplies the self-check count and display-added events during an exam. Candidate currently requires one display, so project the examiner laptop. Physical-lab mode bypasses camera/voice but retains environment checks. Sources: whitelist_enforcer.py; usb_monitor.py; electron/main.js; renderer/selfCheck.js.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implementation. Python sends events to Electron through a bounded in-memory worker; only Electron-accepted events enter its durable queue. In actual Electron the buffer uses atomic JSON writes. SQLite is optional for compatible non-Electron runs. Retry interval is 12 seconds. HTTP 503/network errors retain events; invalid events 400 and missing sessions 404 are consumed with a log. Express validates original ISO timestamp against start/end, including completed/terminated sessions. Session/event hash derives _id and MongoDB unique index prevents concurrent duplicates. Legacy IDs are deterministic. Local/Cloudinary provider saves media. Late records expose receivedLate/receivedAt and do not broadcast ordinary live alerts or automatically affect scoring. Refresh historical summary/evidence after reconnection and confirm/dismiss. Unknown closed-session cutoff returns 503. Controlled checks passed; real DB/cloud rehearsal remains. Sources: main.py; electron/ipc/pythonBridge.js; violationBuffer.js; server/src/routes/violations.js; server/check_late_evidence.js.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strategy uses recency exp(-0.0231 × age in minutes), approximately 30-minute half-life. Cumulative base = sum(severity × 0.55). Total weight = max(0.55 × recent sum + 0.45 × base, 0.6 × base). Normalize by raw score 10, round, clamp 1–100 when eligible events exist, otherwise zero. A recent severity-4 event alone gives about 32, not 40 or a calibrated probability. Regular pending events count unless dismissed, whereas receivedLate events require decision confirmed. Alert counts can include pending late records while scores exclude them. Historical finalRiskScore uses the same current calculation, not an immutable frozen snapshot. Sources: server/src/services/scoring/DecayScoringStrategy.js; scoring/severityEngine.js; routes/violations.js; dashboard/EvidenceViewer.jsx.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access is release-controlled. Candidate draft text persists locally; file attachments must be reselected after restart. Submission records associate typed/file answers with the candidate session; successful final submission ends local monitoring and the server session. Historical summary includes final/current risk calculation, event breakdown and submission state, plus pendingLateEvidenceCount. CSV exports summary rows; Save PDF invokes browser printing, not automatic server PDF generation. Sources: renderer/examScreen.js; server/src/routes/exams.js; submissions routes/model; dashboard/src/components/ExamSummary.jsx.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bcrypt hashes use 12 rounds. JWT access lifetime is 15 minutes; random refresh tokens rotate and expire after 14 days, stored as hashes with an HttpOnly cookie. Rate limiting/failed-attempt lockouts cover auth routes. Auth middleware protects examiner reads and review decisions; ownership helpers and teacher/admin socket rooms enforce isolation. Candidate POST /sessions and /violation are intentionally open machine-to-machine routes, so do not claim complete anti-tamper identity guarantees. Admin console has statistics, assets, batch/purge deletion, audit export and user role management. Its retention actions are manual, not automatic expiry. Modular email verification is built but unmounted. Sources: server/src/routes/auth.js; middleware/authMiddleware.js and examAccess.js; sockets/violationSocket.js; routes/admin.js; server/SERVER.md.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appendix. UML lifelines represent participants; time progresses downward. Server + storage is a combined participant for readable abstraction. Python emits an event and local evidence paths; Electron submits eventId, original timestamp and media to POST /violation. The server validates, stores media and commits the unique event. A new active event triggers an owning-teacher/admin Socket.IO violation and score update; the server returns 201. An existing event returns 200 duplicate without another live broadcast. The examiner confirms/dismisses through authenticated PATCH /violations/:id/review and the server broadcasts review/score updates. The diagram simplifies score-update ordering for readability. Solid arrows represent requests/asynchronous events, not all synchronous method calls. Source: candidate-app/electron/ipc/pythonBridge.js; server/src/routes/violations.js; server/src/sockets/violationSocket.js; dashboard/src/components/EvidenceViewer.jsx.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appendix. Interaction frames use UML guards to separate failure and recovery phases; this is a simplified sequence, not two mutually exclusive alternatives. During a delivery failure Electron retains accepted events on disk. The first dashed error is an outcome shorthand: a network failure has no server response, whereas HTTP 503 is a server response. The next background retry preserves original capture time and event ID. Server validates the closed session capture window, stores files and commits via deterministic unique MongoDB _id. Invalid/out-of-window events return 400, missing session 404, database/storage failures or missing closed-session cutoff 503. Duplicate 200 reuses the stored record. Accepted late evidence has receivedLate true and remains pending; it does not reopen the session or emit ordinary live violation events. Examiner refreshes history over HTTP; the request and dashed response show late evidence in history, and the UI labels it. Confirmation through the existing review endpoint allows scoring contribution; dismissal excludes it. Source: electron/ipc/pythonBridge.js; violationBuffer.js; server/src/routes/violations.js; scoring/severityEngine.js; dashboard/ExamSummary.jsx and EvidenceViewer.jsx; check_late_evidence.js.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f5d6a3ac3a4fa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6d3d5167874488" /><Relationship Type="http://schemas.openxmlformats.org/officeDocument/2006/relationships/slideLayout" Target="/ppt/slideLayouts/slideLayout1.xml" Id="R6f8584010eb6489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8584010eb6489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c56400a3454ed5" /><Relationship Type="http://schemas.openxmlformats.org/officeDocument/2006/relationships/image" Target="/ppt/media/image.png" Id="R6dc1c8d68443485a" /><Relationship Type="http://schemas.openxmlformats.org/officeDocument/2006/relationships/notesSlide" Target="/ppt/notesSlides/notesSlide1.xml" Id="R64034247d7fa42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61d33232d534f04" /><Relationship Type="http://schemas.openxmlformats.org/officeDocument/2006/relationships/notesSlide" Target="/ppt/notesSlides/notesSlide2.xml" Id="Reac5a16d438245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12ff82723094898" /><Relationship Type="http://schemas.openxmlformats.org/officeDocument/2006/relationships/notesSlide" Target="/ppt/notesSlides/notesSlide3.xml" Id="Rb62a391637d746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169319dae84443e" /><Relationship Type="http://schemas.openxmlformats.org/officeDocument/2006/relationships/notesSlide" Target="/ppt/notesSlides/notesSlide4.xml" Id="Rf73362b53b4c4c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98fb74b9625449a" /><Relationship Type="http://schemas.openxmlformats.org/officeDocument/2006/relationships/notesSlide" Target="/ppt/notesSlides/notesSlide5.xml" Id="Rea4046884f144a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9dcbb034cd5477a" /><Relationship Type="http://schemas.openxmlformats.org/officeDocument/2006/relationships/notesSlide" Target="/ppt/notesSlides/notesSlide6.xml" Id="Rf360b1e4aa054f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955e9a9543e47a1" /><Relationship Type="http://schemas.openxmlformats.org/officeDocument/2006/relationships/notesSlide" Target="/ppt/notesSlides/notesSlide7.xml" Id="Rc3ba12e01e3a4e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8c7cab8c154669" /><Relationship Type="http://schemas.openxmlformats.org/officeDocument/2006/relationships/notesSlide" Target="/ppt/notesSlides/notesSlide8.xml" Id="Rca0288b7229544b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98e5e8efed043d1" /><Relationship Type="http://schemas.openxmlformats.org/officeDocument/2006/relationships/notesSlide" Target="/ppt/notesSlides/notesSlide9.xml" Id="R601e8ea639cc490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3269dc4969649e4" /><Relationship Type="http://schemas.openxmlformats.org/officeDocument/2006/relationships/image" Target="/ppt/media/image2.png" Id="Rb7e7aac411364666" /><Relationship Type="http://schemas.openxmlformats.org/officeDocument/2006/relationships/notesSlide" Target="/ppt/notesSlides/notesSlide10.xml" Id="Rfce7467a3f614bd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8f397be3ee5469b" /><Relationship Type="http://schemas.openxmlformats.org/officeDocument/2006/relationships/notesSlide" Target="/ppt/notesSlides/notesSlide11.xml" Id="R185c46941e17494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96182d022874233" /><Relationship Type="http://schemas.openxmlformats.org/officeDocument/2006/relationships/notesSlide" Target="/ppt/notesSlides/notesSlide12.xml" Id="Ra02084c8cf1a40a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6435bdba3c94cd7" /><Relationship Type="http://schemas.openxmlformats.org/officeDocument/2006/relationships/notesSlide" Target="/ppt/notesSlides/notesSlide13.xml" Id="R8400ae0ec7134d1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88b7c9ea2194268" /><Relationship Type="http://schemas.openxmlformats.org/officeDocument/2006/relationships/notesSlide" Target="/ppt/notesSlides/notesSlide14.xml" Id="Rff9190fd1cff420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e9ca1dd6da5447d" /><Relationship Type="http://schemas.openxmlformats.org/officeDocument/2006/relationships/notesSlide" Target="/ppt/notesSlides/notesSlide15.xml" Id="R8e7bbd91d6a7438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f7f7cdaebb34c1a" /><Relationship Type="http://schemas.openxmlformats.org/officeDocument/2006/relationships/notesSlide" Target="/ppt/notesSlides/notesSlide16.xml" Id="R98afa09ae371428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aeae580f5a440da" /><Relationship Type="http://schemas.openxmlformats.org/officeDocument/2006/relationships/notesSlide" Target="/ppt/notesSlides/notesSlide17.xml" Id="Rd0f10c8e520b438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0ecbe968a3a4516" /><Relationship Type="http://schemas.openxmlformats.org/officeDocument/2006/relationships/notesSlide" Target="/ppt/notesSlides/notesSlide18.xml" Id="Rc3a8d52d51c54bd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69f784f8d7e4671" /><Relationship Type="http://schemas.openxmlformats.org/officeDocument/2006/relationships/notesSlide" Target="/ppt/notesSlides/notesSlide19.xml" Id="R5a196024aa55467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3c112965f814495" /><Relationship Type="http://schemas.openxmlformats.org/officeDocument/2006/relationships/notesSlide" Target="/ppt/notesSlides/notesSlide20.xml" Id="R157fc2a55b46407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f1bbcbdc0774e5e" /><Relationship Type="http://schemas.openxmlformats.org/officeDocument/2006/relationships/notesSlide" Target="/ppt/notesSlides/notesSlide21.xml" Id="R467dd2aff0744e2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38eaa4ae0a34390" /><Relationship Type="http://schemas.openxmlformats.org/officeDocument/2006/relationships/notesSlide" Target="/ppt/notesSlides/notesSlide22.xml" Id="R595f7b906fbc484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01370607a21485e" /><Relationship Type="http://schemas.openxmlformats.org/officeDocument/2006/relationships/notesSlide" Target="/ppt/notesSlides/notesSlide23.xml" Id="Rdf54c8649ced4b8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bad0845f4b049fa" /><Relationship Type="http://schemas.openxmlformats.org/officeDocument/2006/relationships/notesSlide" Target="/ppt/notesSlides/notesSlide24.xml" Id="R33fba476eecf46f7" /></Relationships>
</file>

<file path=ppt/slides/slide1.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925"/>
        </a:solidFill>
      </p:bgPr>
    </p:bg>
    <p:spTree>
      <p:nvGrpSpPr>
        <p:cNvPr id="1" name=""/>
        <p:cNvGrpSpPr/>
        <p:nvPr/>
      </p:nvGrpSpPr>
      <p:grpSpPr>
        <a:xfrm/>
      </p:grpSpPr>
      <p:pic>
        <p:nvPicPr>
          <p:cNvPr id="7" name=""/>
          <p:cNvPicPr>
            <a:picLocks noChangeAspect="1"/>
          </p:cNvPicPr>
          <p:nvPr/>
        </p:nvPicPr>
        <p:blipFill>
          <a:blip r:embed="R6dc1c8d68443485a"/>
          <a:srcRect l="0" t="27" r="0" b="27"/>
          <a:stretch>
            <a:fillRect l="0" t="0" r="0" b="0"/>
          </a:stretch>
        </p:blipFill>
        <p:spPr>
          <a:xfrm>
            <a:off x="0" y="0"/>
            <a:ext cx="12192000" cy="6858000"/>
          </a:xfrm>
          <a:prstGeom prst="rect">
            <a:avLst/>
          </a:prstGeom>
        </p:spPr>
      </p:pic>
      <p:sp>
        <p:nvSpPr>
          <p:cNvPr id="2" name="static">
            <a:extLst>
              <a:ext uri="{FF2B5EF4-FFF2-40B4-BE49-F238E27FC236}">
                <ns3:creationId id="{C2FEB459-AC36-4F40-86A6-D62D3FEAB963}"/>
              </a:ext>
            </a:extLst>
          </p:cNvPr>
          <p:cNvSpPr>
            <a:spLocks noGrp="1"/>
          </p:cNvSpPr>
          <p:nvPr/>
        </p:nvSpPr>
        <p:spPr>
          <a:xfrm>
            <a:off x="609600" y="1447800"/>
            <a:ext cx="7334250" cy="1066800"/>
          </a:xfrm>
          <a:prstGeom prst="rect">
            <a:avLst/>
          </a:prstGeom>
          <a:noFill/>
          <a:ln w="0">
            <a:noFill/>
          </a:ln>
        </p:spPr>
        <p:txBody>
          <a:bodyPr>
            <a:noAutofit/>
          </a:bodyPr>
          <a:lstStyle/>
          <a:p>
            <a:pPr>
              <a:buNone/>
              <a:defRPr sz="6300" b="1">
                <a:solidFill>
                  <a:srgbClr val="F1F6F7"/>
                </a:solidFill>
                <a:latin typeface="Arial"/>
                <a:ea typeface="Arial"/>
                <a:cs typeface="Arial"/>
              </a:defRPr>
            </a:pPr>
            <a:r>
              <a:rPr sz="6300" b="1">
                <a:solidFill>
                  <a:srgbClr val="F1F6F7"/>
                </a:solidFill>
                <a:latin typeface="Arial"/>
                <a:ea typeface="Arial"/>
                <a:cs typeface="Arial"/>
              </a:rPr>
              <a:t>IntegrityFlow</a:t>
            </a:r>
          </a:p>
        </p:txBody>
      </p:sp>
      <p:sp>
        <p:nvSpPr>
          <p:cNvPr id="3" name="static">
            <a:extLst>
              <a:ext uri="{FF2B5EF4-FFF2-40B4-BE49-F238E27FC236}">
                <ns3:creationId id="{3C1893A4-4375-4894-A9AC-B81B1BC8803E}"/>
              </a:ext>
            </a:extLst>
          </p:cNvPr>
          <p:cNvSpPr>
            <a:spLocks noGrp="1"/>
          </p:cNvSpPr>
          <p:nvPr/>
        </p:nvSpPr>
        <p:spPr>
          <a:xfrm>
            <a:off x="647700" y="2724150"/>
            <a:ext cx="6477000" cy="120015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Final Year Project</a:t>
            </a:r>
          </a:p>
          <a:p>
            <a:pPr>
              <a:buNone/>
              <a:defRPr sz="2850" b="0">
                <a:solidFill>
                  <a:srgbClr val="50DDC4"/>
                </a:solidFill>
                <a:latin typeface="Arial"/>
                <a:ea typeface="Arial"/>
                <a:cs typeface="Arial"/>
              </a:defRPr>
            </a:pPr>
            <a:r>
              <a:rPr sz="2850" b="0">
                <a:solidFill>
                  <a:srgbClr val="50DDC4"/>
                </a:solidFill>
                <a:latin typeface="Arial"/>
                <a:ea typeface="Arial"/>
                <a:cs typeface="Arial"/>
              </a:rPr>
              <a:t>Progress Review</a:t>
            </a:r>
          </a:p>
        </p:txBody>
      </p:sp>
      <p:sp>
        <p:nvSpPr>
          <p:cNvPr id="4" name="static">
            <a:extLst>
              <a:ext uri="{FF2B5EF4-FFF2-40B4-BE49-F238E27FC236}">
                <ns3:creationId id="{E50C3198-ACDB-4C6A-8899-2B5946556A90}"/>
              </a:ext>
            </a:extLst>
          </p:cNvPr>
          <p:cNvSpPr>
            <a:spLocks noGrp="1"/>
          </p:cNvSpPr>
          <p:nvPr/>
        </p:nvSpPr>
        <p:spPr>
          <a:xfrm>
            <a:off x="647700" y="5238750"/>
            <a:ext cx="7048500" cy="666750"/>
          </a:xfrm>
          <a:prstGeom prst="rect">
            <a:avLst/>
          </a:prstGeom>
          <a:noFill/>
          <a:ln w="0">
            <a:noFill/>
          </a:ln>
        </p:spPr>
        <p:txBody>
          <a:bodyPr>
            <a:noAutofit/>
          </a:bodyPr>
          <a:lstStyle/>
          <a:p>
            <a:pPr>
              <a:buNone/>
              <a:defRPr sz="1725" b="0">
                <a:solidFill>
                  <a:srgbClr val="F1F6F7"/>
                </a:solidFill>
                <a:latin typeface="Arial"/>
                <a:ea typeface="Arial"/>
                <a:cs typeface="Arial"/>
              </a:defRPr>
            </a:pPr>
            <a:r>
              <a:rPr sz="1725" b="0">
                <a:solidFill>
                  <a:srgbClr val="F1F6F7"/>
                </a:solidFill>
                <a:latin typeface="Arial"/>
                <a:ea typeface="Arial"/>
                <a:cs typeface="Arial"/>
              </a:rPr>
              <a:t>Rao Umair Ahmed · Muhammad Usman</a:t>
            </a:r>
          </a:p>
          <a:p>
            <a:pPr>
              <a:buNone/>
              <a:defRPr sz="1725" b="0">
                <a:solidFill>
                  <a:srgbClr val="F1F6F7"/>
                </a:solidFill>
                <a:latin typeface="Arial"/>
                <a:ea typeface="Arial"/>
                <a:cs typeface="Arial"/>
              </a:defRPr>
            </a:pPr>
            <a:r>
              <a:rPr sz="1725" b="0">
                <a:solidFill>
                  <a:srgbClr val="F1F6F7"/>
                </a:solidFill>
                <a:latin typeface="Arial"/>
                <a:ea typeface="Arial"/>
                <a:cs typeface="Arial"/>
              </a:rPr>
              <a:t>Muhammad Abubakar Siddique</a:t>
            </a:r>
          </a:p>
        </p:txBody>
      </p:sp>
      <p:sp>
        <p:nvSpPr>
          <p:cNvPr id="5" name="static">
            <a:extLst>
              <a:ext uri="{FF2B5EF4-FFF2-40B4-BE49-F238E27FC236}">
                <ns3:creationId id="{4D712137-FFD7-4418-A9FC-92435F62B82C}"/>
              </a:ext>
            </a:extLst>
          </p:cNvPr>
          <p:cNvSpPr>
            <a:spLocks noGrp="1"/>
          </p:cNvSpPr>
          <p:nvPr/>
        </p:nvSpPr>
        <p:spPr>
          <a:xfrm>
            <a:off x="647700" y="6067425"/>
            <a:ext cx="8096250" cy="304800"/>
          </a:xfrm>
          <a:prstGeom prst="rect">
            <a:avLst/>
          </a:prstGeom>
          <a:noFill/>
          <a:ln w="0">
            <a:noFill/>
          </a:ln>
        </p:spPr>
        <p:txBody>
          <a:bodyPr>
            <a:noAutofit/>
          </a:bodyPr>
          <a:lstStyle/>
          <a:p>
            <a:pPr>
              <a:buNone/>
              <a:defRPr sz="1500" b="0">
                <a:solidFill>
                  <a:srgbClr val="A6BAC4"/>
                </a:solidFill>
                <a:latin typeface="Arial"/>
                <a:ea typeface="Arial"/>
                <a:cs typeface="Arial"/>
              </a:defRPr>
            </a:pPr>
            <a:r>
              <a:rPr sz="1500" b="0">
                <a:solidFill>
                  <a:srgbClr val="A6BAC4"/>
                </a:solidFill>
                <a:latin typeface="Arial"/>
                <a:ea typeface="Arial"/>
                <a:cs typeface="Arial"/>
              </a:rPr>
              <a:t>Supervisor: Mr. Abdullah  /  5 October 2026</a:t>
            </a:r>
          </a:p>
        </p:txBody>
      </p:sp>
    </p:spTree>
    <p:extLst>
      <p:ext uri="{BB962C8B-B14F-4D97-AF65-F5344CB8AC3E}">
        <ns4:creationId val="731472050"/>
      </p:ext>
    </p:extLst>
  </p:cSld>
  <p:transition spd="med"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6" name="static">
            <a:extLst>
              <a:ext uri="{FF2B5EF4-FFF2-40B4-BE49-F238E27FC236}">
                <ns2:creationId id="{3F6D2084-E0CD-4FDF-B261-2EB9019CEB3D}"/>
              </a:ext>
            </a:extLst>
          </p:cNvPr>
          <p:cNvSpPr>
            <a:spLocks noGrp="1"/>
          </p:cNvSpPr>
          <p:nvPr/>
        </p:nvSpPr>
        <p:spPr>
          <a:xfrm>
            <a:off x="609600" y="438150"/>
            <a:ext cx="10972800" cy="952500"/>
          </a:xfrm>
          <a:prstGeom prst="rect">
            <a:avLst/>
          </a:prstGeom>
          <a:noFill/>
          <a:ln w="0">
            <a:noFill/>
          </a:ln>
        </p:spPr>
        <p:txBody>
          <a:bodyPr>
            <a:noAutofit/>
          </a:bodyPr>
          <a:lstStyle/>
          <a:p>
            <a:pPr>
              <a:buNone/>
              <a:defRPr sz="3600" b="1">
                <a:solidFill>
                  <a:srgbClr val="F1F6F7"/>
                </a:solidFill>
                <a:latin typeface="Arial"/>
                <a:ea typeface="Arial"/>
                <a:cs typeface="Arial"/>
              </a:defRPr>
            </a:pPr>
            <a:r>
              <a:rPr sz="3600" b="1">
                <a:solidFill>
                  <a:srgbClr val="F1F6F7"/>
                </a:solidFill>
                <a:latin typeface="Arial"/>
                <a:ea typeface="Arial"/>
                <a:cs typeface="Arial"/>
              </a:rPr>
              <a:t>The supervision problem</a:t>
            </a:r>
          </a:p>
        </p:txBody>
      </p:sp>
      <p:sp>
        <p:nvSpPr>
          <p:cNvPr id="2" name="static">
            <a:extLst>
              <a:ext uri="{FF2B5EF4-FFF2-40B4-BE49-F238E27FC236}">
                <ns2:creationId id="{29C73566-8126-4CA1-A42C-72E998CEEC94}"/>
              </a:ext>
            </a:extLst>
          </p:cNvPr>
          <p:cNvSpPr>
            <a:spLocks noGrp="1"/>
          </p:cNvSpPr>
          <p:nvPr/>
        </p:nvSpPr>
        <p:spPr>
          <a:xfrm>
            <a:off x="609600" y="6438900"/>
            <a:ext cx="10972800" cy="238125"/>
          </a:xfrm>
          <a:prstGeom prst="rect">
            <a:avLst/>
          </a:prstGeom>
          <a:noFill/>
          <a:ln w="0">
            <a:noFill/>
          </a:ln>
        </p:spPr>
        <p:txBody>
          <a:bodyPr>
            <a:noAutofit/>
          </a:bodyPr>
          <a:lstStyle/>
          <a:p>
            <a:pPr>
              <a:buNone/>
              <a:defRPr sz="1200" b="0">
                <a:solidFill>
                  <a:srgbClr val="A6BAC4"/>
                </a:solidFill>
                <a:latin typeface="Arial"/>
                <a:ea typeface="Arial"/>
                <a:cs typeface="Arial"/>
              </a:defRPr>
            </a:pPr>
            <a:r>
              <a:rPr sz="1200" b="0">
                <a:solidFill>
                  <a:srgbClr val="A6BAC4"/>
                </a:solidFill>
                <a:latin typeface="Arial"/>
                <a:ea typeface="Arial"/>
                <a:cs typeface="Arial"/>
              </a:rPr>
              <a:t>IntegrityFlow  /  02</a:t>
            </a:r>
          </a:p>
        </p:txBody>
      </p:sp>
      <p:sp>
        <p:nvSpPr>
          <p:cNvPr id="3" name="static">
            <a:extLst>
              <a:ext uri="{FF2B5EF4-FFF2-40B4-BE49-F238E27FC236}">
                <ns2:creationId id="{D0C44D7F-6A73-415E-83B3-581661DCAA80}"/>
              </a:ext>
            </a:extLst>
          </p:cNvPr>
          <p:cNvSpPr>
            <a:spLocks noGrp="1"/>
          </p:cNvSpPr>
          <p:nvPr/>
        </p:nvSpPr>
        <p:spPr>
          <a:xfrm>
            <a:off x="609600" y="1847850"/>
            <a:ext cx="7048500" cy="2114550"/>
          </a:xfrm>
          <a:prstGeom prst="rect">
            <a:avLst/>
          </a:prstGeom>
          <a:noFill/>
          <a:ln w="0">
            <a:noFill/>
          </a:ln>
        </p:spPr>
        <p:txBody>
          <a:bodyPr>
            <a:noAutofit/>
          </a:bodyPr>
          <a:lstStyle/>
          <a:p>
            <a:pPr>
              <a:buNone/>
              <a:defRPr sz="5400" b="1">
                <a:solidFill>
                  <a:srgbClr val="F1F6F7"/>
                </a:solidFill>
                <a:latin typeface="Arial"/>
                <a:ea typeface="Arial"/>
                <a:cs typeface="Arial"/>
              </a:defRPr>
            </a:pPr>
            <a:r>
              <a:rPr sz="5400" b="1">
                <a:solidFill>
                  <a:srgbClr val="F1F6F7"/>
                </a:solidFill>
                <a:latin typeface="Arial"/>
                <a:ea typeface="Arial"/>
                <a:cs typeface="Arial"/>
              </a:rPr>
              <a:t>An alert needs</a:t>
            </a:r>
          </a:p>
          <a:p>
            <a:pPr>
              <a:buNone/>
              <a:defRPr sz="5400" b="1">
                <a:solidFill>
                  <a:srgbClr val="F1F6F7"/>
                </a:solidFill>
                <a:latin typeface="Arial"/>
                <a:ea typeface="Arial"/>
                <a:cs typeface="Arial"/>
              </a:defRPr>
            </a:pPr>
            <a:r>
              <a:rPr sz="5400" b="1">
                <a:solidFill>
                  <a:srgbClr val="F1F6F7"/>
                </a:solidFill>
                <a:latin typeface="Arial"/>
                <a:ea typeface="Arial"/>
                <a:cs typeface="Arial"/>
              </a:rPr>
              <a:t>context.</a:t>
            </a:r>
          </a:p>
        </p:txBody>
      </p:sp>
      <p:sp>
        <p:nvSpPr>
          <p:cNvPr id="4" name="static">
            <a:extLst>
              <a:ext uri="{FF2B5EF4-FFF2-40B4-BE49-F238E27FC236}">
                <ns2:creationId id="{67CF2E68-E6D6-4613-AE86-31CCEF5DE496}"/>
              </a:ext>
            </a:extLst>
          </p:cNvPr>
          <p:cNvSpPr>
            <a:spLocks noGrp="1"/>
          </p:cNvSpPr>
          <p:nvPr/>
        </p:nvSpPr>
        <p:spPr>
          <a:xfrm>
            <a:off x="8058150" y="2038350"/>
            <a:ext cx="3333750" cy="1638300"/>
          </a:xfrm>
          <a:prstGeom prst="rect">
            <a:avLst/>
          </a:prstGeom>
          <a:noFill/>
          <a:ln w="0">
            <a:noFill/>
          </a:ln>
        </p:spPr>
        <p:txBody>
          <a:bodyPr>
            <a:noAutofit/>
          </a:bodyPr>
          <a:lstStyle/>
          <a:p>
            <a:pPr>
              <a:buNone/>
              <a:defRPr sz="2100" b="0">
                <a:solidFill>
                  <a:srgbClr val="A6BAC4"/>
                </a:solidFill>
                <a:latin typeface="Arial"/>
                <a:ea typeface="Arial"/>
                <a:cs typeface="Arial"/>
              </a:defRPr>
            </a:pPr>
            <a:r>
              <a:rPr sz="2100" b="0">
                <a:solidFill>
                  <a:srgbClr val="A6BAC4"/>
                </a:solidFill>
                <a:latin typeface="Arial"/>
                <a:ea typeface="Arial"/>
                <a:cs typeface="Arial"/>
              </a:rPr>
              <a:t>Unauthorized tools and physical aids can remain outside an examiner’s view.</a:t>
            </a:r>
          </a:p>
        </p:txBody>
      </p:sp>
      <p:sp>
        <p:nvSpPr>
          <p:cNvPr id="5" name="reveal-1">
            <a:extLst>
              <a:ext uri="{FF2B5EF4-FFF2-40B4-BE49-F238E27FC236}">
                <ns2:creationId id="{81B99C1F-2F61-4A93-87AB-E2350D298C4A}"/>
              </a:ext>
            </a:extLst>
          </p:cNvPr>
          <p:cNvSpPr>
            <a:spLocks noGrp="1"/>
          </p:cNvSpPr>
          <p:nvPr/>
        </p:nvSpPr>
        <p:spPr>
          <a:xfrm>
            <a:off x="628650" y="4505325"/>
            <a:ext cx="9810750" cy="1066800"/>
          </a:xfrm>
          <a:prstGeom prst="rect">
            <a:avLst/>
          </a:prstGeom>
          <a:noFill/>
          <a:ln w="0">
            <a:noFill/>
          </a:ln>
        </p:spPr>
        <p:txBody>
          <a:bodyPr>
            <a:noAutofit/>
          </a:bodyPr>
          <a:lstStyle/>
          <a:p>
            <a:pPr>
              <a:buNone/>
              <a:defRPr sz="2700" b="0">
                <a:solidFill>
                  <a:srgbClr val="50DDC4"/>
                </a:solidFill>
                <a:latin typeface="Arial"/>
                <a:ea typeface="Arial"/>
                <a:cs typeface="Arial"/>
              </a:defRPr>
            </a:pPr>
            <a:r>
              <a:rPr sz="2700" b="0">
                <a:solidFill>
                  <a:srgbClr val="50DDC4"/>
                </a:solidFill>
                <a:latin typeface="Arial"/>
                <a:ea typeface="Arial"/>
                <a:cs typeface="Arial"/>
              </a:rPr>
              <a:t>Event evidence helps the examiner</a:t>
            </a:r>
          </a:p>
          <a:p>
            <a:pPr>
              <a:buNone/>
              <a:defRPr sz="2700" b="0">
                <a:solidFill>
                  <a:srgbClr val="50DDC4"/>
                </a:solidFill>
                <a:latin typeface="Arial"/>
                <a:ea typeface="Arial"/>
                <a:cs typeface="Arial"/>
              </a:defRPr>
            </a:pPr>
            <a:r>
              <a:rPr sz="2700" b="0">
                <a:solidFill>
                  <a:srgbClr val="50DDC4"/>
                </a:solidFill>
                <a:latin typeface="Arial"/>
                <a:ea typeface="Arial"/>
                <a:cs typeface="Arial"/>
              </a:rPr>
              <a:t>judge what actually happened.</a:t>
            </a:r>
          </a:p>
        </p:txBody>
      </p:sp>
    </p:spTree>
    <p:extLst>
      <p:ext uri="{BB962C8B-B14F-4D97-AF65-F5344CB8AC3E}">
        <ns3:creationId val="21450494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50"/>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1" name="static">
            <a:extLst>
              <a:ext uri="{FF2B5EF4-FFF2-40B4-BE49-F238E27FC236}">
                <ns2:creationId id="{E2F6BA11-06A4-430A-89DA-1C0158A998F9}"/>
              </a:ext>
            </a:extLst>
          </p:cNvPr>
          <p:cNvSpPr>
            <a:spLocks noGrp="1"/>
          </p:cNvSpPr>
          <p:nvPr/>
        </p:nvSpPr>
        <p:spPr>
          <a:xfrm>
            <a:off x="609600" y="438150"/>
            <a:ext cx="10972800" cy="952500"/>
          </a:xfrm>
          <a:prstGeom prst="rect">
            <a:avLst/>
          </a:prstGeom>
          <a:noFill/>
          <a:ln w="0">
            <a:noFill/>
          </a:ln>
        </p:spPr>
        <p:txBody>
          <a:bodyPr>
            <a:noAutofit/>
          </a:bodyPr>
          <a:lstStyle/>
          <a:p>
            <a:pPr>
              <a:buNone/>
              <a:defRPr sz="3600" b="1">
                <a:solidFill>
                  <a:srgbClr val="F1F6F7"/>
                </a:solidFill>
                <a:latin typeface="Arial"/>
                <a:ea typeface="Arial"/>
                <a:cs typeface="Arial"/>
              </a:defRPr>
            </a:pPr>
            <a:r>
              <a:rPr sz="3600" b="1">
                <a:solidFill>
                  <a:srgbClr val="F1F6F7"/>
                </a:solidFill>
                <a:latin typeface="Arial"/>
                <a:ea typeface="Arial"/>
                <a:cs typeface="Arial"/>
              </a:rPr>
              <a:t>Objectives and operating scope</a:t>
            </a:r>
          </a:p>
        </p:txBody>
      </p:sp>
      <p:sp>
        <p:nvSpPr>
          <p:cNvPr id="2" name="static">
            <a:extLst>
              <a:ext uri="{FF2B5EF4-FFF2-40B4-BE49-F238E27FC236}">
                <ns2:creationId id="{735D51AE-DACA-471A-9CF0-0D4DF7A042F0}"/>
              </a:ext>
            </a:extLst>
          </p:cNvPr>
          <p:cNvSpPr>
            <a:spLocks noGrp="1"/>
          </p:cNvSpPr>
          <p:nvPr/>
        </p:nvSpPr>
        <p:spPr>
          <a:xfrm>
            <a:off x="609600" y="6438900"/>
            <a:ext cx="10972800" cy="238125"/>
          </a:xfrm>
          <a:prstGeom prst="rect">
            <a:avLst/>
          </a:prstGeom>
          <a:noFill/>
          <a:ln w="0">
            <a:noFill/>
          </a:ln>
        </p:spPr>
        <p:txBody>
          <a:bodyPr>
            <a:noAutofit/>
          </a:bodyPr>
          <a:lstStyle/>
          <a:p>
            <a:pPr>
              <a:buNone/>
              <a:defRPr sz="1200" b="0">
                <a:solidFill>
                  <a:srgbClr val="A6BAC4"/>
                </a:solidFill>
                <a:latin typeface="Arial"/>
                <a:ea typeface="Arial"/>
                <a:cs typeface="Arial"/>
              </a:defRPr>
            </a:pPr>
            <a:r>
              <a:rPr sz="1200" b="0">
                <a:solidFill>
                  <a:srgbClr val="A6BAC4"/>
                </a:solidFill>
                <a:latin typeface="Arial"/>
                <a:ea typeface="Arial"/>
                <a:cs typeface="Arial"/>
              </a:rPr>
              <a:t>IntegrityFlow  /  03</a:t>
            </a:r>
          </a:p>
        </p:txBody>
      </p:sp>
      <p:sp>
        <p:nvSpPr>
          <p:cNvPr id="3" name="static">
            <a:extLst>
              <a:ext uri="{FF2B5EF4-FFF2-40B4-BE49-F238E27FC236}">
                <ns2:creationId id="{E3C61433-A7FD-421D-8E1B-59E5F7DF67E6}"/>
              </a:ext>
            </a:extLst>
          </p:cNvPr>
          <p:cNvSpPr>
            <a:spLocks noGrp="1"/>
          </p:cNvSpPr>
          <p:nvPr/>
        </p:nvSpPr>
        <p:spPr>
          <a:xfrm>
            <a:off x="609600" y="1771650"/>
            <a:ext cx="3048000" cy="438150"/>
          </a:xfrm>
          <a:prstGeom prst="rect">
            <a:avLst/>
          </a:prstGeom>
          <a:noFill/>
          <a:ln w="0">
            <a:noFill/>
          </a:ln>
        </p:spPr>
        <p:txBody>
          <a:bodyPr>
            <a:noAutofit/>
          </a:bodyPr>
          <a:lstStyle/>
          <a:p>
            <a:pPr>
              <a:buNone/>
              <a:defRPr sz="1800" b="1">
                <a:solidFill>
                  <a:srgbClr val="50DDC4"/>
                </a:solidFill>
                <a:latin typeface="Arial"/>
                <a:ea typeface="Arial"/>
                <a:cs typeface="Arial"/>
              </a:defRPr>
            </a:pPr>
            <a:r>
              <a:rPr sz="1800" b="1">
                <a:solidFill>
                  <a:srgbClr val="50DDC4"/>
                </a:solidFill>
                <a:latin typeface="Arial"/>
                <a:ea typeface="Arial"/>
                <a:cs typeface="Arial"/>
              </a:rPr>
              <a:t>CONTROL</a:t>
            </a:r>
          </a:p>
        </p:txBody>
      </p:sp>
      <p:sp>
        <p:nvSpPr>
          <p:cNvPr id="4" name="reveal-1">
            <a:extLst>
              <a:ext uri="{FF2B5EF4-FFF2-40B4-BE49-F238E27FC236}">
                <ns2:creationId id="{EB7448E8-34A4-4A13-AB27-DCB94199D4C3}"/>
              </a:ext>
            </a:extLst>
          </p:cNvPr>
          <p:cNvSpPr>
            <a:spLocks noGrp="1"/>
          </p:cNvSpPr>
          <p:nvPr/>
        </p:nvSpPr>
        <p:spPr>
          <a:xfrm>
            <a:off x="609600" y="2362200"/>
            <a:ext cx="5067300" cy="1123950"/>
          </a:xfrm>
          <a:prstGeom prst="rect">
            <a:avLst/>
          </a:prstGeom>
          <a:noFill/>
          <a:ln w="0">
            <a:noFill/>
          </a:ln>
        </p:spPr>
        <p:txBody>
          <a:bodyPr>
            <a:noAutofit/>
          </a:bodyPr>
          <a:lstStyle/>
          <a:p>
            <a:pPr>
              <a:buNone/>
              <a:defRPr sz="2550" b="1">
                <a:solidFill>
                  <a:srgbClr val="F1F6F7"/>
                </a:solidFill>
                <a:latin typeface="Arial"/>
                <a:ea typeface="Arial"/>
                <a:cs typeface="Arial"/>
              </a:defRPr>
            </a:pPr>
            <a:r>
              <a:rPr sz="2550" b="1">
                <a:solidFill>
                  <a:srgbClr val="F1F6F7"/>
                </a:solidFill>
                <a:latin typeface="Arial"/>
                <a:ea typeface="Arial"/>
                <a:cs typeface="Arial"/>
              </a:rPr>
              <a:t>Restrict unauthorized tools</a:t>
            </a:r>
          </a:p>
          <a:p>
            <a:pPr>
              <a:buNone/>
              <a:defRPr sz="2550" b="1">
                <a:solidFill>
                  <a:srgbClr val="F1F6F7"/>
                </a:solidFill>
                <a:latin typeface="Arial"/>
                <a:ea typeface="Arial"/>
                <a:cs typeface="Arial"/>
              </a:defRPr>
            </a:pPr>
            <a:r>
              <a:rPr sz="2550" b="1">
                <a:solidFill>
                  <a:srgbClr val="F1F6F7"/>
                </a:solidFill>
                <a:latin typeface="Arial"/>
                <a:ea typeface="Arial"/>
                <a:cs typeface="Arial"/>
              </a:rPr>
              <a:t>and accept exam answers</a:t>
            </a:r>
          </a:p>
        </p:txBody>
      </p:sp>
      <p:sp>
        <p:nvSpPr>
          <p:cNvPr id="5" name="static">
            <a:extLst>
              <a:ext uri="{FF2B5EF4-FFF2-40B4-BE49-F238E27FC236}">
                <ns2:creationId id="{83B51C38-F6AF-426B-A1F7-CFC593EB1D25}"/>
              </a:ext>
            </a:extLst>
          </p:cNvPr>
          <p:cNvSpPr>
            <a:spLocks noGrp="1"/>
          </p:cNvSpPr>
          <p:nvPr/>
        </p:nvSpPr>
        <p:spPr>
          <a:xfrm>
            <a:off x="6457950" y="1771650"/>
            <a:ext cx="3810000" cy="438150"/>
          </a:xfrm>
          <a:prstGeom prst="rect">
            <a:avLst/>
          </a:prstGeom>
          <a:noFill/>
          <a:ln w="0">
            <a:noFill/>
          </a:ln>
        </p:spPr>
        <p:txBody>
          <a:bodyPr>
            <a:noAutofit/>
          </a:bodyPr>
          <a:lstStyle/>
          <a:p>
            <a:pPr>
              <a:buNone/>
              <a:defRPr sz="1800" b="1">
                <a:solidFill>
                  <a:srgbClr val="50DDC4"/>
                </a:solidFill>
                <a:latin typeface="Arial"/>
                <a:ea typeface="Arial"/>
                <a:cs typeface="Arial"/>
              </a:defRPr>
            </a:pPr>
            <a:r>
              <a:rPr sz="1800" b="1">
                <a:solidFill>
                  <a:srgbClr val="50DDC4"/>
                </a:solidFill>
                <a:latin typeface="Arial"/>
                <a:ea typeface="Arial"/>
                <a:cs typeface="Arial"/>
              </a:rPr>
              <a:t>REVIEW</a:t>
            </a:r>
          </a:p>
        </p:txBody>
      </p:sp>
      <p:sp>
        <p:nvSpPr>
          <p:cNvPr id="6" name="reveal-1">
            <a:extLst>
              <a:ext uri="{FF2B5EF4-FFF2-40B4-BE49-F238E27FC236}">
                <ns2:creationId id="{D2CDA86E-6328-43B2-966A-A6399A2ACF52}"/>
              </a:ext>
            </a:extLst>
          </p:cNvPr>
          <p:cNvSpPr>
            <a:spLocks noGrp="1"/>
          </p:cNvSpPr>
          <p:nvPr/>
        </p:nvSpPr>
        <p:spPr>
          <a:xfrm>
            <a:off x="6457950" y="2362200"/>
            <a:ext cx="5143500" cy="1123950"/>
          </a:xfrm>
          <a:prstGeom prst="rect">
            <a:avLst/>
          </a:prstGeom>
          <a:noFill/>
          <a:ln w="0">
            <a:noFill/>
          </a:ln>
        </p:spPr>
        <p:txBody>
          <a:bodyPr>
            <a:noAutofit/>
          </a:bodyPr>
          <a:lstStyle/>
          <a:p>
            <a:pPr>
              <a:buNone/>
              <a:defRPr sz="2550" b="1">
                <a:solidFill>
                  <a:srgbClr val="F1F6F7"/>
                </a:solidFill>
                <a:latin typeface="Arial"/>
                <a:ea typeface="Arial"/>
                <a:cs typeface="Arial"/>
              </a:defRPr>
            </a:pPr>
            <a:r>
              <a:rPr sz="2550" b="1">
                <a:solidFill>
                  <a:srgbClr val="F1F6F7"/>
                </a:solidFill>
                <a:latin typeface="Arial"/>
                <a:ea typeface="Arial"/>
                <a:cs typeface="Arial"/>
              </a:rPr>
              <a:t>Observe local signals</a:t>
            </a:r>
          </a:p>
          <a:p>
            <a:pPr>
              <a:buNone/>
              <a:defRPr sz="2550" b="1">
                <a:solidFill>
                  <a:srgbClr val="F1F6F7"/>
                </a:solidFill>
                <a:latin typeface="Arial"/>
                <a:ea typeface="Arial"/>
                <a:cs typeface="Arial"/>
              </a:defRPr>
            </a:pPr>
            <a:r>
              <a:rPr sz="2550" b="1">
                <a:solidFill>
                  <a:srgbClr val="F1F6F7"/>
                </a:solidFill>
                <a:latin typeface="Arial"/>
                <a:ea typeface="Arial"/>
                <a:cs typeface="Arial"/>
              </a:rPr>
              <a:t>and preserve event evidence</a:t>
            </a:r>
          </a:p>
        </p:txBody>
      </p:sp>
      <p:sp>
        <p:nvSpPr>
          <p:cNvPr id="7" name="reveal-2">
            <a:extLst>
              <a:ext uri="{FF2B5EF4-FFF2-40B4-BE49-F238E27FC236}">
                <ns2:creationId id="{2E9F0134-C938-4F6F-9700-A61A7C0D5760}"/>
              </a:ext>
            </a:extLst>
          </p:cNvPr>
          <p:cNvSpPr>
            <a:spLocks noGrp="1"/>
          </p:cNvSpPr>
          <p:nvPr/>
        </p:nvSpPr>
        <p:spPr>
          <a:xfrm>
            <a:off x="609600" y="4286250"/>
            <a:ext cx="4572000" cy="533400"/>
          </a:xfrm>
          <a:prstGeom prst="rect">
            <a:avLst/>
          </a:prstGeom>
          <a:noFill/>
          <a:ln w="0">
            <a:noFill/>
          </a:ln>
        </p:spPr>
        <p:txBody>
          <a:bodyPr>
            <a:noAutofit/>
          </a:bodyPr>
          <a:lstStyle/>
          <a:p>
            <a:pPr>
              <a:buNone/>
              <a:defRPr sz="2400" b="1">
                <a:solidFill>
                  <a:srgbClr val="F1F6F7"/>
                </a:solidFill>
                <a:latin typeface="Arial"/>
                <a:ea typeface="Arial"/>
                <a:cs typeface="Arial"/>
              </a:defRPr>
            </a:pPr>
            <a:r>
              <a:rPr sz="2400" b="1">
                <a:solidFill>
                  <a:srgbClr val="F1F6F7"/>
                </a:solidFill>
                <a:latin typeface="Arial"/>
                <a:ea typeface="Arial"/>
                <a:cs typeface="Arial"/>
              </a:rPr>
              <a:t>Remote online</a:t>
            </a:r>
          </a:p>
        </p:txBody>
      </p:sp>
      <p:sp>
        <p:nvSpPr>
          <p:cNvPr id="8" name="reveal-2">
            <a:extLst>
              <a:ext uri="{FF2B5EF4-FFF2-40B4-BE49-F238E27FC236}">
                <ns2:creationId id="{D23F00AC-BD3F-42CF-8D80-B3F09D6601FA}"/>
              </a:ext>
            </a:extLst>
          </p:cNvPr>
          <p:cNvSpPr>
            <a:spLocks noGrp="1"/>
          </p:cNvSpPr>
          <p:nvPr/>
        </p:nvSpPr>
        <p:spPr>
          <a:xfrm>
            <a:off x="609600" y="4943475"/>
            <a:ext cx="5238750" cy="876300"/>
          </a:xfrm>
          <a:prstGeom prst="rect">
            <a:avLst/>
          </a:prstGeom>
          <a:noFill/>
          <a:ln w="0">
            <a:noFill/>
          </a:ln>
        </p:spPr>
        <p:txBody>
          <a:bodyPr>
            <a:noAutofit/>
          </a:bodyPr>
          <a:lstStyle/>
          <a:p>
            <a:pPr>
              <a:buNone/>
              <a:defRPr sz="1950" b="0">
                <a:solidFill>
                  <a:srgbClr val="A6BAC4"/>
                </a:solidFill>
                <a:latin typeface="Arial"/>
                <a:ea typeface="Arial"/>
                <a:cs typeface="Arial"/>
              </a:defRPr>
            </a:pPr>
            <a:r>
              <a:rPr sz="1950" b="0">
                <a:solidFill>
                  <a:srgbClr val="A6BAC4"/>
                </a:solidFill>
                <a:latin typeface="Arial"/>
                <a:ea typeface="Arial"/>
                <a:cs typeface="Arial"/>
              </a:rPr>
              <a:t>Environment + camera + voice checks</a:t>
            </a:r>
          </a:p>
        </p:txBody>
      </p:sp>
      <p:sp>
        <p:nvSpPr>
          <p:cNvPr id="9" name="reveal-2">
            <a:extLst>
              <a:ext uri="{FF2B5EF4-FFF2-40B4-BE49-F238E27FC236}">
                <ns2:creationId id="{CEA6E41D-9C73-43C5-9DAA-1C9165208D6D}"/>
              </a:ext>
            </a:extLst>
          </p:cNvPr>
          <p:cNvSpPr>
            <a:spLocks noGrp="1"/>
          </p:cNvSpPr>
          <p:nvPr/>
        </p:nvSpPr>
        <p:spPr>
          <a:xfrm>
            <a:off x="6457950" y="4286250"/>
            <a:ext cx="4572000" cy="533400"/>
          </a:xfrm>
          <a:prstGeom prst="rect">
            <a:avLst/>
          </a:prstGeom>
          <a:noFill/>
          <a:ln w="0">
            <a:noFill/>
          </a:ln>
        </p:spPr>
        <p:txBody>
          <a:bodyPr>
            <a:noAutofit/>
          </a:bodyPr>
          <a:lstStyle/>
          <a:p>
            <a:pPr>
              <a:buNone/>
              <a:defRPr sz="2400" b="1">
                <a:solidFill>
                  <a:srgbClr val="F1F6F7"/>
                </a:solidFill>
                <a:latin typeface="Arial"/>
                <a:ea typeface="Arial"/>
                <a:cs typeface="Arial"/>
              </a:defRPr>
            </a:pPr>
            <a:r>
              <a:rPr sz="2400" b="1">
                <a:solidFill>
                  <a:srgbClr val="F1F6F7"/>
                </a:solidFill>
                <a:latin typeface="Arial"/>
                <a:ea typeface="Arial"/>
                <a:cs typeface="Arial"/>
              </a:rPr>
              <a:t>Physical lab</a:t>
            </a:r>
          </a:p>
        </p:txBody>
      </p:sp>
      <p:sp>
        <p:nvSpPr>
          <p:cNvPr id="10" name="reveal-2">
            <a:extLst>
              <a:ext uri="{FF2B5EF4-FFF2-40B4-BE49-F238E27FC236}">
                <ns2:creationId id="{B950830C-4230-44A6-B2BF-7BA8E8B44E54}"/>
              </a:ext>
            </a:extLst>
          </p:cNvPr>
          <p:cNvSpPr>
            <a:spLocks noGrp="1"/>
          </p:cNvSpPr>
          <p:nvPr/>
        </p:nvSpPr>
        <p:spPr>
          <a:xfrm>
            <a:off x="6457950" y="4943475"/>
            <a:ext cx="5143500" cy="876300"/>
          </a:xfrm>
          <a:prstGeom prst="rect">
            <a:avLst/>
          </a:prstGeom>
          <a:noFill/>
          <a:ln w="0">
            <a:noFill/>
          </a:ln>
        </p:spPr>
        <p:txBody>
          <a:bodyPr>
            <a:noAutofit/>
          </a:bodyPr>
          <a:lstStyle/>
          <a:p>
            <a:pPr>
              <a:buNone/>
              <a:defRPr sz="1950" b="0">
                <a:solidFill>
                  <a:srgbClr val="A6BAC4"/>
                </a:solidFill>
                <a:latin typeface="Arial"/>
                <a:ea typeface="Arial"/>
                <a:cs typeface="Arial"/>
              </a:defRPr>
            </a:pPr>
            <a:r>
              <a:rPr sz="1950" b="0">
                <a:solidFill>
                  <a:srgbClr val="A6BAC4"/>
                </a:solidFill>
                <a:latin typeface="Arial"/>
                <a:ea typeface="Arial"/>
                <a:cs typeface="Arial"/>
              </a:rPr>
              <a:t>Environment checks; camera/voice bypassed</a:t>
            </a:r>
          </a:p>
        </p:txBody>
      </p:sp>
    </p:spTree>
    <p:extLst>
      <p:ext uri="{BB962C8B-B14F-4D97-AF65-F5344CB8AC3E}">
        <ns3:creationId val="109944903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50"/>
                                  <p:tgtEl>
                                    <p:spTgt spid="6"/>
                                  </p:tgtEl>
                                </p:cBhvr>
                              </p:animEffect>
                            </p:childTnLst>
                          </p:cTn>
                        </p:par>
                      </p:childTnLst>
                    </p:cTn>
                  </p:par>
                  <p:par>
                    <p:cTn id="10" fill="hold">
                      <p:stCondLst>
                        <p:cond delay="indefinite"/>
                      </p:stCondLst>
                      <p:childTnLst>
                        <p:par>
                          <p:cTn id="11" presetID="10" presetClass="entr" presetSubtype="0" fill="hold" grpId="1"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50"/>
                                  <p:tgtEl>
                                    <p:spTgt spid="7"/>
                                  </p:tgtEl>
                                </p:cBhvr>
                              </p:animEffect>
                            </p:childTnLst>
                          </p:cTn>
                        </p:par>
                        <p:par>
                          <p:cTn id="14" presetID="10" presetClass="entr" presetSubtype="0" fill="hold" grpId="1"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50"/>
                                  <p:tgtEl>
                                    <p:spTgt spid="8"/>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50"/>
                                  <p:tgtEl>
                                    <p:spTgt spid="9"/>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50"/>
                                  <p:tgtEl>
                                    <p:spTgt spid="1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1" animBg="1"/>
      <p:bldP spid="8" grpId="1" animBg="1"/>
      <p:bldP spid="9" grpId="1" animBg="1"/>
      <p:bldP spid="10" grpId="1" animBg="1"/>
    </p:bldLst>
  </p:timing>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37" name="static">
            <a:extLst>
              <a:ext uri="{FF2B5EF4-FFF2-40B4-BE49-F238E27FC236}">
                <ns2:creationId id="{749CD754-B0A9-4E77-940B-10AC84C75DC7}"/>
              </a:ext>
            </a:extLst>
          </p:cNvPr>
          <p:cNvSpPr>
            <a:spLocks noGrp="1"/>
          </p:cNvSpPr>
          <p:nvPr/>
        </p:nvSpPr>
        <p:spPr>
          <a:xfrm>
            <a:off x="609600" y="438150"/>
            <a:ext cx="10972800" cy="857250"/>
          </a:xfrm>
          <a:prstGeom prst="rect">
            <a:avLst/>
          </a:prstGeom>
          <a:noFill/>
          <a:ln w="0">
            <a:noFill/>
          </a:ln>
        </p:spPr>
        <p:txBody>
          <a:bodyPr>
            <a:noAutofit/>
          </a:bodyPr>
          <a:lstStyle/>
          <a:p>
            <a:pPr>
              <a:defRPr sz="3450" b="1">
                <a:solidFill>
                  <a:srgbClr val="F1F6F7"/>
                </a:solidFill>
                <a:latin typeface="Arial"/>
                <a:ea typeface="Arial"/>
                <a:cs typeface="Arial"/>
              </a:defRPr>
            </a:pPr>
            <a:r>
              <a:rPr sz="3450" b="1">
                <a:solidFill>
                  <a:srgbClr val="F1F6F7"/>
                </a:solidFill>
                <a:latin typeface="Arial"/>
                <a:ea typeface="Arial"/>
                <a:cs typeface="Arial"/>
              </a:rPr>
              <a:t>System architecture</a:t>
            </a:r>
          </a:p>
        </p:txBody>
      </p:sp>
      <p:sp>
        <p:nvSpPr>
          <p:cNvPr id="2" name="static">
            <a:extLst>
              <a:ext uri="{FF2B5EF4-FFF2-40B4-BE49-F238E27FC236}">
                <ns2:creationId id="{ECB82535-4EC8-4C5F-94B1-ADE1A1C0A2A1}"/>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04</a:t>
            </a:r>
          </a:p>
        </p:txBody>
      </p:sp>
      <p:sp>
        <p:nvSpPr>
          <p:cNvPr id="3" name="static">
            <a:extLst>
              <a:ext uri="{FF2B5EF4-FFF2-40B4-BE49-F238E27FC236}">
                <ns2:creationId id="{478910CE-0582-426A-BC0F-89BB5E499D61}"/>
              </a:ext>
            </a:extLst>
          </p:cNvPr>
          <p:cNvSpPr>
            <a:spLocks noGrp="1"/>
          </p:cNvSpPr>
          <p:nvPr/>
        </p:nvSpPr>
        <p:spPr>
          <a:xfrm>
            <a:off x="609600" y="1657350"/>
            <a:ext cx="4857750" cy="3724275"/>
          </a:xfrm>
          <a:prstGeom prst="rect">
            <a:avLst/>
          </a:prstGeom>
          <a:noFill/>
          <a:ln w="14288">
            <a:solidFill>
              <a:srgbClr val="36616C"/>
            </a:solidFill>
          </a:ln>
        </p:spPr>
      </p:sp>
      <p:sp>
        <p:nvSpPr>
          <p:cNvPr id="4" name="static">
            <a:extLst>
              <a:ext uri="{FF2B5EF4-FFF2-40B4-BE49-F238E27FC236}">
                <ns2:creationId id="{CD30CFB6-5FAE-48B2-9F8B-0DF4987E0224}"/>
              </a:ext>
            </a:extLst>
          </p:cNvPr>
          <p:cNvSpPr>
            <a:spLocks noGrp="1"/>
          </p:cNvSpPr>
          <p:nvPr/>
        </p:nvSpPr>
        <p:spPr>
          <a:xfrm>
            <a:off x="800100" y="1743075"/>
            <a:ext cx="4429125" cy="333375"/>
          </a:xfrm>
          <a:prstGeom prst="rect">
            <a:avLst/>
          </a:prstGeom>
          <a:noFill/>
          <a:ln w="0">
            <a:noFill/>
          </a:ln>
        </p:spPr>
        <p:txBody>
          <a:bodyPr>
            <a:noAutofit/>
          </a:bodyPr>
          <a:lstStyle/>
          <a:p>
            <a:pPr>
              <a:defRPr sz="1650" b="1">
                <a:solidFill>
                  <a:srgbClr val="A6BAC4"/>
                </a:solidFill>
                <a:latin typeface="Arial"/>
                <a:ea typeface="Arial"/>
                <a:cs typeface="Arial"/>
              </a:defRPr>
            </a:pPr>
            <a:r>
              <a:rPr sz="1650" b="1">
                <a:solidFill>
                  <a:srgbClr val="A6BAC4"/>
                </a:solidFill>
                <a:latin typeface="Arial"/>
                <a:ea typeface="Arial"/>
                <a:cs typeface="Arial"/>
              </a:rPr>
              <a:t>CANDIDATE LAPTOP</a:t>
            </a:r>
          </a:p>
        </p:txBody>
      </p:sp>
      <p:sp>
        <p:nvSpPr>
          <p:cNvPr id="5" name="reveal-1">
            <a:extLst>
              <a:ext uri="{FF2B5EF4-FFF2-40B4-BE49-F238E27FC236}">
                <ns2:creationId id="{5EFBB1A9-FD25-4276-881F-DCF219844608}"/>
              </a:ext>
            </a:extLst>
          </p:cNvPr>
          <p:cNvSpPr>
            <a:spLocks noGrp="1"/>
          </p:cNvSpPr>
          <p:nvPr/>
        </p:nvSpPr>
        <p:spPr>
          <a:xfrm>
            <a:off x="800100" y="2333625"/>
            <a:ext cx="2038350" cy="1400175"/>
          </a:xfrm>
          <a:prstGeom prst="rect">
            <a:avLst/>
          </a:prstGeom>
          <a:solidFill>
            <a:srgbClr val="102F3C"/>
          </a:solidFill>
          <a:ln w="14288">
            <a:solidFill>
              <a:srgbClr val="36616C"/>
            </a:solidFill>
          </a:ln>
        </p:spPr>
      </p:sp>
      <p:sp>
        <p:nvSpPr>
          <p:cNvPr id="6" name="reveal-1">
            <a:extLst>
              <a:ext uri="{FF2B5EF4-FFF2-40B4-BE49-F238E27FC236}">
                <ns2:creationId id="{2D649FDA-A982-4CC3-8ECE-878C1A443D4E}"/>
              </a:ext>
            </a:extLst>
          </p:cNvPr>
          <p:cNvSpPr>
            <a:spLocks noGrp="1"/>
          </p:cNvSpPr>
          <p:nvPr/>
        </p:nvSpPr>
        <p:spPr>
          <a:xfrm>
            <a:off x="952500" y="2466975"/>
            <a:ext cx="1733550" cy="581025"/>
          </a:xfrm>
          <a:prstGeom prst="rect">
            <a:avLst/>
          </a:prstGeom>
          <a:noFill/>
          <a:ln w="0">
            <a:noFill/>
          </a:ln>
        </p:spPr>
        <p:txBody>
          <a:bodyPr>
            <a:noAutofit/>
          </a:bodyPr>
          <a:lstStyle/>
          <a:p>
            <a:pPr>
              <a:defRPr sz="1800" b="1">
                <a:solidFill>
                  <a:srgbClr val="50DDC4"/>
                </a:solidFill>
                <a:latin typeface="Arial"/>
                <a:ea typeface="Arial"/>
                <a:cs typeface="Arial"/>
              </a:defRPr>
            </a:pPr>
            <a:r>
              <a:rPr sz="1800" b="1">
                <a:solidFill>
                  <a:srgbClr val="50DDC4"/>
                </a:solidFill>
                <a:latin typeface="Arial"/>
                <a:ea typeface="Arial"/>
                <a:cs typeface="Arial"/>
              </a:rPr>
              <a:t>Python monitors</a:t>
            </a:r>
          </a:p>
        </p:txBody>
      </p:sp>
      <p:sp>
        <p:nvSpPr>
          <p:cNvPr id="7" name="reveal-1">
            <a:extLst>
              <a:ext uri="{FF2B5EF4-FFF2-40B4-BE49-F238E27FC236}">
                <ns2:creationId id="{60407A3E-976D-4BC1-8982-B3DFEC634DFF}"/>
              </a:ext>
            </a:extLst>
          </p:cNvPr>
          <p:cNvSpPr>
            <a:spLocks noGrp="1"/>
          </p:cNvSpPr>
          <p:nvPr/>
        </p:nvSpPr>
        <p:spPr>
          <a:xfrm>
            <a:off x="952500" y="3048000"/>
            <a:ext cx="1733550" cy="638175"/>
          </a:xfrm>
          <a:prstGeom prst="rect">
            <a:avLst/>
          </a:prstGeom>
          <a:noFill/>
          <a:ln w="0">
            <a:noFill/>
          </a:ln>
        </p:spPr>
        <p:txBody>
          <a:bodyPr>
            <a:noAutofit/>
          </a:bodyPr>
          <a:lstStyle/>
          <a:p>
            <a:pPr>
              <a:defRPr sz="1500" b="0">
                <a:solidFill>
                  <a:srgbClr val="F1F6F7"/>
                </a:solidFill>
                <a:latin typeface="Arial"/>
                <a:ea typeface="Arial"/>
                <a:cs typeface="Arial"/>
              </a:defRPr>
            </a:pPr>
            <a:r>
              <a:rPr sz="1500" b="0">
                <a:solidFill>
                  <a:srgbClr val="F1F6F7"/>
                </a:solidFill>
                <a:latin typeface="Arial"/>
                <a:ea typeface="Arial"/>
                <a:cs typeface="Arial"/>
              </a:rPr>
              <a:t>Camera / voice</a:t>
            </a:r>
          </a:p>
          <a:p>
            <a:pPr>
              <a:defRPr sz="1500" b="0">
                <a:solidFill>
                  <a:srgbClr val="F1F6F7"/>
                </a:solidFill>
                <a:latin typeface="Arial"/>
                <a:ea typeface="Arial"/>
                <a:cs typeface="Arial"/>
              </a:defRPr>
            </a:pPr>
            <a:r>
              <a:rPr sz="1500" b="0">
                <a:solidFill>
                  <a:srgbClr val="F1F6F7"/>
                </a:solidFill>
                <a:latin typeface="Arial"/>
                <a:ea typeface="Arial"/>
                <a:cs typeface="Arial"/>
              </a:rPr>
              <a:t>Environment</a:t>
            </a:r>
          </a:p>
        </p:txBody>
      </p:sp>
      <p:sp>
        <p:nvSpPr>
          <p:cNvPr id="8" name="reveal-1">
            <a:extLst>
              <a:ext uri="{FF2B5EF4-FFF2-40B4-BE49-F238E27FC236}">
                <ns2:creationId id="{A3813E16-1CE7-4413-813E-D2FF81C079D2}"/>
              </a:ext>
            </a:extLst>
          </p:cNvPr>
          <p:cNvSpPr>
            <a:spLocks noGrp="1"/>
          </p:cNvSpPr>
          <p:nvPr/>
        </p:nvSpPr>
        <p:spPr>
          <a:xfrm>
            <a:off x="3238500" y="2333625"/>
            <a:ext cx="2038350" cy="1400175"/>
          </a:xfrm>
          <a:prstGeom prst="rect">
            <a:avLst/>
          </a:prstGeom>
          <a:solidFill>
            <a:srgbClr val="102F3C"/>
          </a:solidFill>
          <a:ln w="14288">
            <a:solidFill>
              <a:srgbClr val="36616C"/>
            </a:solidFill>
          </a:ln>
        </p:spPr>
      </p:sp>
      <p:sp>
        <p:nvSpPr>
          <p:cNvPr id="9" name="reveal-1">
            <a:extLst>
              <a:ext uri="{FF2B5EF4-FFF2-40B4-BE49-F238E27FC236}">
                <ns2:creationId id="{922D31FC-7238-441B-B042-A1E2D7628D7B}"/>
              </a:ext>
            </a:extLst>
          </p:cNvPr>
          <p:cNvSpPr>
            <a:spLocks noGrp="1"/>
          </p:cNvSpPr>
          <p:nvPr/>
        </p:nvSpPr>
        <p:spPr>
          <a:xfrm>
            <a:off x="3390900" y="2466975"/>
            <a:ext cx="1733550" cy="581025"/>
          </a:xfrm>
          <a:prstGeom prst="rect">
            <a:avLst/>
          </a:prstGeom>
          <a:noFill/>
          <a:ln w="0">
            <a:noFill/>
          </a:ln>
        </p:spPr>
        <p:txBody>
          <a:bodyPr>
            <a:noAutofit/>
          </a:bodyPr>
          <a:lstStyle/>
          <a:p>
            <a:pPr>
              <a:defRPr sz="1800" b="1">
                <a:solidFill>
                  <a:srgbClr val="50DDC4"/>
                </a:solidFill>
                <a:latin typeface="Arial"/>
                <a:ea typeface="Arial"/>
                <a:cs typeface="Arial"/>
              </a:defRPr>
            </a:pPr>
            <a:r>
              <a:rPr sz="1800" b="1">
                <a:solidFill>
                  <a:srgbClr val="50DDC4"/>
                </a:solidFill>
                <a:latin typeface="Arial"/>
                <a:ea typeface="Arial"/>
                <a:cs typeface="Arial"/>
              </a:rPr>
              <a:t>Electron app</a:t>
            </a:r>
          </a:p>
        </p:txBody>
      </p:sp>
      <p:sp>
        <p:nvSpPr>
          <p:cNvPr id="10" name="reveal-1">
            <a:extLst>
              <a:ext uri="{FF2B5EF4-FFF2-40B4-BE49-F238E27FC236}">
                <ns2:creationId id="{845A9A6D-602E-4444-8964-D80670E2D0D4}"/>
              </a:ext>
            </a:extLst>
          </p:cNvPr>
          <p:cNvSpPr>
            <a:spLocks noGrp="1"/>
          </p:cNvSpPr>
          <p:nvPr/>
        </p:nvSpPr>
        <p:spPr>
          <a:xfrm>
            <a:off x="3390900" y="3048000"/>
            <a:ext cx="1733550" cy="638175"/>
          </a:xfrm>
          <a:prstGeom prst="rect">
            <a:avLst/>
          </a:prstGeom>
          <a:noFill/>
          <a:ln w="0">
            <a:noFill/>
          </a:ln>
        </p:spPr>
        <p:txBody>
          <a:bodyPr>
            <a:noAutofit/>
          </a:bodyPr>
          <a:lstStyle/>
          <a:p>
            <a:pPr>
              <a:defRPr sz="1500" b="0">
                <a:solidFill>
                  <a:srgbClr val="F1F6F7"/>
                </a:solidFill>
                <a:latin typeface="Arial"/>
                <a:ea typeface="Arial"/>
                <a:cs typeface="Arial"/>
              </a:defRPr>
            </a:pPr>
            <a:r>
              <a:rPr sz="1500" b="0">
                <a:solidFill>
                  <a:srgbClr val="F1F6F7"/>
                </a:solidFill>
                <a:latin typeface="Arial"/>
                <a:ea typeface="Arial"/>
                <a:cs typeface="Arial"/>
              </a:rPr>
              <a:t>Exam workspace</a:t>
            </a:r>
          </a:p>
          <a:p>
            <a:pPr>
              <a:defRPr sz="1500" b="0">
                <a:solidFill>
                  <a:srgbClr val="F1F6F7"/>
                </a:solidFill>
                <a:latin typeface="Arial"/>
                <a:ea typeface="Arial"/>
                <a:cs typeface="Arial"/>
              </a:defRPr>
            </a:pPr>
            <a:r>
              <a:rPr sz="1500" b="0">
                <a:solidFill>
                  <a:srgbClr val="F1F6F7"/>
                </a:solidFill>
                <a:latin typeface="Arial"/>
                <a:ea typeface="Arial"/>
                <a:cs typeface="Arial"/>
              </a:rPr>
              <a:t>Event uploads</a:t>
            </a:r>
          </a:p>
        </p:txBody>
      </p:sp>
      <p:cxnSp>
        <p:nvCxnSpPr>
          <p:cNvPr id="47" name="reveal-1"/>
          <p:cNvCxnSpPr>
            <a:stCxn id="5" idx="3"/>
            <a:endCxn id="8" idx="1"/>
          </p:cNvCxnSpPr>
          <p:nvPr/>
        </p:nvCxnSpPr>
        <p:spPr>
          <a:xfrm>
            <a:off x="2838450" y="3033713"/>
            <a:ext cx="400050" cy="0"/>
          </a:xfrm>
          <a:prstGeom prst="straightConnector1">
            <a:avLst/>
          </a:prstGeom>
          <a:ln w="19050">
            <a:solidFill>
              <a:srgbClr val="50DDC4"/>
            </a:solidFill>
            <a:prstDash val="solid"/>
            <a:tailEnd type="triangle" w="sm" len="sm"/>
          </a:ln>
        </p:spPr>
      </p:cxnSp>
      <p:sp>
        <p:nvSpPr>
          <p:cNvPr id="12" name="static">
            <a:extLst>
              <a:ext uri="{FF2B5EF4-FFF2-40B4-BE49-F238E27FC236}">
                <ns2:creationId id="{C2E59984-1AC3-4364-B1C2-520A5A04B363}"/>
              </a:ext>
            </a:extLst>
          </p:cNvPr>
          <p:cNvSpPr>
            <a:spLocks noGrp="1"/>
          </p:cNvSpPr>
          <p:nvPr/>
        </p:nvSpPr>
        <p:spPr>
          <a:xfrm>
            <a:off x="2781300" y="2085975"/>
            <a:ext cx="1028700" cy="295275"/>
          </a:xfrm>
          <a:prstGeom prst="rect">
            <a:avLst/>
          </a:prstGeom>
          <a:noFill/>
          <a:ln w="0">
            <a:noFill/>
          </a:ln>
        </p:spPr>
        <p:txBody>
          <a:bodyPr>
            <a:noAutofit/>
          </a:bodyPr>
          <a:lstStyle/>
          <a:p>
            <a:pPr>
              <a:defRPr sz="1350" b="0">
                <a:solidFill>
                  <a:srgbClr val="A6BAC4"/>
                </a:solidFill>
                <a:latin typeface="Arial"/>
                <a:ea typeface="Arial"/>
                <a:cs typeface="Arial"/>
              </a:defRPr>
            </a:pPr>
            <a:r>
              <a:rPr sz="1350" b="0">
                <a:solidFill>
                  <a:srgbClr val="A6BAC4"/>
                </a:solidFill>
                <a:latin typeface="Arial"/>
                <a:ea typeface="Arial"/>
                <a:cs typeface="Arial"/>
              </a:rPr>
              <a:t>Loopback</a:t>
            </a:r>
          </a:p>
        </p:txBody>
      </p:sp>
      <p:sp>
        <p:nvSpPr>
          <p:cNvPr id="13" name="reveal-1">
            <a:extLst>
              <a:ext uri="{FF2B5EF4-FFF2-40B4-BE49-F238E27FC236}">
                <ns2:creationId id="{83584832-30AF-4191-BDFD-0BBF69566B71}"/>
              </a:ext>
            </a:extLst>
          </p:cNvPr>
          <p:cNvSpPr>
            <a:spLocks noGrp="1"/>
          </p:cNvSpPr>
          <p:nvPr/>
        </p:nvSpPr>
        <p:spPr>
          <a:xfrm>
            <a:off x="3238500" y="4200525"/>
            <a:ext cx="2038350" cy="952500"/>
          </a:xfrm>
          <a:prstGeom prst="rect">
            <a:avLst/>
          </a:prstGeom>
          <a:solidFill>
            <a:srgbClr val="102F3C"/>
          </a:solidFill>
          <a:ln w="14288">
            <a:solidFill>
              <a:srgbClr val="36616C"/>
            </a:solidFill>
          </a:ln>
        </p:spPr>
      </p:sp>
      <p:sp>
        <p:nvSpPr>
          <p:cNvPr id="14" name="reveal-1">
            <a:extLst>
              <a:ext uri="{FF2B5EF4-FFF2-40B4-BE49-F238E27FC236}">
                <ns2:creationId id="{3F03A3DD-8341-461D-B274-EDDEEABB355F}"/>
              </a:ext>
            </a:extLst>
          </p:cNvPr>
          <p:cNvSpPr>
            <a:spLocks noGrp="1"/>
          </p:cNvSpPr>
          <p:nvPr/>
        </p:nvSpPr>
        <p:spPr>
          <a:xfrm>
            <a:off x="3390900" y="4333875"/>
            <a:ext cx="1733550" cy="581025"/>
          </a:xfrm>
          <a:prstGeom prst="rect">
            <a:avLst/>
          </a:prstGeom>
          <a:noFill/>
          <a:ln w="0">
            <a:noFill/>
          </a:ln>
        </p:spPr>
        <p:txBody>
          <a:bodyPr>
            <a:noAutofit/>
          </a:bodyPr>
          <a:lstStyle/>
          <a:p>
            <a:pPr>
              <a:defRPr sz="1800" b="1">
                <a:solidFill>
                  <a:srgbClr val="50DDC4"/>
                </a:solidFill>
                <a:latin typeface="Arial"/>
                <a:ea typeface="Arial"/>
                <a:cs typeface="Arial"/>
              </a:defRPr>
            </a:pPr>
            <a:r>
              <a:rPr sz="1800" b="1">
                <a:solidFill>
                  <a:srgbClr val="50DDC4"/>
                </a:solidFill>
                <a:latin typeface="Arial"/>
                <a:ea typeface="Arial"/>
                <a:cs typeface="Arial"/>
              </a:rPr>
              <a:t>Disk queue</a:t>
            </a:r>
          </a:p>
        </p:txBody>
      </p:sp>
      <p:sp>
        <p:nvSpPr>
          <p:cNvPr id="15" name="reveal-1">
            <a:extLst>
              <a:ext uri="{FF2B5EF4-FFF2-40B4-BE49-F238E27FC236}">
                <ns2:creationId id="{E10117C5-6581-4A13-A1BF-55273EC6C00B}"/>
              </a:ext>
            </a:extLst>
          </p:cNvPr>
          <p:cNvSpPr>
            <a:spLocks noGrp="1"/>
          </p:cNvSpPr>
          <p:nvPr/>
        </p:nvSpPr>
        <p:spPr>
          <a:xfrm>
            <a:off x="3390900" y="4914900"/>
            <a:ext cx="1733550" cy="190500"/>
          </a:xfrm>
          <a:prstGeom prst="rect">
            <a:avLst/>
          </a:prstGeom>
          <a:noFill/>
          <a:ln w="0">
            <a:noFill/>
          </a:ln>
        </p:spPr>
        <p:txBody>
          <a:bodyPr>
            <a:noAutofit/>
          </a:bodyPr>
          <a:lstStyle/>
          <a:p>
            <a:pPr>
              <a:defRPr sz="1500" b="0">
                <a:solidFill>
                  <a:srgbClr val="F1F6F7"/>
                </a:solidFill>
                <a:latin typeface="Arial"/>
                <a:ea typeface="Arial"/>
                <a:cs typeface="Arial"/>
              </a:defRPr>
            </a:pPr>
            <a:r>
              <a:rPr sz="1500" b="0">
                <a:solidFill>
                  <a:srgbClr val="F1F6F7"/>
                </a:solidFill>
                <a:latin typeface="Arial"/>
                <a:ea typeface="Arial"/>
                <a:cs typeface="Arial"/>
              </a:rPr>
              <a:t>Atomic JSON</a:t>
            </a:r>
          </a:p>
        </p:txBody>
      </p:sp>
      <p:cxnSp>
        <p:nvCxnSpPr>
          <p:cNvPr id="52" name="reveal-1"/>
          <p:cNvCxnSpPr>
            <a:stCxn id="8" idx="2"/>
            <a:endCxn id="13" idx="0"/>
          </p:cNvCxnSpPr>
          <p:nvPr/>
        </p:nvCxnSpPr>
        <p:spPr>
          <a:xfrm>
            <a:off x="4257675" y="3733800"/>
            <a:ext cx="0" cy="466725"/>
          </a:xfrm>
          <a:prstGeom prst="straightConnector1">
            <a:avLst/>
          </a:prstGeom>
          <a:ln w="19050">
            <a:solidFill>
              <a:srgbClr val="50DDC4"/>
            </a:solidFill>
            <a:prstDash val="solid"/>
            <a:tailEnd type="triangle" w="sm" len="sm"/>
          </a:ln>
        </p:spPr>
      </p:cxnSp>
      <p:sp>
        <p:nvSpPr>
          <p:cNvPr id="17" name="static">
            <a:extLst>
              <a:ext uri="{FF2B5EF4-FFF2-40B4-BE49-F238E27FC236}">
                <ns2:creationId id="{B94A51A1-AB68-45A9-9EC1-C1313FABCB32}"/>
              </a:ext>
            </a:extLst>
          </p:cNvPr>
          <p:cNvSpPr>
            <a:spLocks noGrp="1"/>
          </p:cNvSpPr>
          <p:nvPr/>
        </p:nvSpPr>
        <p:spPr>
          <a:xfrm>
            <a:off x="800100" y="4410075"/>
            <a:ext cx="2038350" cy="342900"/>
          </a:xfrm>
          <a:prstGeom prst="rect">
            <a:avLst/>
          </a:prstGeom>
          <a:noFill/>
          <a:ln w="0">
            <a:noFill/>
          </a:ln>
        </p:spPr>
        <p:txBody>
          <a:bodyPr>
            <a:noAutofit/>
          </a:bodyPr>
          <a:lstStyle/>
          <a:p>
            <a:pPr>
              <a:defRPr sz="1800" b="0">
                <a:solidFill>
                  <a:srgbClr val="A6BAC4"/>
                </a:solidFill>
                <a:latin typeface="Arial"/>
                <a:ea typeface="Arial"/>
                <a:cs typeface="Arial"/>
              </a:defRPr>
            </a:pPr>
            <a:r>
              <a:rPr sz="1800" b="0">
                <a:solidFill>
                  <a:srgbClr val="A6BAC4"/>
                </a:solidFill>
                <a:latin typeface="Arial"/>
                <a:ea typeface="Arial"/>
                <a:cs typeface="Arial"/>
              </a:rPr>
              <a:t>Local analysis</a:t>
            </a:r>
          </a:p>
        </p:txBody>
      </p:sp>
      <p:sp>
        <p:nvSpPr>
          <p:cNvPr id="18" name="reveal-2">
            <a:extLst>
              <a:ext uri="{FF2B5EF4-FFF2-40B4-BE49-F238E27FC236}">
                <ns2:creationId id="{D5EE75CE-BB47-4B77-B078-0C695674A341}"/>
              </a:ext>
            </a:extLst>
          </p:cNvPr>
          <p:cNvSpPr>
            <a:spLocks noGrp="1"/>
          </p:cNvSpPr>
          <p:nvPr/>
        </p:nvSpPr>
        <p:spPr>
          <a:xfrm>
            <a:off x="6334125" y="2333625"/>
            <a:ext cx="2190750" cy="1400175"/>
          </a:xfrm>
          <a:prstGeom prst="rect">
            <a:avLst/>
          </a:prstGeom>
          <a:solidFill>
            <a:srgbClr val="102F3C"/>
          </a:solidFill>
          <a:ln w="14288">
            <a:solidFill>
              <a:srgbClr val="36616C"/>
            </a:solidFill>
          </a:ln>
        </p:spPr>
      </p:sp>
      <p:sp>
        <p:nvSpPr>
          <p:cNvPr id="19" name="reveal-2">
            <a:extLst>
              <a:ext uri="{FF2B5EF4-FFF2-40B4-BE49-F238E27FC236}">
                <ns2:creationId id="{845978B7-6F27-4D11-BE06-A0605A6943DC}"/>
              </a:ext>
            </a:extLst>
          </p:cNvPr>
          <p:cNvSpPr>
            <a:spLocks noGrp="1"/>
          </p:cNvSpPr>
          <p:nvPr/>
        </p:nvSpPr>
        <p:spPr>
          <a:xfrm>
            <a:off x="6486525" y="2466975"/>
            <a:ext cx="1885950" cy="581025"/>
          </a:xfrm>
          <a:prstGeom prst="rect">
            <a:avLst/>
          </a:prstGeom>
          <a:noFill/>
          <a:ln w="0">
            <a:noFill/>
          </a:ln>
        </p:spPr>
        <p:txBody>
          <a:bodyPr>
            <a:noAutofit/>
          </a:bodyPr>
          <a:lstStyle/>
          <a:p>
            <a:pPr>
              <a:defRPr sz="1800" b="1">
                <a:solidFill>
                  <a:srgbClr val="50DDC4"/>
                </a:solidFill>
                <a:latin typeface="Arial"/>
                <a:ea typeface="Arial"/>
                <a:cs typeface="Arial"/>
              </a:defRPr>
            </a:pPr>
            <a:r>
              <a:rPr sz="1800" b="1">
                <a:solidFill>
                  <a:srgbClr val="50DDC4"/>
                </a:solidFill>
                <a:latin typeface="Arial"/>
                <a:ea typeface="Arial"/>
                <a:cs typeface="Arial"/>
              </a:rPr>
              <a:t>Express server</a:t>
            </a:r>
          </a:p>
        </p:txBody>
      </p:sp>
      <p:sp>
        <p:nvSpPr>
          <p:cNvPr id="20" name="reveal-2">
            <a:extLst>
              <a:ext uri="{FF2B5EF4-FFF2-40B4-BE49-F238E27FC236}">
                <ns2:creationId id="{8294B70C-C87A-4A94-9211-27734A1ED8EE}"/>
              </a:ext>
            </a:extLst>
          </p:cNvPr>
          <p:cNvSpPr>
            <a:spLocks noGrp="1"/>
          </p:cNvSpPr>
          <p:nvPr/>
        </p:nvSpPr>
        <p:spPr>
          <a:xfrm>
            <a:off x="6486525" y="3048000"/>
            <a:ext cx="1885950" cy="638175"/>
          </a:xfrm>
          <a:prstGeom prst="rect">
            <a:avLst/>
          </a:prstGeom>
          <a:noFill/>
          <a:ln w="0">
            <a:noFill/>
          </a:ln>
        </p:spPr>
        <p:txBody>
          <a:bodyPr>
            <a:noAutofit/>
          </a:bodyPr>
          <a:lstStyle/>
          <a:p>
            <a:pPr>
              <a:defRPr sz="1500" b="0">
                <a:solidFill>
                  <a:srgbClr val="F1F6F7"/>
                </a:solidFill>
                <a:latin typeface="Arial"/>
                <a:ea typeface="Arial"/>
                <a:cs typeface="Arial"/>
              </a:defRPr>
            </a:pPr>
            <a:r>
              <a:rPr sz="1500" b="0">
                <a:solidFill>
                  <a:srgbClr val="F1F6F7"/>
                </a:solidFill>
                <a:latin typeface="Arial"/>
                <a:ea typeface="Arial"/>
                <a:cs typeface="Arial"/>
              </a:rPr>
              <a:t>Validate / score</a:t>
            </a:r>
          </a:p>
          <a:p>
            <a:pPr>
              <a:defRPr sz="1500" b="0">
                <a:solidFill>
                  <a:srgbClr val="F1F6F7"/>
                </a:solidFill>
                <a:latin typeface="Arial"/>
                <a:ea typeface="Arial"/>
                <a:cs typeface="Arial"/>
              </a:defRPr>
            </a:pPr>
            <a:r>
              <a:rPr sz="1500" b="0">
                <a:solidFill>
                  <a:srgbClr val="F1F6F7"/>
                </a:solidFill>
                <a:latin typeface="Arial"/>
                <a:ea typeface="Arial"/>
                <a:cs typeface="Arial"/>
              </a:rPr>
              <a:t>Teacher access</a:t>
            </a:r>
          </a:p>
        </p:txBody>
      </p:sp>
      <p:sp>
        <p:nvSpPr>
          <p:cNvPr id="21" name="reveal-3">
            <a:extLst>
              <a:ext uri="{FF2B5EF4-FFF2-40B4-BE49-F238E27FC236}">
                <ns2:creationId id="{2CDE2898-DE8B-4922-9DD1-D538D3C04242}"/>
              </a:ext>
            </a:extLst>
          </p:cNvPr>
          <p:cNvSpPr>
            <a:spLocks noGrp="1"/>
          </p:cNvSpPr>
          <p:nvPr/>
        </p:nvSpPr>
        <p:spPr>
          <a:xfrm>
            <a:off x="9467850" y="2333625"/>
            <a:ext cx="2114550" cy="1400175"/>
          </a:xfrm>
          <a:prstGeom prst="rect">
            <a:avLst/>
          </a:prstGeom>
          <a:solidFill>
            <a:srgbClr val="102F3C"/>
          </a:solidFill>
          <a:ln w="14288">
            <a:solidFill>
              <a:srgbClr val="36616C"/>
            </a:solidFill>
          </a:ln>
        </p:spPr>
      </p:sp>
      <p:sp>
        <p:nvSpPr>
          <p:cNvPr id="22" name="reveal-3">
            <a:extLst>
              <a:ext uri="{FF2B5EF4-FFF2-40B4-BE49-F238E27FC236}">
                <ns2:creationId id="{6F947A37-D72F-45AC-BDCB-1CBC9303EEE9}"/>
              </a:ext>
            </a:extLst>
          </p:cNvPr>
          <p:cNvSpPr>
            <a:spLocks noGrp="1"/>
          </p:cNvSpPr>
          <p:nvPr/>
        </p:nvSpPr>
        <p:spPr>
          <a:xfrm>
            <a:off x="9620250" y="2466975"/>
            <a:ext cx="1809750" cy="581025"/>
          </a:xfrm>
          <a:prstGeom prst="rect">
            <a:avLst/>
          </a:prstGeom>
          <a:noFill/>
          <a:ln w="0">
            <a:noFill/>
          </a:ln>
        </p:spPr>
        <p:txBody>
          <a:bodyPr>
            <a:noAutofit/>
          </a:bodyPr>
          <a:lstStyle/>
          <a:p>
            <a:pPr>
              <a:defRPr sz="1800" b="1">
                <a:solidFill>
                  <a:srgbClr val="50DDC4"/>
                </a:solidFill>
                <a:latin typeface="Arial"/>
                <a:ea typeface="Arial"/>
                <a:cs typeface="Arial"/>
              </a:defRPr>
            </a:pPr>
            <a:r>
              <a:rPr sz="1800" b="1">
                <a:solidFill>
                  <a:srgbClr val="50DDC4"/>
                </a:solidFill>
                <a:latin typeface="Arial"/>
                <a:ea typeface="Arial"/>
                <a:cs typeface="Arial"/>
              </a:rPr>
              <a:t>React dashboard</a:t>
            </a:r>
          </a:p>
        </p:txBody>
      </p:sp>
      <p:sp>
        <p:nvSpPr>
          <p:cNvPr id="23" name="reveal-3">
            <a:extLst>
              <a:ext uri="{FF2B5EF4-FFF2-40B4-BE49-F238E27FC236}">
                <ns2:creationId id="{CD197144-AC5E-4462-8F75-785649AC60E4}"/>
              </a:ext>
            </a:extLst>
          </p:cNvPr>
          <p:cNvSpPr>
            <a:spLocks noGrp="1"/>
          </p:cNvSpPr>
          <p:nvPr/>
        </p:nvSpPr>
        <p:spPr>
          <a:xfrm>
            <a:off x="9620250" y="3048000"/>
            <a:ext cx="1809750" cy="638175"/>
          </a:xfrm>
          <a:prstGeom prst="rect">
            <a:avLst/>
          </a:prstGeom>
          <a:noFill/>
          <a:ln w="0">
            <a:noFill/>
          </a:ln>
        </p:spPr>
        <p:txBody>
          <a:bodyPr>
            <a:noAutofit/>
          </a:bodyPr>
          <a:lstStyle/>
          <a:p>
            <a:pPr>
              <a:defRPr sz="1500" b="0">
                <a:solidFill>
                  <a:srgbClr val="F1F6F7"/>
                </a:solidFill>
                <a:latin typeface="Arial"/>
                <a:ea typeface="Arial"/>
                <a:cs typeface="Arial"/>
              </a:defRPr>
            </a:pPr>
            <a:r>
              <a:rPr sz="1500" b="0">
                <a:solidFill>
                  <a:srgbClr val="F1F6F7"/>
                </a:solidFill>
                <a:latin typeface="Arial"/>
                <a:ea typeface="Arial"/>
                <a:cs typeface="Arial"/>
              </a:rPr>
              <a:t>Live monitoring</a:t>
            </a:r>
          </a:p>
          <a:p>
            <a:pPr>
              <a:defRPr sz="1500" b="0">
                <a:solidFill>
                  <a:srgbClr val="F1F6F7"/>
                </a:solidFill>
                <a:latin typeface="Arial"/>
                <a:ea typeface="Arial"/>
                <a:cs typeface="Arial"/>
              </a:defRPr>
            </a:pPr>
            <a:r>
              <a:rPr sz="1500" b="0">
                <a:solidFill>
                  <a:srgbClr val="F1F6F7"/>
                </a:solidFill>
                <a:latin typeface="Arial"/>
                <a:ea typeface="Arial"/>
                <a:cs typeface="Arial"/>
              </a:rPr>
              <a:t>Human review</a:t>
            </a:r>
          </a:p>
        </p:txBody>
      </p:sp>
      <p:cxnSp>
        <p:nvCxnSpPr>
          <p:cNvPr id="60" name="reveal-2"/>
          <p:cNvCxnSpPr>
            <a:stCxn id="8" idx="3"/>
            <a:endCxn id="18" idx="1"/>
          </p:cNvCxnSpPr>
          <p:nvPr/>
        </p:nvCxnSpPr>
        <p:spPr>
          <a:xfrm>
            <a:off x="5276850" y="3033713"/>
            <a:ext cx="1057275" cy="0"/>
          </a:xfrm>
          <a:prstGeom prst="straightConnector1">
            <a:avLst/>
          </a:prstGeom>
          <a:ln w="19050">
            <a:solidFill>
              <a:srgbClr val="50DDC4"/>
            </a:solidFill>
            <a:prstDash val="solid"/>
            <a:tailEnd type="triangle" w="sm" len="sm"/>
          </a:ln>
        </p:spPr>
      </p:cxnSp>
      <p:sp>
        <p:nvSpPr>
          <p:cNvPr id="25" name="reveal-2">
            <a:extLst>
              <a:ext uri="{FF2B5EF4-FFF2-40B4-BE49-F238E27FC236}">
                <ns2:creationId id="{C2D96D46-8373-4644-8EAF-059B188BA584}"/>
              </a:ext>
            </a:extLst>
          </p:cNvPr>
          <p:cNvSpPr>
            <a:spLocks noGrp="1"/>
          </p:cNvSpPr>
          <p:nvPr/>
        </p:nvSpPr>
        <p:spPr>
          <a:xfrm>
            <a:off x="5334000" y="2066925"/>
            <a:ext cx="1504950" cy="285750"/>
          </a:xfrm>
          <a:prstGeom prst="rect">
            <a:avLst/>
          </a:prstGeom>
          <a:noFill/>
          <a:ln w="0">
            <a:noFill/>
          </a:ln>
        </p:spPr>
        <p:txBody>
          <a:bodyPr>
            <a:noAutofit/>
          </a:bodyPr>
          <a:lstStyle/>
          <a:p>
            <a:pPr>
              <a:defRPr sz="1500" b="0">
                <a:solidFill>
                  <a:srgbClr val="A6BAC4"/>
                </a:solidFill>
                <a:latin typeface="Arial"/>
                <a:ea typeface="Arial"/>
                <a:cs typeface="Arial"/>
              </a:defRPr>
            </a:pPr>
            <a:r>
              <a:rPr sz="1500" b="0">
                <a:solidFill>
                  <a:srgbClr val="A6BAC4"/>
                </a:solidFill>
                <a:latin typeface="Arial"/>
                <a:ea typeface="Arial"/>
                <a:cs typeface="Arial"/>
              </a:rPr>
              <a:t>HTTP uploads</a:t>
            </a:r>
          </a:p>
        </p:txBody>
      </p:sp>
      <p:cxnSp>
        <p:nvCxnSpPr>
          <p:cNvPr id="62" name="reveal-3"/>
          <p:cNvCxnSpPr>
            <a:stCxn id="18" idx="3"/>
            <a:endCxn id="21" idx="1"/>
          </p:cNvCxnSpPr>
          <p:nvPr/>
        </p:nvCxnSpPr>
        <p:spPr>
          <a:xfrm>
            <a:off x="8524875" y="3033713"/>
            <a:ext cx="942975" cy="0"/>
          </a:xfrm>
          <a:prstGeom prst="straightConnector1">
            <a:avLst/>
          </a:prstGeom>
          <a:ln w="19050">
            <a:solidFill>
              <a:srgbClr val="50DDC4"/>
            </a:solidFill>
            <a:prstDash val="solid"/>
            <a:tailEnd type="triangle" w="sm" len="sm"/>
          </a:ln>
        </p:spPr>
      </p:cxnSp>
      <p:sp>
        <p:nvSpPr>
          <p:cNvPr id="27" name="reveal-3">
            <a:extLst>
              <a:ext uri="{FF2B5EF4-FFF2-40B4-BE49-F238E27FC236}">
                <ns2:creationId id="{EA4AD801-0B02-463D-8E82-D61F6B5C2764}"/>
              </a:ext>
            </a:extLst>
          </p:cNvPr>
          <p:cNvSpPr>
            <a:spLocks noGrp="1"/>
          </p:cNvSpPr>
          <p:nvPr/>
        </p:nvSpPr>
        <p:spPr>
          <a:xfrm>
            <a:off x="8601075" y="2066925"/>
            <a:ext cx="1381125" cy="285750"/>
          </a:xfrm>
          <a:prstGeom prst="rect">
            <a:avLst/>
          </a:prstGeom>
          <a:noFill/>
          <a:ln w="0">
            <a:noFill/>
          </a:ln>
        </p:spPr>
        <p:txBody>
          <a:bodyPr>
            <a:noAutofit/>
          </a:bodyPr>
          <a:lstStyle/>
          <a:p>
            <a:pPr>
              <a:defRPr sz="1500" b="0">
                <a:solidFill>
                  <a:srgbClr val="A6BAC4"/>
                </a:solidFill>
                <a:latin typeface="Arial"/>
                <a:ea typeface="Arial"/>
                <a:cs typeface="Arial"/>
              </a:defRPr>
            </a:pPr>
            <a:r>
              <a:rPr sz="1500" b="0">
                <a:solidFill>
                  <a:srgbClr val="A6BAC4"/>
                </a:solidFill>
                <a:latin typeface="Arial"/>
                <a:ea typeface="Arial"/>
                <a:cs typeface="Arial"/>
              </a:rPr>
              <a:t>Socket.IO</a:t>
            </a:r>
          </a:p>
        </p:txBody>
      </p:sp>
      <p:sp>
        <p:nvSpPr>
          <p:cNvPr id="28" name="reveal-2">
            <a:extLst>
              <a:ext uri="{FF2B5EF4-FFF2-40B4-BE49-F238E27FC236}">
                <ns2:creationId id="{B6046166-CD41-4B7F-A7C5-64F96D72E068}"/>
              </a:ext>
            </a:extLst>
          </p:cNvPr>
          <p:cNvSpPr>
            <a:spLocks noGrp="1"/>
          </p:cNvSpPr>
          <p:nvPr/>
        </p:nvSpPr>
        <p:spPr>
          <a:xfrm>
            <a:off x="6334125" y="4305300"/>
            <a:ext cx="2190750" cy="1047750"/>
          </a:xfrm>
          <a:prstGeom prst="rect">
            <a:avLst/>
          </a:prstGeom>
          <a:solidFill>
            <a:srgbClr val="102F3C"/>
          </a:solidFill>
          <a:ln w="14288">
            <a:solidFill>
              <a:srgbClr val="36616C"/>
            </a:solidFill>
          </a:ln>
        </p:spPr>
      </p:sp>
      <p:sp>
        <p:nvSpPr>
          <p:cNvPr id="29" name="reveal-2">
            <a:extLst>
              <a:ext uri="{FF2B5EF4-FFF2-40B4-BE49-F238E27FC236}">
                <ns2:creationId id="{026FF452-7DDB-44B7-B2F4-C2A2E4F2D98E}"/>
              </a:ext>
            </a:extLst>
          </p:cNvPr>
          <p:cNvSpPr>
            <a:spLocks noGrp="1"/>
          </p:cNvSpPr>
          <p:nvPr/>
        </p:nvSpPr>
        <p:spPr>
          <a:xfrm>
            <a:off x="6486525" y="4438650"/>
            <a:ext cx="1885950" cy="581025"/>
          </a:xfrm>
          <a:prstGeom prst="rect">
            <a:avLst/>
          </a:prstGeom>
          <a:noFill/>
          <a:ln w="0">
            <a:noFill/>
          </a:ln>
        </p:spPr>
        <p:txBody>
          <a:bodyPr>
            <a:noAutofit/>
          </a:bodyPr>
          <a:lstStyle/>
          <a:p>
            <a:pPr>
              <a:defRPr sz="1800" b="1">
                <a:solidFill>
                  <a:srgbClr val="50DDC4"/>
                </a:solidFill>
                <a:latin typeface="Arial"/>
                <a:ea typeface="Arial"/>
                <a:cs typeface="Arial"/>
              </a:defRPr>
            </a:pPr>
            <a:r>
              <a:rPr sz="1800" b="1">
                <a:solidFill>
                  <a:srgbClr val="50DDC4"/>
                </a:solidFill>
                <a:latin typeface="Arial"/>
                <a:ea typeface="Arial"/>
                <a:cs typeface="Arial"/>
              </a:rPr>
              <a:t>MongoDB</a:t>
            </a:r>
          </a:p>
        </p:txBody>
      </p:sp>
      <p:sp>
        <p:nvSpPr>
          <p:cNvPr id="30" name="reveal-2">
            <a:extLst>
              <a:ext uri="{FF2B5EF4-FFF2-40B4-BE49-F238E27FC236}">
                <ns2:creationId id="{BA04074D-3308-431F-AFB5-6BB243D5165A}"/>
              </a:ext>
            </a:extLst>
          </p:cNvPr>
          <p:cNvSpPr>
            <a:spLocks noGrp="1"/>
          </p:cNvSpPr>
          <p:nvPr/>
        </p:nvSpPr>
        <p:spPr>
          <a:xfrm>
            <a:off x="6486525" y="5019675"/>
            <a:ext cx="1885950" cy="285750"/>
          </a:xfrm>
          <a:prstGeom prst="rect">
            <a:avLst/>
          </a:prstGeom>
          <a:noFill/>
          <a:ln w="0">
            <a:noFill/>
          </a:ln>
        </p:spPr>
        <p:txBody>
          <a:bodyPr>
            <a:noAutofit/>
          </a:bodyPr>
          <a:lstStyle/>
          <a:p>
            <a:pPr>
              <a:defRPr sz="1500" b="0">
                <a:solidFill>
                  <a:srgbClr val="F1F6F7"/>
                </a:solidFill>
                <a:latin typeface="Arial"/>
                <a:ea typeface="Arial"/>
                <a:cs typeface="Arial"/>
              </a:defRPr>
            </a:pPr>
            <a:r>
              <a:rPr sz="1500" b="0">
                <a:solidFill>
                  <a:srgbClr val="F1F6F7"/>
                </a:solidFill>
                <a:latin typeface="Arial"/>
                <a:ea typeface="Arial"/>
                <a:cs typeface="Arial"/>
              </a:rPr>
              <a:t>Event records</a:t>
            </a:r>
          </a:p>
        </p:txBody>
      </p:sp>
      <p:cxnSp>
        <p:nvCxnSpPr>
          <p:cNvPr id="67" name="reveal-2"/>
          <p:cNvCxnSpPr>
            <a:stCxn id="18" idx="2"/>
            <a:endCxn id="28" idx="0"/>
          </p:cNvCxnSpPr>
          <p:nvPr/>
        </p:nvCxnSpPr>
        <p:spPr>
          <a:xfrm>
            <a:off x="7429500" y="3733800"/>
            <a:ext cx="0" cy="571500"/>
          </a:xfrm>
          <a:prstGeom prst="straightConnector1">
            <a:avLst/>
          </a:prstGeom>
          <a:ln w="19050">
            <a:solidFill>
              <a:srgbClr val="50DDC4"/>
            </a:solidFill>
            <a:prstDash val="solid"/>
            <a:tailEnd type="triangle" w="sm" len="sm"/>
          </a:ln>
        </p:spPr>
      </p:cxnSp>
      <p:sp>
        <p:nvSpPr>
          <p:cNvPr id="32" name="reveal-2">
            <a:extLst>
              <a:ext uri="{FF2B5EF4-FFF2-40B4-BE49-F238E27FC236}">
                <ns2:creationId id="{5BA60BDE-EBD9-4885-9D1A-6082E218CB86}"/>
              </a:ext>
            </a:extLst>
          </p:cNvPr>
          <p:cNvSpPr>
            <a:spLocks noGrp="1"/>
          </p:cNvSpPr>
          <p:nvPr/>
        </p:nvSpPr>
        <p:spPr>
          <a:xfrm>
            <a:off x="9467850" y="4305300"/>
            <a:ext cx="2114550" cy="1047750"/>
          </a:xfrm>
          <a:prstGeom prst="rect">
            <a:avLst/>
          </a:prstGeom>
          <a:solidFill>
            <a:srgbClr val="102F3C"/>
          </a:solidFill>
          <a:ln w="14288">
            <a:solidFill>
              <a:srgbClr val="36616C"/>
            </a:solidFill>
          </a:ln>
        </p:spPr>
      </p:sp>
      <p:sp>
        <p:nvSpPr>
          <p:cNvPr id="33" name="reveal-2">
            <a:extLst>
              <a:ext uri="{FF2B5EF4-FFF2-40B4-BE49-F238E27FC236}">
                <ns2:creationId id="{984E620C-6847-4634-B5FD-8CF348ED3878}"/>
              </a:ext>
            </a:extLst>
          </p:cNvPr>
          <p:cNvSpPr>
            <a:spLocks noGrp="1"/>
          </p:cNvSpPr>
          <p:nvPr/>
        </p:nvSpPr>
        <p:spPr>
          <a:xfrm>
            <a:off x="9620250" y="4438650"/>
            <a:ext cx="1809750" cy="581025"/>
          </a:xfrm>
          <a:prstGeom prst="rect">
            <a:avLst/>
          </a:prstGeom>
          <a:noFill/>
          <a:ln w="0">
            <a:noFill/>
          </a:ln>
        </p:spPr>
        <p:txBody>
          <a:bodyPr>
            <a:noAutofit/>
          </a:bodyPr>
          <a:lstStyle/>
          <a:p>
            <a:pPr>
              <a:defRPr sz="1800" b="1">
                <a:solidFill>
                  <a:srgbClr val="50DDC4"/>
                </a:solidFill>
                <a:latin typeface="Arial"/>
                <a:ea typeface="Arial"/>
                <a:cs typeface="Arial"/>
              </a:defRPr>
            </a:pPr>
            <a:r>
              <a:rPr sz="1800" b="1">
                <a:solidFill>
                  <a:srgbClr val="50DDC4"/>
                </a:solidFill>
                <a:latin typeface="Arial"/>
                <a:ea typeface="Arial"/>
                <a:cs typeface="Arial"/>
              </a:rPr>
              <a:t>Evidence files</a:t>
            </a:r>
          </a:p>
        </p:txBody>
      </p:sp>
      <p:sp>
        <p:nvSpPr>
          <p:cNvPr id="34" name="reveal-2">
            <a:extLst>
              <a:ext uri="{FF2B5EF4-FFF2-40B4-BE49-F238E27FC236}">
                <ns2:creationId id="{52BA7801-E05C-416A-BD37-1A90190EA784}"/>
              </a:ext>
            </a:extLst>
          </p:cNvPr>
          <p:cNvSpPr>
            <a:spLocks noGrp="1"/>
          </p:cNvSpPr>
          <p:nvPr/>
        </p:nvSpPr>
        <p:spPr>
          <a:xfrm>
            <a:off x="9620250" y="5019675"/>
            <a:ext cx="1809750" cy="285750"/>
          </a:xfrm>
          <a:prstGeom prst="rect">
            <a:avLst/>
          </a:prstGeom>
          <a:noFill/>
          <a:ln w="0">
            <a:noFill/>
          </a:ln>
        </p:spPr>
        <p:txBody>
          <a:bodyPr>
            <a:noAutofit/>
          </a:bodyPr>
          <a:lstStyle/>
          <a:p>
            <a:pPr>
              <a:defRPr sz="1500" b="0">
                <a:solidFill>
                  <a:srgbClr val="F1F6F7"/>
                </a:solidFill>
                <a:latin typeface="Arial"/>
                <a:ea typeface="Arial"/>
                <a:cs typeface="Arial"/>
              </a:defRPr>
            </a:pPr>
            <a:r>
              <a:rPr sz="1500" b="0">
                <a:solidFill>
                  <a:srgbClr val="F1F6F7"/>
                </a:solidFill>
                <a:latin typeface="Arial"/>
                <a:ea typeface="Arial"/>
                <a:cs typeface="Arial"/>
              </a:rPr>
              <a:t>Local / Cloudinary</a:t>
            </a:r>
          </a:p>
        </p:txBody>
      </p:sp>
      <p:cxnSp>
        <p:nvCxnSpPr>
          <p:cNvPr id="71" name="reveal-2"/>
          <p:cNvCxnSpPr>
            <a:stCxn id="18" idx="2"/>
            <a:endCxn id="32" idx="0"/>
          </p:cNvCxnSpPr>
          <p:nvPr/>
        </p:nvCxnSpPr>
        <p:spPr>
          <a:xfrm>
            <a:off x="7429500" y="3733800"/>
            <a:ext cx="3095625" cy="571500"/>
          </a:xfrm>
          <a:prstGeom prst="bentConnector4">
            <a:avLst>
              <a:gd name="adj1" fmla="val 0"/>
              <a:gd name="adj2" fmla="val 50000"/>
            </a:avLst>
          </a:prstGeom>
          <a:ln w="19050">
            <a:solidFill>
              <a:srgbClr val="50DDC4"/>
            </a:solidFill>
            <a:prstDash val="solid"/>
            <a:tailEnd type="triangle" w="sm" len="sm"/>
          </a:ln>
        </p:spPr>
      </p:cxnSp>
      <p:sp>
        <p:nvSpPr>
          <p:cNvPr id="36" name="static">
            <a:extLst>
              <a:ext uri="{FF2B5EF4-FFF2-40B4-BE49-F238E27FC236}">
                <ns2:creationId id="{FBFC4C4B-EE66-497F-91B8-AD89D882F0EE}"/>
              </a:ext>
            </a:extLst>
          </p:cNvPr>
          <p:cNvSpPr>
            <a:spLocks noGrp="1"/>
          </p:cNvSpPr>
          <p:nvPr/>
        </p:nvSpPr>
        <p:spPr>
          <a:xfrm>
            <a:off x="609600" y="5638800"/>
            <a:ext cx="10972800" cy="561975"/>
          </a:xfrm>
          <a:prstGeom prst="rect">
            <a:avLst/>
          </a:prstGeom>
          <a:noFill/>
          <a:ln w="0">
            <a:noFill/>
          </a:ln>
        </p:spPr>
        <p:txBody>
          <a:bodyPr>
            <a:noAutofit/>
          </a:bodyPr>
          <a:lstStyle/>
          <a:p>
            <a:pPr>
              <a:defRPr sz="2250" b="0">
                <a:solidFill>
                  <a:srgbClr val="50DDC4"/>
                </a:solidFill>
                <a:latin typeface="Arial"/>
                <a:ea typeface="Arial"/>
                <a:cs typeface="Arial"/>
              </a:defRPr>
            </a:pPr>
            <a:r>
              <a:rPr sz="2250" b="0">
                <a:solidFill>
                  <a:srgbClr val="50DDC4"/>
                </a:solidFill>
                <a:latin typeface="Arial"/>
                <a:ea typeface="Arial"/>
                <a:cs typeface="Arial"/>
              </a:rPr>
              <a:t>No continuous video upload. The server stores event evidence.</a:t>
            </a:r>
          </a:p>
        </p:txBody>
      </p:sp>
    </p:spTree>
    <p:extLst>
      <p:ext uri="{BB962C8B-B14F-4D97-AF65-F5344CB8AC3E}">
        <ns3:creationId val="172062088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50"/>
                                  <p:tgtEl>
                                    <p:spTgt spid="5"/>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50"/>
                                  <p:tgtEl>
                                    <p:spTgt spid="6"/>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50"/>
                                  <p:tgtEl>
                                    <p:spTgt spid="8"/>
                                  </p:tgtEl>
                                </p:cBhvr>
                              </p:animEffect>
                            </p:childTnLst>
                          </p:cTn>
                        </p:par>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par>
                    <p:cTn id="31" fill="hold">
                      <p:stCondLst>
                        <p:cond delay="indefinite"/>
                      </p:stCondLst>
                      <p:childTnLst>
                        <p:par>
                          <p:cTn id="32" presetID="10" presetClass="entr" presetSubtype="0" fill="hold" grpId="1"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50"/>
                                  <p:tgtEl>
                                    <p:spTgt spid="18"/>
                                  </p:tgtEl>
                                </p:cBhvr>
                              </p:animEffect>
                            </p:childTnLst>
                          </p:cTn>
                        </p:par>
                        <p:par>
                          <p:cTn id="35" presetID="10" presetClass="entr" presetSubtype="0" fill="hold" grpId="1"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450"/>
                                  <p:tgtEl>
                                    <p:spTgt spid="19"/>
                                  </p:tgtEl>
                                </p:cBhvr>
                              </p:animEffect>
                            </p:childTnLst>
                          </p:cTn>
                        </p:par>
                        <p:par>
                          <p:cTn id="38" presetID="10" presetClass="entr" presetSubtype="0" fill="hold" grpId="1"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grpId="1"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450"/>
                                  <p:tgtEl>
                                    <p:spTgt spid="25"/>
                                  </p:tgtEl>
                                </p:cBhvr>
                              </p:animEffect>
                            </p:childTnLst>
                          </p:cTn>
                        </p:par>
                        <p:par>
                          <p:cTn id="44" presetID="10" presetClass="entr" presetSubtype="0" fill="hold" grpId="1" nodeType="click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450"/>
                                  <p:tgtEl>
                                    <p:spTgt spid="28"/>
                                  </p:tgtEl>
                                </p:cBhvr>
                              </p:animEffect>
                            </p:childTnLst>
                          </p:cTn>
                        </p:par>
                        <p:par>
                          <p:cTn id="47" presetID="10" presetClass="entr" presetSubtype="0" fill="hold" grpId="1" nodeType="click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450"/>
                                  <p:tgtEl>
                                    <p:spTgt spid="29"/>
                                  </p:tgtEl>
                                </p:cBhvr>
                              </p:animEffect>
                            </p:childTnLst>
                          </p:cTn>
                        </p:par>
                        <p:par>
                          <p:cTn id="50" presetID="10" presetClass="entr" presetSubtype="0" fill="hold" grpId="1" nodeType="click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450"/>
                                  <p:tgtEl>
                                    <p:spTgt spid="30"/>
                                  </p:tgtEl>
                                </p:cBhvr>
                              </p:animEffect>
                            </p:childTnLst>
                          </p:cTn>
                        </p:par>
                        <p:par>
                          <p:cTn id="53" presetID="10" presetClass="entr" presetSubtype="0" fill="hold" grpId="1" nodeType="click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50"/>
                                  <p:tgtEl>
                                    <p:spTgt spid="32"/>
                                  </p:tgtEl>
                                </p:cBhvr>
                              </p:animEffect>
                            </p:childTnLst>
                          </p:cTn>
                        </p:par>
                        <p:par>
                          <p:cTn id="56" presetID="10" presetClass="entr" presetSubtype="0" fill="hold" grpId="1" nodeType="click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50"/>
                                  <p:tgtEl>
                                    <p:spTgt spid="33"/>
                                  </p:tgtEl>
                                </p:cBhvr>
                              </p:animEffect>
                            </p:childTnLst>
                          </p:cTn>
                        </p:par>
                        <p:par>
                          <p:cTn id="59" presetID="10" presetClass="entr" presetSubtype="0" fill="hold" grpId="1" nodeType="click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50"/>
                                  <p:tgtEl>
                                    <p:spTgt spid="34"/>
                                  </p:tgtEl>
                                </p:cBhvr>
                              </p:animEffect>
                            </p:childTnLst>
                          </p:cTn>
                        </p:par>
                      </p:childTnLst>
                    </p:cTn>
                  </p:par>
                  <p:par>
                    <p:cTn id="62" fill="hold">
                      <p:stCondLst>
                        <p:cond delay="indefinite"/>
                      </p:stCondLst>
                      <p:childTnLst>
                        <p:par>
                          <p:cTn id="63" presetID="10" presetClass="entr" presetSubtype="0" fill="hold" grpId="2" nodeType="click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450"/>
                                  <p:tgtEl>
                                    <p:spTgt spid="21"/>
                                  </p:tgtEl>
                                </p:cBhvr>
                              </p:animEffect>
                            </p:childTnLst>
                          </p:cTn>
                        </p:par>
                        <p:par>
                          <p:cTn id="66" presetID="10" presetClass="entr" presetSubtype="0" fill="hold" grpId="2" nodeType="click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450"/>
                                  <p:tgtEl>
                                    <p:spTgt spid="22"/>
                                  </p:tgtEl>
                                </p:cBhvr>
                              </p:animEffect>
                            </p:childTnLst>
                          </p:cTn>
                        </p:par>
                        <p:par>
                          <p:cTn id="69" presetID="10" presetClass="entr" presetSubtype="0" fill="hold" grpId="2"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50"/>
                                  <p:tgtEl>
                                    <p:spTgt spid="23"/>
                                  </p:tgtEl>
                                </p:cBhvr>
                              </p:animEffect>
                            </p:childTnLst>
                          </p:cTn>
                        </p:par>
                        <p:par>
                          <p:cTn id="72" presetID="10" presetClass="entr" presetSubtype="0" fill="hold" grpId="2"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50"/>
                                  <p:tgtEl>
                                    <p:spTgt spid="2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3" grpId="0" animBg="1"/>
      <p:bldP spid="14" grpId="0" animBg="1"/>
      <p:bldP spid="15" grpId="0" animBg="1"/>
      <p:bldP spid="18" grpId="1" animBg="1"/>
      <p:bldP spid="19" grpId="1" animBg="1"/>
      <p:bldP spid="20" grpId="1" animBg="1"/>
      <p:bldP spid="25" grpId="1" animBg="1"/>
      <p:bldP spid="28" grpId="1" animBg="1"/>
      <p:bldP spid="29" grpId="1" animBg="1"/>
      <p:bldP spid="30" grpId="1" animBg="1"/>
      <p:bldP spid="32" grpId="1" animBg="1"/>
      <p:bldP spid="33" grpId="1" animBg="1"/>
      <p:bldP spid="34" grpId="1" animBg="1"/>
      <p:bldP spid="21" grpId="2" animBg="1"/>
      <p:bldP spid="22" grpId="2" animBg="1"/>
      <p:bldP spid="23" grpId="2" animBg="1"/>
      <p:bldP spid="27" grpId="2" animBg="1"/>
    </p:bldLst>
  </p:timing>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9" name="static">
            <a:extLst>
              <a:ext uri="{FF2B5EF4-FFF2-40B4-BE49-F238E27FC236}">
                <ns2:creationId id="{00124310-EE98-4C87-BCFB-5A83D61FB35D}"/>
              </a:ext>
            </a:extLst>
          </p:cNvPr>
          <p:cNvSpPr>
            <a:spLocks noGrp="1"/>
          </p:cNvSpPr>
          <p:nvPr/>
        </p:nvSpPr>
        <p:spPr>
          <a:xfrm>
            <a:off x="609600" y="438150"/>
            <a:ext cx="10972800" cy="952500"/>
          </a:xfrm>
          <a:prstGeom prst="rect">
            <a:avLst/>
          </a:prstGeom>
          <a:noFill/>
          <a:ln w="0">
            <a:noFill/>
          </a:ln>
        </p:spPr>
        <p:txBody>
          <a:bodyPr>
            <a:noAutofit/>
          </a:bodyPr>
          <a:lstStyle/>
          <a:p>
            <a:pPr>
              <a:buNone/>
              <a:defRPr sz="3600" b="1">
                <a:solidFill>
                  <a:srgbClr val="F1F6F7"/>
                </a:solidFill>
                <a:latin typeface="Arial"/>
                <a:ea typeface="Arial"/>
                <a:cs typeface="Arial"/>
              </a:defRPr>
            </a:pPr>
            <a:r>
              <a:rPr sz="3600" b="1">
                <a:solidFill>
                  <a:srgbClr val="F1F6F7"/>
                </a:solidFill>
                <a:latin typeface="Arial"/>
                <a:ea typeface="Arial"/>
                <a:cs typeface="Arial"/>
              </a:rPr>
              <a:t>Candidate journey</a:t>
            </a:r>
          </a:p>
        </p:txBody>
      </p:sp>
      <p:sp>
        <p:nvSpPr>
          <p:cNvPr id="2" name="static">
            <a:extLst>
              <a:ext uri="{FF2B5EF4-FFF2-40B4-BE49-F238E27FC236}">
                <ns2:creationId id="{5C700780-54C5-40BA-83EC-49ED619DC6FC}"/>
              </a:ext>
            </a:extLst>
          </p:cNvPr>
          <p:cNvSpPr>
            <a:spLocks noGrp="1"/>
          </p:cNvSpPr>
          <p:nvPr/>
        </p:nvSpPr>
        <p:spPr>
          <a:xfrm>
            <a:off x="609600" y="6438900"/>
            <a:ext cx="10972800" cy="238125"/>
          </a:xfrm>
          <a:prstGeom prst="rect">
            <a:avLst/>
          </a:prstGeom>
          <a:noFill/>
          <a:ln w="0">
            <a:noFill/>
          </a:ln>
        </p:spPr>
        <p:txBody>
          <a:bodyPr>
            <a:noAutofit/>
          </a:bodyPr>
          <a:lstStyle/>
          <a:p>
            <a:pPr>
              <a:buNone/>
              <a:defRPr sz="1200" b="0">
                <a:solidFill>
                  <a:srgbClr val="A6BAC4"/>
                </a:solidFill>
                <a:latin typeface="Arial"/>
                <a:ea typeface="Arial"/>
                <a:cs typeface="Arial"/>
              </a:defRPr>
            </a:pPr>
            <a:r>
              <a:rPr sz="1200" b="0">
                <a:solidFill>
                  <a:srgbClr val="A6BAC4"/>
                </a:solidFill>
                <a:latin typeface="Arial"/>
                <a:ea typeface="Arial"/>
                <a:cs typeface="Arial"/>
              </a:rPr>
              <a:t>IntegrityFlow  /  05</a:t>
            </a:r>
          </a:p>
        </p:txBody>
      </p:sp>
      <p:sp>
        <p:nvSpPr>
          <p:cNvPr id="3" name="reveal-1">
            <a:extLst>
              <a:ext uri="{FF2B5EF4-FFF2-40B4-BE49-F238E27FC236}">
                <ns2:creationId id="{3AE1D5FF-77DE-4FE7-BEFD-C69AF8BCBE5C}"/>
              </a:ext>
            </a:extLst>
          </p:cNvPr>
          <p:cNvSpPr>
            <a:spLocks noGrp="1"/>
          </p:cNvSpPr>
          <p:nvPr/>
        </p:nvSpPr>
        <p:spPr>
          <a:xfrm>
            <a:off x="609600" y="1971675"/>
            <a:ext cx="1905000" cy="781050"/>
          </a:xfrm>
          <a:prstGeom prst="rect">
            <a:avLst/>
          </a:prstGeom>
          <a:noFill/>
          <a:ln w="0">
            <a:noFill/>
          </a:ln>
        </p:spPr>
        <p:txBody>
          <a:bodyPr>
            <a:noAutofit/>
          </a:bodyPr>
          <a:lstStyle/>
          <a:p>
            <a:pPr>
              <a:buNone/>
              <a:defRPr sz="4800" b="1">
                <a:solidFill>
                  <a:srgbClr val="50DDC4"/>
                </a:solidFill>
                <a:latin typeface="Arial"/>
                <a:ea typeface="Arial"/>
                <a:cs typeface="Arial"/>
              </a:defRPr>
            </a:pPr>
            <a:r>
              <a:rPr sz="4800" b="1">
                <a:solidFill>
                  <a:srgbClr val="50DDC4"/>
                </a:solidFill>
                <a:latin typeface="Arial"/>
                <a:ea typeface="Arial"/>
                <a:cs typeface="Arial"/>
              </a:rPr>
              <a:t>01</a:t>
            </a:r>
          </a:p>
        </p:txBody>
      </p:sp>
      <p:sp>
        <p:nvSpPr>
          <p:cNvPr id="4" name="reveal-1">
            <a:extLst>
              <a:ext uri="{FF2B5EF4-FFF2-40B4-BE49-F238E27FC236}">
                <ns2:creationId id="{EC1962B7-E5A6-468A-8651-71EF3A319F79}"/>
              </a:ext>
            </a:extLst>
          </p:cNvPr>
          <p:cNvSpPr>
            <a:spLocks noGrp="1"/>
          </p:cNvSpPr>
          <p:nvPr/>
        </p:nvSpPr>
        <p:spPr>
          <a:xfrm>
            <a:off x="609600" y="2990850"/>
            <a:ext cx="1981200" cy="1200150"/>
          </a:xfrm>
          <a:prstGeom prst="rect">
            <a:avLst/>
          </a:prstGeom>
          <a:noFill/>
          <a:ln w="0">
            <a:noFill/>
          </a:ln>
        </p:spPr>
        <p:txBody>
          <a:bodyPr>
            <a:noAutofit/>
          </a:bodyPr>
          <a:lstStyle/>
          <a:p>
            <a:pPr>
              <a:buNone/>
              <a:defRPr sz="2400" b="1">
                <a:solidFill>
                  <a:srgbClr val="F1F6F7"/>
                </a:solidFill>
                <a:latin typeface="Arial"/>
                <a:ea typeface="Arial"/>
                <a:cs typeface="Arial"/>
              </a:defRPr>
            </a:pPr>
            <a:r>
              <a:rPr sz="2400" b="1">
                <a:solidFill>
                  <a:srgbClr val="F1F6F7"/>
                </a:solidFill>
                <a:latin typeface="Arial"/>
                <a:ea typeface="Arial"/>
                <a:cs typeface="Arial"/>
              </a:rPr>
              <a:t>Consent</a:t>
            </a:r>
          </a:p>
          <a:p>
            <a:pPr>
              <a:buNone/>
              <a:defRPr sz="2400" b="1">
                <a:solidFill>
                  <a:srgbClr val="F1F6F7"/>
                </a:solidFill>
                <a:latin typeface="Arial"/>
                <a:ea typeface="Arial"/>
                <a:cs typeface="Arial"/>
              </a:defRPr>
            </a:pPr>
            <a:r>
              <a:rPr sz="2400" b="1">
                <a:solidFill>
                  <a:srgbClr val="F1F6F7"/>
                </a:solidFill>
                <a:latin typeface="Arial"/>
                <a:ea typeface="Arial"/>
                <a:cs typeface="Arial"/>
              </a:rPr>
              <a:t>and identity</a:t>
            </a:r>
          </a:p>
        </p:txBody>
      </p:sp>
      <p:sp>
        <p:nvSpPr>
          <p:cNvPr id="5" name="reveal-1">
            <a:extLst>
              <a:ext uri="{FF2B5EF4-FFF2-40B4-BE49-F238E27FC236}">
                <ns2:creationId id="{FC46C3A1-EE5B-448F-A3EF-A2533298FEBB}"/>
              </a:ext>
            </a:extLst>
          </p:cNvPr>
          <p:cNvSpPr>
            <a:spLocks noGrp="1"/>
          </p:cNvSpPr>
          <p:nvPr/>
        </p:nvSpPr>
        <p:spPr>
          <a:xfrm>
            <a:off x="2352675" y="2457450"/>
            <a:ext cx="533400" cy="609600"/>
          </a:xfrm>
          <a:prstGeom prst="rect">
            <a:avLst/>
          </a:prstGeom>
          <a:noFill/>
          <a:ln w="0">
            <a:noFill/>
          </a:ln>
        </p:spPr>
        <p:txBody>
          <a:bodyPr>
            <a:noAutofit/>
          </a:bodyPr>
          <a:lstStyle/>
          <a:p>
            <a:pPr>
              <a:buNone/>
              <a:defRPr sz="3150" b="0">
                <a:solidFill>
                  <a:srgbClr val="50DDC4"/>
                </a:solidFill>
                <a:latin typeface="Arial"/>
                <a:ea typeface="Arial"/>
                <a:cs typeface="Arial"/>
              </a:defRPr>
            </a:pPr>
            <a:r>
              <a:rPr sz="3150" b="0">
                <a:solidFill>
                  <a:srgbClr val="50DDC4"/>
                </a:solidFill>
                <a:latin typeface="Arial"/>
                <a:ea typeface="Arial"/>
                <a:cs typeface="Arial"/>
              </a:rPr>
              <a:t>→</a:t>
            </a:r>
          </a:p>
        </p:txBody>
      </p:sp>
      <p:sp>
        <p:nvSpPr>
          <p:cNvPr id="6" name="reveal-1">
            <a:extLst>
              <a:ext uri="{FF2B5EF4-FFF2-40B4-BE49-F238E27FC236}">
                <ns2:creationId id="{1EDB3656-1CDE-4A12-9089-52368E6E0D01}"/>
              </a:ext>
            </a:extLst>
          </p:cNvPr>
          <p:cNvSpPr>
            <a:spLocks noGrp="1"/>
          </p:cNvSpPr>
          <p:nvPr/>
        </p:nvSpPr>
        <p:spPr>
          <a:xfrm>
            <a:off x="2895600" y="1971675"/>
            <a:ext cx="1905000" cy="781050"/>
          </a:xfrm>
          <a:prstGeom prst="rect">
            <a:avLst/>
          </a:prstGeom>
          <a:noFill/>
          <a:ln w="0">
            <a:noFill/>
          </a:ln>
        </p:spPr>
        <p:txBody>
          <a:bodyPr>
            <a:noAutofit/>
          </a:bodyPr>
          <a:lstStyle/>
          <a:p>
            <a:pPr>
              <a:buNone/>
              <a:defRPr sz="4800" b="1">
                <a:solidFill>
                  <a:srgbClr val="50DDC4"/>
                </a:solidFill>
                <a:latin typeface="Arial"/>
                <a:ea typeface="Arial"/>
                <a:cs typeface="Arial"/>
              </a:defRPr>
            </a:pPr>
            <a:r>
              <a:rPr sz="4800" b="1">
                <a:solidFill>
                  <a:srgbClr val="50DDC4"/>
                </a:solidFill>
                <a:latin typeface="Arial"/>
                <a:ea typeface="Arial"/>
                <a:cs typeface="Arial"/>
              </a:rPr>
              <a:t>02</a:t>
            </a:r>
          </a:p>
        </p:txBody>
      </p:sp>
      <p:sp>
        <p:nvSpPr>
          <p:cNvPr id="7" name="reveal-1">
            <a:extLst>
              <a:ext uri="{FF2B5EF4-FFF2-40B4-BE49-F238E27FC236}">
                <ns2:creationId id="{7542CF14-D7A0-459A-98EC-C4704E3A7AE3}"/>
              </a:ext>
            </a:extLst>
          </p:cNvPr>
          <p:cNvSpPr>
            <a:spLocks noGrp="1"/>
          </p:cNvSpPr>
          <p:nvPr/>
        </p:nvSpPr>
        <p:spPr>
          <a:xfrm>
            <a:off x="2895600" y="2990850"/>
            <a:ext cx="1981200" cy="1200150"/>
          </a:xfrm>
          <a:prstGeom prst="rect">
            <a:avLst/>
          </a:prstGeom>
          <a:noFill/>
          <a:ln w="0">
            <a:noFill/>
          </a:ln>
        </p:spPr>
        <p:txBody>
          <a:bodyPr>
            <a:noAutofit/>
          </a:bodyPr>
          <a:lstStyle/>
          <a:p>
            <a:pPr>
              <a:buNone/>
              <a:defRPr sz="2400" b="1">
                <a:solidFill>
                  <a:srgbClr val="F1F6F7"/>
                </a:solidFill>
                <a:latin typeface="Arial"/>
                <a:ea typeface="Arial"/>
                <a:cs typeface="Arial"/>
              </a:defRPr>
            </a:pPr>
            <a:r>
              <a:rPr sz="2400" b="1">
                <a:solidFill>
                  <a:srgbClr val="F1F6F7"/>
                </a:solidFill>
                <a:latin typeface="Arial"/>
                <a:ea typeface="Arial"/>
                <a:cs typeface="Arial"/>
              </a:rPr>
              <a:t>System</a:t>
            </a:r>
          </a:p>
          <a:p>
            <a:pPr>
              <a:buNone/>
              <a:defRPr sz="2400" b="1">
                <a:solidFill>
                  <a:srgbClr val="F1F6F7"/>
                </a:solidFill>
                <a:latin typeface="Arial"/>
                <a:ea typeface="Arial"/>
                <a:cs typeface="Arial"/>
              </a:defRPr>
            </a:pPr>
            <a:r>
              <a:rPr sz="2400" b="1">
                <a:solidFill>
                  <a:srgbClr val="F1F6F7"/>
                </a:solidFill>
                <a:latin typeface="Arial"/>
                <a:ea typeface="Arial"/>
                <a:cs typeface="Arial"/>
              </a:rPr>
              <a:t>self-check</a:t>
            </a:r>
          </a:p>
        </p:txBody>
      </p:sp>
      <p:sp>
        <p:nvSpPr>
          <p:cNvPr id="8" name="reveal-1">
            <a:extLst>
              <a:ext uri="{FF2B5EF4-FFF2-40B4-BE49-F238E27FC236}">
                <ns2:creationId id="{73AB51B7-2026-486E-AE4C-95E617A0CF52}"/>
              </a:ext>
            </a:extLst>
          </p:cNvPr>
          <p:cNvSpPr>
            <a:spLocks noGrp="1"/>
          </p:cNvSpPr>
          <p:nvPr/>
        </p:nvSpPr>
        <p:spPr>
          <a:xfrm>
            <a:off x="4638675" y="2457450"/>
            <a:ext cx="533400" cy="609600"/>
          </a:xfrm>
          <a:prstGeom prst="rect">
            <a:avLst/>
          </a:prstGeom>
          <a:noFill/>
          <a:ln w="0">
            <a:noFill/>
          </a:ln>
        </p:spPr>
        <p:txBody>
          <a:bodyPr>
            <a:noAutofit/>
          </a:bodyPr>
          <a:lstStyle/>
          <a:p>
            <a:pPr>
              <a:buNone/>
              <a:defRPr sz="3150" b="0">
                <a:solidFill>
                  <a:srgbClr val="50DDC4"/>
                </a:solidFill>
                <a:latin typeface="Arial"/>
                <a:ea typeface="Arial"/>
                <a:cs typeface="Arial"/>
              </a:defRPr>
            </a:pPr>
            <a:r>
              <a:rPr sz="3150" b="0">
                <a:solidFill>
                  <a:srgbClr val="50DDC4"/>
                </a:solidFill>
                <a:latin typeface="Arial"/>
                <a:ea typeface="Arial"/>
                <a:cs typeface="Arial"/>
              </a:rPr>
              <a:t>→</a:t>
            </a:r>
          </a:p>
        </p:txBody>
      </p:sp>
      <p:sp>
        <p:nvSpPr>
          <p:cNvPr id="9" name="reveal-2">
            <a:extLst>
              <a:ext uri="{FF2B5EF4-FFF2-40B4-BE49-F238E27FC236}">
                <ns2:creationId id="{C3656FED-57FF-4899-A96D-D8FE2CB2371D}"/>
              </a:ext>
            </a:extLst>
          </p:cNvPr>
          <p:cNvSpPr>
            <a:spLocks noGrp="1"/>
          </p:cNvSpPr>
          <p:nvPr/>
        </p:nvSpPr>
        <p:spPr>
          <a:xfrm>
            <a:off x="5181600" y="1971675"/>
            <a:ext cx="1905000" cy="781050"/>
          </a:xfrm>
          <a:prstGeom prst="rect">
            <a:avLst/>
          </a:prstGeom>
          <a:noFill/>
          <a:ln w="0">
            <a:noFill/>
          </a:ln>
        </p:spPr>
        <p:txBody>
          <a:bodyPr>
            <a:noAutofit/>
          </a:bodyPr>
          <a:lstStyle/>
          <a:p>
            <a:pPr>
              <a:buNone/>
              <a:defRPr sz="4800" b="1">
                <a:solidFill>
                  <a:srgbClr val="50DDC4"/>
                </a:solidFill>
                <a:latin typeface="Arial"/>
                <a:ea typeface="Arial"/>
                <a:cs typeface="Arial"/>
              </a:defRPr>
            </a:pPr>
            <a:r>
              <a:rPr sz="4800" b="1">
                <a:solidFill>
                  <a:srgbClr val="50DDC4"/>
                </a:solidFill>
                <a:latin typeface="Arial"/>
                <a:ea typeface="Arial"/>
                <a:cs typeface="Arial"/>
              </a:rPr>
              <a:t>03</a:t>
            </a:r>
          </a:p>
        </p:txBody>
      </p:sp>
      <p:sp>
        <p:nvSpPr>
          <p:cNvPr id="10" name="reveal-2">
            <a:extLst>
              <a:ext uri="{FF2B5EF4-FFF2-40B4-BE49-F238E27FC236}">
                <ns2:creationId id="{4F8DB7C8-A2D7-431A-BDF5-6D112F83B092}"/>
              </a:ext>
            </a:extLst>
          </p:cNvPr>
          <p:cNvSpPr>
            <a:spLocks noGrp="1"/>
          </p:cNvSpPr>
          <p:nvPr/>
        </p:nvSpPr>
        <p:spPr>
          <a:xfrm>
            <a:off x="5181600" y="2990850"/>
            <a:ext cx="1981200" cy="1200150"/>
          </a:xfrm>
          <a:prstGeom prst="rect">
            <a:avLst/>
          </a:prstGeom>
          <a:noFill/>
          <a:ln w="0">
            <a:noFill/>
          </a:ln>
        </p:spPr>
        <p:txBody>
          <a:bodyPr>
            <a:noAutofit/>
          </a:bodyPr>
          <a:lstStyle/>
          <a:p>
            <a:pPr>
              <a:buNone/>
              <a:defRPr sz="2400" b="1">
                <a:solidFill>
                  <a:srgbClr val="F1F6F7"/>
                </a:solidFill>
                <a:latin typeface="Arial"/>
                <a:ea typeface="Arial"/>
                <a:cs typeface="Arial"/>
              </a:defRPr>
            </a:pPr>
            <a:r>
              <a:rPr sz="2400" b="1">
                <a:solidFill>
                  <a:srgbClr val="F1F6F7"/>
                </a:solidFill>
                <a:latin typeface="Arial"/>
                <a:ea typeface="Arial"/>
                <a:cs typeface="Arial"/>
              </a:rPr>
              <a:t>Paper and</a:t>
            </a:r>
          </a:p>
          <a:p>
            <a:pPr>
              <a:buNone/>
              <a:defRPr sz="2400" b="1">
                <a:solidFill>
                  <a:srgbClr val="F1F6F7"/>
                </a:solidFill>
                <a:latin typeface="Arial"/>
                <a:ea typeface="Arial"/>
                <a:cs typeface="Arial"/>
              </a:defRPr>
            </a:pPr>
            <a:r>
              <a:rPr sz="2400" b="1">
                <a:solidFill>
                  <a:srgbClr val="F1F6F7"/>
                </a:solidFill>
                <a:latin typeface="Arial"/>
                <a:ea typeface="Arial"/>
                <a:cs typeface="Arial"/>
              </a:rPr>
              <a:t>answers</a:t>
            </a:r>
          </a:p>
        </p:txBody>
      </p:sp>
      <p:sp>
        <p:nvSpPr>
          <p:cNvPr id="11" name="reveal-2">
            <a:extLst>
              <a:ext uri="{FF2B5EF4-FFF2-40B4-BE49-F238E27FC236}">
                <ns2:creationId id="{16A0FC55-9788-44D4-8530-44C9B0A76D48}"/>
              </a:ext>
            </a:extLst>
          </p:cNvPr>
          <p:cNvSpPr>
            <a:spLocks noGrp="1"/>
          </p:cNvSpPr>
          <p:nvPr/>
        </p:nvSpPr>
        <p:spPr>
          <a:xfrm>
            <a:off x="6924675" y="2457450"/>
            <a:ext cx="533400" cy="609600"/>
          </a:xfrm>
          <a:prstGeom prst="rect">
            <a:avLst/>
          </a:prstGeom>
          <a:noFill/>
          <a:ln w="0">
            <a:noFill/>
          </a:ln>
        </p:spPr>
        <p:txBody>
          <a:bodyPr>
            <a:noAutofit/>
          </a:bodyPr>
          <a:lstStyle/>
          <a:p>
            <a:pPr>
              <a:buNone/>
              <a:defRPr sz="3150" b="0">
                <a:solidFill>
                  <a:srgbClr val="50DDC4"/>
                </a:solidFill>
                <a:latin typeface="Arial"/>
                <a:ea typeface="Arial"/>
                <a:cs typeface="Arial"/>
              </a:defRPr>
            </a:pPr>
            <a:r>
              <a:rPr sz="3150" b="0">
                <a:solidFill>
                  <a:srgbClr val="50DDC4"/>
                </a:solidFill>
                <a:latin typeface="Arial"/>
                <a:ea typeface="Arial"/>
                <a:cs typeface="Arial"/>
              </a:rPr>
              <a:t>→</a:t>
            </a:r>
          </a:p>
        </p:txBody>
      </p:sp>
      <p:sp>
        <p:nvSpPr>
          <p:cNvPr id="12" name="reveal-2">
            <a:extLst>
              <a:ext uri="{FF2B5EF4-FFF2-40B4-BE49-F238E27FC236}">
                <ns2:creationId id="{3542A27B-9009-4B08-8C2B-C8526CEC74F8}"/>
              </a:ext>
            </a:extLst>
          </p:cNvPr>
          <p:cNvSpPr>
            <a:spLocks noGrp="1"/>
          </p:cNvSpPr>
          <p:nvPr/>
        </p:nvSpPr>
        <p:spPr>
          <a:xfrm>
            <a:off x="7467600" y="1971675"/>
            <a:ext cx="1905000" cy="781050"/>
          </a:xfrm>
          <a:prstGeom prst="rect">
            <a:avLst/>
          </a:prstGeom>
          <a:noFill/>
          <a:ln w="0">
            <a:noFill/>
          </a:ln>
        </p:spPr>
        <p:txBody>
          <a:bodyPr>
            <a:noAutofit/>
          </a:bodyPr>
          <a:lstStyle/>
          <a:p>
            <a:pPr>
              <a:buNone/>
              <a:defRPr sz="4800" b="1">
                <a:solidFill>
                  <a:srgbClr val="50DDC4"/>
                </a:solidFill>
                <a:latin typeface="Arial"/>
                <a:ea typeface="Arial"/>
                <a:cs typeface="Arial"/>
              </a:defRPr>
            </a:pPr>
            <a:r>
              <a:rPr sz="4800" b="1">
                <a:solidFill>
                  <a:srgbClr val="50DDC4"/>
                </a:solidFill>
                <a:latin typeface="Arial"/>
                <a:ea typeface="Arial"/>
                <a:cs typeface="Arial"/>
              </a:rPr>
              <a:t>04</a:t>
            </a:r>
          </a:p>
        </p:txBody>
      </p:sp>
      <p:sp>
        <p:nvSpPr>
          <p:cNvPr id="13" name="reveal-2">
            <a:extLst>
              <a:ext uri="{FF2B5EF4-FFF2-40B4-BE49-F238E27FC236}">
                <ns2:creationId id="{2C8F4B08-BAB1-4667-B573-622100708073}"/>
              </a:ext>
            </a:extLst>
          </p:cNvPr>
          <p:cNvSpPr>
            <a:spLocks noGrp="1"/>
          </p:cNvSpPr>
          <p:nvPr/>
        </p:nvSpPr>
        <p:spPr>
          <a:xfrm>
            <a:off x="7467600" y="2990850"/>
            <a:ext cx="1981200" cy="1200150"/>
          </a:xfrm>
          <a:prstGeom prst="rect">
            <a:avLst/>
          </a:prstGeom>
          <a:noFill/>
          <a:ln w="0">
            <a:noFill/>
          </a:ln>
        </p:spPr>
        <p:txBody>
          <a:bodyPr>
            <a:noAutofit/>
          </a:bodyPr>
          <a:lstStyle/>
          <a:p>
            <a:pPr>
              <a:buNone/>
              <a:defRPr sz="2400" b="1">
                <a:solidFill>
                  <a:srgbClr val="F1F6F7"/>
                </a:solidFill>
                <a:latin typeface="Arial"/>
                <a:ea typeface="Arial"/>
                <a:cs typeface="Arial"/>
              </a:defRPr>
            </a:pPr>
            <a:r>
              <a:rPr sz="2400" b="1">
                <a:solidFill>
                  <a:srgbClr val="F1F6F7"/>
                </a:solidFill>
                <a:latin typeface="Arial"/>
                <a:ea typeface="Arial"/>
                <a:cs typeface="Arial"/>
              </a:rPr>
              <a:t>Local</a:t>
            </a:r>
          </a:p>
          <a:p>
            <a:pPr>
              <a:buNone/>
              <a:defRPr sz="2400" b="1">
                <a:solidFill>
                  <a:srgbClr val="F1F6F7"/>
                </a:solidFill>
                <a:latin typeface="Arial"/>
                <a:ea typeface="Arial"/>
                <a:cs typeface="Arial"/>
              </a:defRPr>
            </a:pPr>
            <a:r>
              <a:rPr sz="2400" b="1">
                <a:solidFill>
                  <a:srgbClr val="F1F6F7"/>
                </a:solidFill>
                <a:latin typeface="Arial"/>
                <a:ea typeface="Arial"/>
                <a:cs typeface="Arial"/>
              </a:rPr>
              <a:t>monitoring</a:t>
            </a:r>
          </a:p>
        </p:txBody>
      </p:sp>
      <p:sp>
        <p:nvSpPr>
          <p:cNvPr id="14" name="reveal-2">
            <a:extLst>
              <a:ext uri="{FF2B5EF4-FFF2-40B4-BE49-F238E27FC236}">
                <ns2:creationId id="{FC794A15-D406-4393-B2A7-4A6C1D1724B7}"/>
              </a:ext>
            </a:extLst>
          </p:cNvPr>
          <p:cNvSpPr>
            <a:spLocks noGrp="1"/>
          </p:cNvSpPr>
          <p:nvPr/>
        </p:nvSpPr>
        <p:spPr>
          <a:xfrm>
            <a:off x="9210675" y="2457450"/>
            <a:ext cx="533400" cy="609600"/>
          </a:xfrm>
          <a:prstGeom prst="rect">
            <a:avLst/>
          </a:prstGeom>
          <a:noFill/>
          <a:ln w="0">
            <a:noFill/>
          </a:ln>
        </p:spPr>
        <p:txBody>
          <a:bodyPr>
            <a:noAutofit/>
          </a:bodyPr>
          <a:lstStyle/>
          <a:p>
            <a:pPr>
              <a:buNone/>
              <a:defRPr sz="3150" b="0">
                <a:solidFill>
                  <a:srgbClr val="50DDC4"/>
                </a:solidFill>
                <a:latin typeface="Arial"/>
                <a:ea typeface="Arial"/>
                <a:cs typeface="Arial"/>
              </a:defRPr>
            </a:pPr>
            <a:r>
              <a:rPr sz="3150" b="0">
                <a:solidFill>
                  <a:srgbClr val="50DDC4"/>
                </a:solidFill>
                <a:latin typeface="Arial"/>
                <a:ea typeface="Arial"/>
                <a:cs typeface="Arial"/>
              </a:rPr>
              <a:t>→</a:t>
            </a:r>
          </a:p>
        </p:txBody>
      </p:sp>
      <p:sp>
        <p:nvSpPr>
          <p:cNvPr id="15" name="reveal-3">
            <a:extLst>
              <a:ext uri="{FF2B5EF4-FFF2-40B4-BE49-F238E27FC236}">
                <ns2:creationId id="{BF98BCED-F2B8-42C5-9A73-1F76F430D256}"/>
              </a:ext>
            </a:extLst>
          </p:cNvPr>
          <p:cNvSpPr>
            <a:spLocks noGrp="1"/>
          </p:cNvSpPr>
          <p:nvPr/>
        </p:nvSpPr>
        <p:spPr>
          <a:xfrm>
            <a:off x="9753600" y="1971675"/>
            <a:ext cx="1905000" cy="781050"/>
          </a:xfrm>
          <a:prstGeom prst="rect">
            <a:avLst/>
          </a:prstGeom>
          <a:noFill/>
          <a:ln w="0">
            <a:noFill/>
          </a:ln>
        </p:spPr>
        <p:txBody>
          <a:bodyPr>
            <a:noAutofit/>
          </a:bodyPr>
          <a:lstStyle/>
          <a:p>
            <a:pPr>
              <a:buNone/>
              <a:defRPr sz="4800" b="1">
                <a:solidFill>
                  <a:srgbClr val="50DDC4"/>
                </a:solidFill>
                <a:latin typeface="Arial"/>
                <a:ea typeface="Arial"/>
                <a:cs typeface="Arial"/>
              </a:defRPr>
            </a:pPr>
            <a:r>
              <a:rPr sz="4800" b="1">
                <a:solidFill>
                  <a:srgbClr val="50DDC4"/>
                </a:solidFill>
                <a:latin typeface="Arial"/>
                <a:ea typeface="Arial"/>
                <a:cs typeface="Arial"/>
              </a:rPr>
              <a:t>05</a:t>
            </a:r>
          </a:p>
        </p:txBody>
      </p:sp>
      <p:sp>
        <p:nvSpPr>
          <p:cNvPr id="16" name="reveal-3">
            <a:extLst>
              <a:ext uri="{FF2B5EF4-FFF2-40B4-BE49-F238E27FC236}">
                <ns2:creationId id="{D6779F37-B6EF-430B-AB1A-D1EF36993515}"/>
              </a:ext>
            </a:extLst>
          </p:cNvPr>
          <p:cNvSpPr>
            <a:spLocks noGrp="1"/>
          </p:cNvSpPr>
          <p:nvPr/>
        </p:nvSpPr>
        <p:spPr>
          <a:xfrm>
            <a:off x="9753600" y="2990850"/>
            <a:ext cx="1981200" cy="1200150"/>
          </a:xfrm>
          <a:prstGeom prst="rect">
            <a:avLst/>
          </a:prstGeom>
          <a:noFill/>
          <a:ln w="0">
            <a:noFill/>
          </a:ln>
        </p:spPr>
        <p:txBody>
          <a:bodyPr>
            <a:noAutofit/>
          </a:bodyPr>
          <a:lstStyle/>
          <a:p>
            <a:pPr>
              <a:buNone/>
              <a:defRPr sz="2400" b="1">
                <a:solidFill>
                  <a:srgbClr val="F1F6F7"/>
                </a:solidFill>
                <a:latin typeface="Arial"/>
                <a:ea typeface="Arial"/>
                <a:cs typeface="Arial"/>
              </a:defRPr>
            </a:pPr>
            <a:r>
              <a:rPr sz="2400" b="1">
                <a:solidFill>
                  <a:srgbClr val="F1F6F7"/>
                </a:solidFill>
                <a:latin typeface="Arial"/>
                <a:ea typeface="Arial"/>
                <a:cs typeface="Arial"/>
              </a:rPr>
              <a:t>Final</a:t>
            </a:r>
          </a:p>
          <a:p>
            <a:pPr>
              <a:buNone/>
              <a:defRPr sz="2400" b="1">
                <a:solidFill>
                  <a:srgbClr val="F1F6F7"/>
                </a:solidFill>
                <a:latin typeface="Arial"/>
                <a:ea typeface="Arial"/>
                <a:cs typeface="Arial"/>
              </a:defRPr>
            </a:pPr>
            <a:r>
              <a:rPr sz="2400" b="1">
                <a:solidFill>
                  <a:srgbClr val="F1F6F7"/>
                </a:solidFill>
                <a:latin typeface="Arial"/>
                <a:ea typeface="Arial"/>
                <a:cs typeface="Arial"/>
              </a:rPr>
              <a:t>submission</a:t>
            </a:r>
          </a:p>
        </p:txBody>
      </p:sp>
      <p:sp>
        <p:nvSpPr>
          <p:cNvPr id="17" name="static">
            <a:extLst>
              <a:ext uri="{FF2B5EF4-FFF2-40B4-BE49-F238E27FC236}">
                <ns2:creationId id="{E99A758F-50BD-4D42-945D-D3FEABFF34C2}"/>
              </a:ext>
            </a:extLst>
          </p:cNvPr>
          <p:cNvSpPr>
            <a:spLocks noGrp="1"/>
          </p:cNvSpPr>
          <p:nvPr/>
        </p:nvSpPr>
        <p:spPr>
          <a:xfrm>
            <a:off x="609600" y="4829175"/>
            <a:ext cx="10858500" cy="523875"/>
          </a:xfrm>
          <a:prstGeom prst="rect">
            <a:avLst/>
          </a:prstGeom>
          <a:noFill/>
          <a:ln w="0">
            <a:noFill/>
          </a:ln>
        </p:spPr>
        <p:txBody>
          <a:bodyPr>
            <a:noAutofit/>
          </a:bodyPr>
          <a:lstStyle/>
          <a:p>
            <a:pPr>
              <a:buNone/>
              <a:defRPr sz="2025" b="0">
                <a:solidFill>
                  <a:srgbClr val="A6BAC4"/>
                </a:solidFill>
                <a:latin typeface="Arial"/>
                <a:ea typeface="Arial"/>
                <a:cs typeface="Arial"/>
              </a:defRPr>
            </a:pPr>
            <a:r>
              <a:rPr sz="2025" b="0">
                <a:solidFill>
                  <a:srgbClr val="A6BAC4"/>
                </a:solidFill>
                <a:latin typeface="Arial"/>
                <a:ea typeface="Arial"/>
                <a:cs typeface="Arial"/>
              </a:rPr>
              <a:t>Online checks include camera, microphone and voice reference.</a:t>
            </a:r>
          </a:p>
        </p:txBody>
      </p:sp>
      <p:sp>
        <p:nvSpPr>
          <p:cNvPr id="18" name="static">
            <a:extLst>
              <a:ext uri="{FF2B5EF4-FFF2-40B4-BE49-F238E27FC236}">
                <ns2:creationId id="{3687E2F5-F752-40DF-884D-525D3BB82B9B}"/>
              </a:ext>
            </a:extLst>
          </p:cNvPr>
          <p:cNvSpPr>
            <a:spLocks noGrp="1"/>
          </p:cNvSpPr>
          <p:nvPr/>
        </p:nvSpPr>
        <p:spPr>
          <a:xfrm>
            <a:off x="609600" y="5467350"/>
            <a:ext cx="10858500" cy="523875"/>
          </a:xfrm>
          <a:prstGeom prst="rect">
            <a:avLst/>
          </a:prstGeom>
          <a:noFill/>
          <a:ln w="0">
            <a:noFill/>
          </a:ln>
        </p:spPr>
        <p:txBody>
          <a:bodyPr>
            <a:noAutofit/>
          </a:bodyPr>
          <a:lstStyle/>
          <a:p>
            <a:pPr>
              <a:buNone/>
              <a:defRPr sz="2025" b="0">
                <a:solidFill>
                  <a:srgbClr val="A6BAC4"/>
                </a:solidFill>
                <a:latin typeface="Arial"/>
                <a:ea typeface="Arial"/>
                <a:cs typeface="Arial"/>
              </a:defRPr>
            </a:pPr>
            <a:r>
              <a:rPr sz="2025" b="0">
                <a:solidFill>
                  <a:srgbClr val="A6BAC4"/>
                </a:solidFill>
                <a:latin typeface="Arial"/>
                <a:ea typeface="Arial"/>
                <a:cs typeface="Arial"/>
              </a:rPr>
              <a:t>Process, USB storage and display checks protect the environment.</a:t>
            </a:r>
          </a:p>
        </p:txBody>
      </p:sp>
    </p:spTree>
    <p:extLst>
      <p:ext uri="{BB962C8B-B14F-4D97-AF65-F5344CB8AC3E}">
        <ns3:creationId val="81556843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childTnLst>
                    </p:cTn>
                  </p:par>
                  <p:par>
                    <p:cTn id="22" fill="hold">
                      <p:stCondLst>
                        <p:cond delay="indefinite"/>
                      </p:stCondLst>
                      <p:childTnLst>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grpId="1"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par>
                          <p:cTn id="29" presetID="10" presetClass="entr" presetSubtype="0" fill="hold" grpId="1"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50"/>
                                  <p:tgtEl>
                                    <p:spTgt spid="11"/>
                                  </p:tgtEl>
                                </p:cBhvr>
                              </p:animEffect>
                            </p:childTnLst>
                          </p:cTn>
                        </p:par>
                        <p:par>
                          <p:cTn id="32" presetID="10" presetClass="entr" presetSubtype="0" fill="hold" grpId="1"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50"/>
                                  <p:tgtEl>
                                    <p:spTgt spid="12"/>
                                  </p:tgtEl>
                                </p:cBhvr>
                              </p:animEffect>
                            </p:childTnLst>
                          </p:cTn>
                        </p:par>
                        <p:par>
                          <p:cTn id="35" presetID="10" presetClass="entr" presetSubtype="0" fill="hold" grpId="1"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50"/>
                                  <p:tgtEl>
                                    <p:spTgt spid="13"/>
                                  </p:tgtEl>
                                </p:cBhvr>
                              </p:animEffect>
                            </p:childTnLst>
                          </p:cTn>
                        </p:par>
                        <p:par>
                          <p:cTn id="38" presetID="10" presetClass="entr" presetSubtype="0" fill="hold" grpId="1"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50"/>
                                  <p:tgtEl>
                                    <p:spTgt spid="14"/>
                                  </p:tgtEl>
                                </p:cBhvr>
                              </p:animEffect>
                            </p:childTnLst>
                          </p:cTn>
                        </p:par>
                      </p:childTnLst>
                    </p:cTn>
                  </p:par>
                  <p:par>
                    <p:cTn id="41" fill="hold">
                      <p:stCondLst>
                        <p:cond delay="indefinite"/>
                      </p:stCondLst>
                      <p:childTnLst>
                        <p:par>
                          <p:cTn id="42" presetID="10" presetClass="entr" presetSubtype="0" fill="hold" grpId="2"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450"/>
                                  <p:tgtEl>
                                    <p:spTgt spid="15"/>
                                  </p:tgtEl>
                                </p:cBhvr>
                              </p:animEffect>
                            </p:childTnLst>
                          </p:cTn>
                        </p:par>
                        <p:par>
                          <p:cTn id="45" presetID="10" presetClass="entr" presetSubtype="0" fill="hold" grpId="2"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4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1" animBg="1"/>
      <p:bldP spid="10" grpId="1" animBg="1"/>
      <p:bldP spid="11" grpId="1" animBg="1"/>
      <p:bldP spid="12" grpId="1" animBg="1"/>
      <p:bldP spid="13" grpId="1" animBg="1"/>
      <p:bldP spid="14" grpId="1" animBg="1"/>
      <p:bldP spid="15" grpId="2" animBg="1"/>
      <p:bldP spid="16" grpId="2" animBg="1"/>
    </p:bldLst>
  </p:timing>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7" name="static">
            <a:extLst>
              <a:ext uri="{FF2B5EF4-FFF2-40B4-BE49-F238E27FC236}">
                <ns2:creationId id="{06C4223F-8F00-4559-8952-306775F0BE51}"/>
              </a:ext>
            </a:extLst>
          </p:cNvPr>
          <p:cNvSpPr>
            <a:spLocks noGrp="1"/>
          </p:cNvSpPr>
          <p:nvPr/>
        </p:nvSpPr>
        <p:spPr>
          <a:xfrm>
            <a:off x="609600" y="438150"/>
            <a:ext cx="10972800" cy="952500"/>
          </a:xfrm>
          <a:prstGeom prst="rect">
            <a:avLst/>
          </a:prstGeom>
          <a:noFill/>
          <a:ln w="0">
            <a:noFill/>
          </a:ln>
        </p:spPr>
        <p:txBody>
          <a:bodyPr>
            <a:noAutofit/>
          </a:bodyPr>
          <a:lstStyle/>
          <a:p>
            <a:pPr>
              <a:buNone/>
              <a:defRPr sz="3600" b="1">
                <a:solidFill>
                  <a:srgbClr val="F1F6F7"/>
                </a:solidFill>
                <a:latin typeface="Arial"/>
                <a:ea typeface="Arial"/>
                <a:cs typeface="Arial"/>
              </a:defRPr>
            </a:pPr>
            <a:r>
              <a:rPr sz="3600" b="1">
                <a:solidFill>
                  <a:srgbClr val="F1F6F7"/>
                </a:solidFill>
                <a:latin typeface="Arial"/>
                <a:ea typeface="Arial"/>
                <a:cs typeface="Arial"/>
              </a:rPr>
              <a:t>Evidence supports examiner judgment</a:t>
            </a:r>
          </a:p>
        </p:txBody>
      </p:sp>
      <p:sp>
        <p:nvSpPr>
          <p:cNvPr id="2" name="static">
            <a:extLst>
              <a:ext uri="{FF2B5EF4-FFF2-40B4-BE49-F238E27FC236}">
                <ns2:creationId id="{255E5A4E-4464-496D-B9FB-49D78CAB3281}"/>
              </a:ext>
            </a:extLst>
          </p:cNvPr>
          <p:cNvSpPr>
            <a:spLocks noGrp="1"/>
          </p:cNvSpPr>
          <p:nvPr/>
        </p:nvSpPr>
        <p:spPr>
          <a:xfrm>
            <a:off x="609600" y="6438900"/>
            <a:ext cx="10972800" cy="238125"/>
          </a:xfrm>
          <a:prstGeom prst="rect">
            <a:avLst/>
          </a:prstGeom>
          <a:noFill/>
          <a:ln w="0">
            <a:noFill/>
          </a:ln>
        </p:spPr>
        <p:txBody>
          <a:bodyPr>
            <a:noAutofit/>
          </a:bodyPr>
          <a:lstStyle/>
          <a:p>
            <a:pPr>
              <a:buNone/>
              <a:defRPr sz="1200" b="0">
                <a:solidFill>
                  <a:srgbClr val="A6BAC4"/>
                </a:solidFill>
                <a:latin typeface="Arial"/>
                <a:ea typeface="Arial"/>
                <a:cs typeface="Arial"/>
              </a:defRPr>
            </a:pPr>
            <a:r>
              <a:rPr sz="1200" b="0">
                <a:solidFill>
                  <a:srgbClr val="A6BAC4"/>
                </a:solidFill>
                <a:latin typeface="Arial"/>
                <a:ea typeface="Arial"/>
                <a:cs typeface="Arial"/>
              </a:rPr>
              <a:t>IntegrityFlow  /  06</a:t>
            </a:r>
          </a:p>
        </p:txBody>
      </p:sp>
      <p:sp>
        <p:nvSpPr>
          <p:cNvPr id="3" name="reveal-1">
            <a:extLst>
              <a:ext uri="{FF2B5EF4-FFF2-40B4-BE49-F238E27FC236}">
                <ns2:creationId id="{AB7986C7-BB9F-4067-9DCA-9A04F41506A5}"/>
              </a:ext>
            </a:extLst>
          </p:cNvPr>
          <p:cNvSpPr>
            <a:spLocks noGrp="1"/>
          </p:cNvSpPr>
          <p:nvPr/>
        </p:nvSpPr>
        <p:spPr>
          <a:xfrm>
            <a:off x="609600" y="1962150"/>
            <a:ext cx="3086100" cy="1714500"/>
          </a:xfrm>
          <a:prstGeom prst="rect">
            <a:avLst/>
          </a:prstGeom>
          <a:solidFill>
            <a:srgbClr val="102F3C"/>
          </a:solidFill>
          <a:ln w="9525">
            <a:solidFill>
              <a:srgbClr val="36616C"/>
            </a:solidFill>
          </a:ln>
        </p:spPr>
      </p:sp>
      <p:sp>
        <p:nvSpPr>
          <p:cNvPr id="4" name="reveal-1">
            <a:extLst>
              <a:ext uri="{FF2B5EF4-FFF2-40B4-BE49-F238E27FC236}">
                <ns2:creationId id="{6935C862-E5BC-47CF-9684-78A8394B4101}"/>
              </a:ext>
            </a:extLst>
          </p:cNvPr>
          <p:cNvSpPr>
            <a:spLocks noGrp="1"/>
          </p:cNvSpPr>
          <p:nvPr/>
        </p:nvSpPr>
        <p:spPr>
          <a:xfrm>
            <a:off x="819150" y="2171700"/>
            <a:ext cx="2667000" cy="685800"/>
          </a:xfrm>
          <a:prstGeom prst="rect">
            <a:avLst/>
          </a:prstGeom>
          <a:noFill/>
          <a:ln w="0">
            <a:noFill/>
          </a:ln>
        </p:spPr>
        <p:txBody>
          <a:bodyPr>
            <a:noAutofit/>
          </a:bodyPr>
          <a:lstStyle/>
          <a:p>
            <a:pPr>
              <a:buNone/>
              <a:defRPr sz="2250" b="1">
                <a:solidFill>
                  <a:srgbClr val="50DDC4"/>
                </a:solidFill>
                <a:latin typeface="Arial"/>
                <a:ea typeface="Arial"/>
                <a:cs typeface="Arial"/>
              </a:defRPr>
            </a:pPr>
            <a:r>
              <a:rPr sz="2250" b="1">
                <a:solidFill>
                  <a:srgbClr val="50DDC4"/>
                </a:solidFill>
                <a:latin typeface="Arial"/>
                <a:ea typeface="Arial"/>
                <a:cs typeface="Arial"/>
              </a:rPr>
              <a:t>Alert</a:t>
            </a:r>
          </a:p>
        </p:txBody>
      </p:sp>
      <p:sp>
        <p:nvSpPr>
          <p:cNvPr id="5" name="reveal-1">
            <a:extLst>
              <a:ext uri="{FF2B5EF4-FFF2-40B4-BE49-F238E27FC236}">
                <ns2:creationId id="{ACA299A3-4E79-4765-B0B2-7AD53F3892E0}"/>
              </a:ext>
            </a:extLst>
          </p:cNvPr>
          <p:cNvSpPr>
            <a:spLocks noGrp="1"/>
          </p:cNvSpPr>
          <p:nvPr/>
        </p:nvSpPr>
        <p:spPr>
          <a:xfrm>
            <a:off x="819150" y="2914650"/>
            <a:ext cx="2667000" cy="666750"/>
          </a:xfrm>
          <a:prstGeom prst="rect">
            <a:avLst/>
          </a:prstGeom>
          <a:noFill/>
          <a:ln w="0">
            <a:noFill/>
          </a:ln>
        </p:spPr>
        <p:txBody>
          <a:bodyPr>
            <a:noAutofit/>
          </a:bodyPr>
          <a:lstStyle/>
          <a:p>
            <a:pPr>
              <a:buNone/>
              <a:defRPr sz="1725" b="0">
                <a:solidFill>
                  <a:srgbClr val="F1F6F7"/>
                </a:solidFill>
                <a:latin typeface="Arial"/>
                <a:ea typeface="Arial"/>
                <a:cs typeface="Arial"/>
              </a:defRPr>
            </a:pPr>
            <a:r>
              <a:rPr sz="1725" b="0">
                <a:solidFill>
                  <a:srgbClr val="F1F6F7"/>
                </a:solidFill>
                <a:latin typeface="Arial"/>
                <a:ea typeface="Arial"/>
                <a:cs typeface="Arial"/>
              </a:rPr>
              <a:t>Candidate + event identity</a:t>
            </a:r>
          </a:p>
        </p:txBody>
      </p:sp>
      <p:sp>
        <p:nvSpPr>
          <p:cNvPr id="6" name="reveal-2">
            <a:extLst>
              <a:ext uri="{FF2B5EF4-FFF2-40B4-BE49-F238E27FC236}">
                <ns2:creationId id="{8833875B-81A1-4664-A38A-8EF976A20B5C}"/>
              </a:ext>
            </a:extLst>
          </p:cNvPr>
          <p:cNvSpPr>
            <a:spLocks noGrp="1"/>
          </p:cNvSpPr>
          <p:nvPr/>
        </p:nvSpPr>
        <p:spPr>
          <a:xfrm>
            <a:off x="3800475" y="2447925"/>
            <a:ext cx="533400" cy="609600"/>
          </a:xfrm>
          <a:prstGeom prst="rect">
            <a:avLst/>
          </a:prstGeom>
          <a:noFill/>
          <a:ln w="0">
            <a:noFill/>
          </a:ln>
        </p:spPr>
        <p:txBody>
          <a:bodyPr>
            <a:noAutofit/>
          </a:bodyPr>
          <a:lstStyle/>
          <a:p>
            <a:pPr>
              <a:buNone/>
              <a:defRPr sz="3150" b="0">
                <a:solidFill>
                  <a:srgbClr val="50DDC4"/>
                </a:solidFill>
                <a:latin typeface="Arial"/>
                <a:ea typeface="Arial"/>
                <a:cs typeface="Arial"/>
              </a:defRPr>
            </a:pPr>
            <a:r>
              <a:rPr sz="3150" b="0">
                <a:solidFill>
                  <a:srgbClr val="50DDC4"/>
                </a:solidFill>
                <a:latin typeface="Arial"/>
                <a:ea typeface="Arial"/>
                <a:cs typeface="Arial"/>
              </a:rPr>
              <a:t>→</a:t>
            </a:r>
          </a:p>
        </p:txBody>
      </p:sp>
      <p:sp>
        <p:nvSpPr>
          <p:cNvPr id="7" name="reveal-2">
            <a:extLst>
              <a:ext uri="{FF2B5EF4-FFF2-40B4-BE49-F238E27FC236}">
                <ns2:creationId id="{2F5AE371-ABBC-426F-848F-684BBCD85442}"/>
              </a:ext>
            </a:extLst>
          </p:cNvPr>
          <p:cNvSpPr>
            <a:spLocks noGrp="1"/>
          </p:cNvSpPr>
          <p:nvPr/>
        </p:nvSpPr>
        <p:spPr>
          <a:xfrm>
            <a:off x="4419600" y="1962150"/>
            <a:ext cx="3086100" cy="1714500"/>
          </a:xfrm>
          <a:prstGeom prst="rect">
            <a:avLst/>
          </a:prstGeom>
          <a:solidFill>
            <a:srgbClr val="102F3C"/>
          </a:solidFill>
          <a:ln w="9525">
            <a:solidFill>
              <a:srgbClr val="36616C"/>
            </a:solidFill>
          </a:ln>
        </p:spPr>
      </p:sp>
      <p:sp>
        <p:nvSpPr>
          <p:cNvPr id="8" name="reveal-2">
            <a:extLst>
              <a:ext uri="{FF2B5EF4-FFF2-40B4-BE49-F238E27FC236}">
                <ns2:creationId id="{E6232011-86DE-424F-B5A9-D6458A1C6CBD}"/>
              </a:ext>
            </a:extLst>
          </p:cNvPr>
          <p:cNvSpPr>
            <a:spLocks noGrp="1"/>
          </p:cNvSpPr>
          <p:nvPr/>
        </p:nvSpPr>
        <p:spPr>
          <a:xfrm>
            <a:off x="4629150" y="2171700"/>
            <a:ext cx="2667000" cy="685800"/>
          </a:xfrm>
          <a:prstGeom prst="rect">
            <a:avLst/>
          </a:prstGeom>
          <a:noFill/>
          <a:ln w="0">
            <a:noFill/>
          </a:ln>
        </p:spPr>
        <p:txBody>
          <a:bodyPr>
            <a:noAutofit/>
          </a:bodyPr>
          <a:lstStyle/>
          <a:p>
            <a:pPr>
              <a:buNone/>
              <a:defRPr sz="2250" b="1">
                <a:solidFill>
                  <a:srgbClr val="50DDC4"/>
                </a:solidFill>
                <a:latin typeface="Arial"/>
                <a:ea typeface="Arial"/>
                <a:cs typeface="Arial"/>
              </a:defRPr>
            </a:pPr>
            <a:r>
              <a:rPr sz="2250" b="1">
                <a:solidFill>
                  <a:srgbClr val="50DDC4"/>
                </a:solidFill>
                <a:latin typeface="Arial"/>
                <a:ea typeface="Arial"/>
                <a:cs typeface="Arial"/>
              </a:rPr>
              <a:t>Evidence</a:t>
            </a:r>
          </a:p>
        </p:txBody>
      </p:sp>
      <p:sp>
        <p:nvSpPr>
          <p:cNvPr id="9" name="reveal-2">
            <a:extLst>
              <a:ext uri="{FF2B5EF4-FFF2-40B4-BE49-F238E27FC236}">
                <ns2:creationId id="{E5E39C97-C56F-429C-8254-DB42756F4E06}"/>
              </a:ext>
            </a:extLst>
          </p:cNvPr>
          <p:cNvSpPr>
            <a:spLocks noGrp="1"/>
          </p:cNvSpPr>
          <p:nvPr/>
        </p:nvSpPr>
        <p:spPr>
          <a:xfrm>
            <a:off x="4629150" y="2914650"/>
            <a:ext cx="2667000" cy="666750"/>
          </a:xfrm>
          <a:prstGeom prst="rect">
            <a:avLst/>
          </a:prstGeom>
          <a:noFill/>
          <a:ln w="0">
            <a:noFill/>
          </a:ln>
        </p:spPr>
        <p:txBody>
          <a:bodyPr>
            <a:noAutofit/>
          </a:bodyPr>
          <a:lstStyle/>
          <a:p>
            <a:pPr>
              <a:buNone/>
              <a:defRPr sz="1725" b="0">
                <a:solidFill>
                  <a:srgbClr val="F1F6F7"/>
                </a:solidFill>
                <a:latin typeface="Arial"/>
                <a:ea typeface="Arial"/>
                <a:cs typeface="Arial"/>
              </a:defRPr>
            </a:pPr>
            <a:r>
              <a:rPr sz="1725" b="0">
                <a:solidFill>
                  <a:srgbClr val="F1F6F7"/>
                </a:solidFill>
                <a:latin typeface="Arial"/>
                <a:ea typeface="Arial"/>
                <a:cs typeface="Arial"/>
              </a:rPr>
              <a:t>Event image or audio clip</a:t>
            </a:r>
          </a:p>
        </p:txBody>
      </p:sp>
      <p:sp>
        <p:nvSpPr>
          <p:cNvPr id="10" name="reveal-3">
            <a:extLst>
              <a:ext uri="{FF2B5EF4-FFF2-40B4-BE49-F238E27FC236}">
                <ns2:creationId id="{4B46E928-E01F-4C8F-AD64-3FFC6F5EA028}"/>
              </a:ext>
            </a:extLst>
          </p:cNvPr>
          <p:cNvSpPr>
            <a:spLocks noGrp="1"/>
          </p:cNvSpPr>
          <p:nvPr/>
        </p:nvSpPr>
        <p:spPr>
          <a:xfrm>
            <a:off x="7610475" y="2447925"/>
            <a:ext cx="533400" cy="609600"/>
          </a:xfrm>
          <a:prstGeom prst="rect">
            <a:avLst/>
          </a:prstGeom>
          <a:noFill/>
          <a:ln w="0">
            <a:noFill/>
          </a:ln>
        </p:spPr>
        <p:txBody>
          <a:bodyPr>
            <a:noAutofit/>
          </a:bodyPr>
          <a:lstStyle/>
          <a:p>
            <a:pPr>
              <a:buNone/>
              <a:defRPr sz="3150" b="0">
                <a:solidFill>
                  <a:srgbClr val="50DDC4"/>
                </a:solidFill>
                <a:latin typeface="Arial"/>
                <a:ea typeface="Arial"/>
                <a:cs typeface="Arial"/>
              </a:defRPr>
            </a:pPr>
            <a:r>
              <a:rPr sz="3150" b="0">
                <a:solidFill>
                  <a:srgbClr val="50DDC4"/>
                </a:solidFill>
                <a:latin typeface="Arial"/>
                <a:ea typeface="Arial"/>
                <a:cs typeface="Arial"/>
              </a:rPr>
              <a:t>→</a:t>
            </a:r>
          </a:p>
        </p:txBody>
      </p:sp>
      <p:sp>
        <p:nvSpPr>
          <p:cNvPr id="11" name="reveal-3">
            <a:extLst>
              <a:ext uri="{FF2B5EF4-FFF2-40B4-BE49-F238E27FC236}">
                <ns2:creationId id="{DFE41ED3-431C-4D29-A79F-F1CDC2B8C2A3}"/>
              </a:ext>
            </a:extLst>
          </p:cNvPr>
          <p:cNvSpPr>
            <a:spLocks noGrp="1"/>
          </p:cNvSpPr>
          <p:nvPr/>
        </p:nvSpPr>
        <p:spPr>
          <a:xfrm>
            <a:off x="8229600" y="1962150"/>
            <a:ext cx="3086100" cy="1714500"/>
          </a:xfrm>
          <a:prstGeom prst="rect">
            <a:avLst/>
          </a:prstGeom>
          <a:solidFill>
            <a:srgbClr val="102F3C"/>
          </a:solidFill>
          <a:ln w="9525">
            <a:solidFill>
              <a:srgbClr val="36616C"/>
            </a:solidFill>
          </a:ln>
        </p:spPr>
      </p:sp>
      <p:sp>
        <p:nvSpPr>
          <p:cNvPr id="12" name="reveal-3">
            <a:extLst>
              <a:ext uri="{FF2B5EF4-FFF2-40B4-BE49-F238E27FC236}">
                <ns2:creationId id="{15B83EB0-B11A-49ED-8A63-8F0A5F88F2EF}"/>
              </a:ext>
            </a:extLst>
          </p:cNvPr>
          <p:cNvSpPr>
            <a:spLocks noGrp="1"/>
          </p:cNvSpPr>
          <p:nvPr/>
        </p:nvSpPr>
        <p:spPr>
          <a:xfrm>
            <a:off x="8439150" y="2171700"/>
            <a:ext cx="2667000" cy="685800"/>
          </a:xfrm>
          <a:prstGeom prst="rect">
            <a:avLst/>
          </a:prstGeom>
          <a:noFill/>
          <a:ln w="0">
            <a:noFill/>
          </a:ln>
        </p:spPr>
        <p:txBody>
          <a:bodyPr>
            <a:noAutofit/>
          </a:bodyPr>
          <a:lstStyle/>
          <a:p>
            <a:pPr>
              <a:buNone/>
              <a:defRPr sz="2250" b="1">
                <a:solidFill>
                  <a:srgbClr val="50DDC4"/>
                </a:solidFill>
                <a:latin typeface="Arial"/>
                <a:ea typeface="Arial"/>
                <a:cs typeface="Arial"/>
              </a:defRPr>
            </a:pPr>
            <a:r>
              <a:rPr sz="2250" b="1">
                <a:solidFill>
                  <a:srgbClr val="50DDC4"/>
                </a:solidFill>
                <a:latin typeface="Arial"/>
                <a:ea typeface="Arial"/>
                <a:cs typeface="Arial"/>
              </a:rPr>
              <a:t>Human review</a:t>
            </a:r>
          </a:p>
        </p:txBody>
      </p:sp>
      <p:sp>
        <p:nvSpPr>
          <p:cNvPr id="13" name="reveal-3">
            <a:extLst>
              <a:ext uri="{FF2B5EF4-FFF2-40B4-BE49-F238E27FC236}">
                <ns2:creationId id="{6D80AE08-8912-4C7A-A63F-827F8AE6C5EB}"/>
              </a:ext>
            </a:extLst>
          </p:cNvPr>
          <p:cNvSpPr>
            <a:spLocks noGrp="1"/>
          </p:cNvSpPr>
          <p:nvPr/>
        </p:nvSpPr>
        <p:spPr>
          <a:xfrm>
            <a:off x="8439150" y="2914650"/>
            <a:ext cx="2667000" cy="666750"/>
          </a:xfrm>
          <a:prstGeom prst="rect">
            <a:avLst/>
          </a:prstGeom>
          <a:noFill/>
          <a:ln w="0">
            <a:noFill/>
          </a:ln>
        </p:spPr>
        <p:txBody>
          <a:bodyPr>
            <a:noAutofit/>
          </a:bodyPr>
          <a:lstStyle/>
          <a:p>
            <a:pPr>
              <a:buNone/>
              <a:defRPr sz="1725" b="0">
                <a:solidFill>
                  <a:srgbClr val="F1F6F7"/>
                </a:solidFill>
                <a:latin typeface="Arial"/>
                <a:ea typeface="Arial"/>
                <a:cs typeface="Arial"/>
              </a:defRPr>
            </a:pPr>
            <a:r>
              <a:rPr sz="1725" b="0">
                <a:solidFill>
                  <a:srgbClr val="F1F6F7"/>
                </a:solidFill>
                <a:latin typeface="Arial"/>
                <a:ea typeface="Arial"/>
                <a:cs typeface="Arial"/>
              </a:rPr>
              <a:t>Confirm or dismiss</a:t>
            </a:r>
          </a:p>
        </p:txBody>
      </p:sp>
      <p:sp>
        <p:nvSpPr>
          <p:cNvPr id="14" name="static">
            <a:extLst>
              <a:ext uri="{FF2B5EF4-FFF2-40B4-BE49-F238E27FC236}">
                <ns2:creationId id="{06C91431-A059-4A8B-9A19-FB9480696FEB}"/>
              </a:ext>
            </a:extLst>
          </p:cNvPr>
          <p:cNvSpPr>
            <a:spLocks noGrp="1"/>
          </p:cNvSpPr>
          <p:nvPr/>
        </p:nvSpPr>
        <p:spPr>
          <a:xfrm>
            <a:off x="609600" y="4267200"/>
            <a:ext cx="2895600" cy="1238250"/>
          </a:xfrm>
          <a:prstGeom prst="rect">
            <a:avLst/>
          </a:prstGeom>
          <a:noFill/>
          <a:ln w="0">
            <a:noFill/>
          </a:ln>
        </p:spPr>
        <p:txBody>
          <a:bodyPr>
            <a:noAutofit/>
          </a:bodyPr>
          <a:lstStyle/>
          <a:p>
            <a:pPr>
              <a:buNone/>
              <a:defRPr sz="5700" b="1">
                <a:solidFill>
                  <a:srgbClr val="50DDC4"/>
                </a:solidFill>
                <a:latin typeface="Arial"/>
                <a:ea typeface="Arial"/>
                <a:cs typeface="Arial"/>
              </a:defRPr>
            </a:pPr>
            <a:r>
              <a:rPr sz="5700" b="1">
                <a:solidFill>
                  <a:srgbClr val="50DDC4"/>
                </a:solidFill>
                <a:latin typeface="Arial"/>
                <a:ea typeface="Arial"/>
                <a:cs typeface="Arial"/>
              </a:rPr>
              <a:t>0–100</a:t>
            </a:r>
          </a:p>
        </p:txBody>
      </p:sp>
      <p:sp>
        <p:nvSpPr>
          <p:cNvPr id="15" name="static">
            <a:extLst>
              <a:ext uri="{FF2B5EF4-FFF2-40B4-BE49-F238E27FC236}">
                <ns2:creationId id="{2912ADAB-3D31-445E-A370-89AE28BD7D34}"/>
              </a:ext>
            </a:extLst>
          </p:cNvPr>
          <p:cNvSpPr>
            <a:spLocks noGrp="1"/>
          </p:cNvSpPr>
          <p:nvPr/>
        </p:nvSpPr>
        <p:spPr>
          <a:xfrm>
            <a:off x="3838575" y="4429125"/>
            <a:ext cx="7429500" cy="847725"/>
          </a:xfrm>
          <a:prstGeom prst="rect">
            <a:avLst/>
          </a:prstGeom>
          <a:noFill/>
          <a:ln w="0">
            <a:noFill/>
          </a:ln>
        </p:spPr>
        <p:txBody>
          <a:bodyPr>
            <a:noAutofit/>
          </a:bodyPr>
          <a:lstStyle/>
          <a:p>
            <a:pPr>
              <a:buNone/>
              <a:defRPr sz="2550" b="0">
                <a:solidFill>
                  <a:srgbClr val="F1F6F7"/>
                </a:solidFill>
                <a:latin typeface="Arial"/>
                <a:ea typeface="Arial"/>
                <a:cs typeface="Arial"/>
              </a:defRPr>
            </a:pPr>
            <a:r>
              <a:rPr sz="2550" b="0">
                <a:solidFill>
                  <a:srgbClr val="F1F6F7"/>
                </a:solidFill>
                <a:latin typeface="Arial"/>
                <a:ea typeface="Arial"/>
                <a:cs typeface="Arial"/>
              </a:rPr>
              <a:t>Review priority, not a probability of cheating</a:t>
            </a:r>
          </a:p>
        </p:txBody>
      </p:sp>
      <p:sp>
        <p:nvSpPr>
          <p:cNvPr id="16" name="static">
            <a:extLst>
              <a:ext uri="{FF2B5EF4-FFF2-40B4-BE49-F238E27FC236}">
                <ns2:creationId id="{DC4B94E7-59A1-4B88-AF77-BEDD939CD22C}"/>
              </a:ext>
            </a:extLst>
          </p:cNvPr>
          <p:cNvSpPr>
            <a:spLocks noGrp="1"/>
          </p:cNvSpPr>
          <p:nvPr/>
        </p:nvSpPr>
        <p:spPr>
          <a:xfrm>
            <a:off x="609600" y="5734050"/>
            <a:ext cx="10972800" cy="457200"/>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Teacher updates stay within owned exams; administrators have broader access.</a:t>
            </a:r>
          </a:p>
        </p:txBody>
      </p:sp>
    </p:spTree>
    <p:extLst>
      <p:ext uri="{BB962C8B-B14F-4D97-AF65-F5344CB8AC3E}">
        <ns3:creationId val="127726008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indefinite"/>
                      </p:stCondLst>
                      <p:childTnLst>
                        <p:par>
                          <p:cTn id="27" presetID="10" presetClass="entr" presetSubtype="0" fill="hold" grpId="2"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2"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0" grpId="2" animBg="1"/>
      <p:bldP spid="11" grpId="2" animBg="1"/>
      <p:bldP spid="12" grpId="2" animBg="1"/>
      <p:bldP spid="13" grpId="2" animBg="1"/>
    </p:bldLst>
  </p:timing>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5" name="static">
            <a:extLst>
              <a:ext uri="{FF2B5EF4-FFF2-40B4-BE49-F238E27FC236}">
                <ns2:creationId id="{795CFC8E-4A6B-4C56-AA64-4837FF62A1A4}"/>
              </a:ext>
            </a:extLst>
          </p:cNvPr>
          <p:cNvSpPr>
            <a:spLocks noGrp="1"/>
          </p:cNvSpPr>
          <p:nvPr/>
        </p:nvSpPr>
        <p:spPr>
          <a:xfrm>
            <a:off x="609600" y="438150"/>
            <a:ext cx="10972800" cy="952500"/>
          </a:xfrm>
          <a:prstGeom prst="rect">
            <a:avLst/>
          </a:prstGeom>
          <a:noFill/>
          <a:ln w="0">
            <a:noFill/>
          </a:ln>
        </p:spPr>
        <p:txBody>
          <a:bodyPr>
            <a:noAutofit/>
          </a:bodyPr>
          <a:lstStyle/>
          <a:p>
            <a:pPr>
              <a:buNone/>
              <a:defRPr sz="3600" b="1">
                <a:solidFill>
                  <a:srgbClr val="F1F6F7"/>
                </a:solidFill>
                <a:latin typeface="Arial"/>
                <a:ea typeface="Arial"/>
                <a:cs typeface="Arial"/>
              </a:defRPr>
            </a:pPr>
            <a:r>
              <a:rPr sz="3600" b="1">
                <a:solidFill>
                  <a:srgbClr val="F1F6F7"/>
                </a:solidFill>
                <a:latin typeface="Arial"/>
                <a:ea typeface="Arial"/>
                <a:cs typeface="Arial"/>
              </a:rPr>
              <a:t>Implementation progress</a:t>
            </a:r>
          </a:p>
        </p:txBody>
      </p:sp>
      <p:sp>
        <p:nvSpPr>
          <p:cNvPr id="2" name="static">
            <a:extLst>
              <a:ext uri="{FF2B5EF4-FFF2-40B4-BE49-F238E27FC236}">
                <ns2:creationId id="{D2A06F39-2E57-4B48-8444-D8315DFDC13F}"/>
              </a:ext>
            </a:extLst>
          </p:cNvPr>
          <p:cNvSpPr>
            <a:spLocks noGrp="1"/>
          </p:cNvSpPr>
          <p:nvPr/>
        </p:nvSpPr>
        <p:spPr>
          <a:xfrm>
            <a:off x="609600" y="6438900"/>
            <a:ext cx="10972800" cy="238125"/>
          </a:xfrm>
          <a:prstGeom prst="rect">
            <a:avLst/>
          </a:prstGeom>
          <a:noFill/>
          <a:ln w="0">
            <a:noFill/>
          </a:ln>
        </p:spPr>
        <p:txBody>
          <a:bodyPr>
            <a:noAutofit/>
          </a:bodyPr>
          <a:lstStyle/>
          <a:p>
            <a:pPr>
              <a:buNone/>
              <a:defRPr sz="1200" b="0">
                <a:solidFill>
                  <a:srgbClr val="A6BAC4"/>
                </a:solidFill>
                <a:latin typeface="Arial"/>
                <a:ea typeface="Arial"/>
                <a:cs typeface="Arial"/>
              </a:defRPr>
            </a:pPr>
            <a:r>
              <a:rPr sz="1200" b="0">
                <a:solidFill>
                  <a:srgbClr val="A6BAC4"/>
                </a:solidFill>
                <a:latin typeface="Arial"/>
                <a:ea typeface="Arial"/>
                <a:cs typeface="Arial"/>
              </a:rPr>
              <a:t>IntegrityFlow  /  07</a:t>
            </a:r>
          </a:p>
        </p:txBody>
      </p:sp>
      <p:graphicFrame>
        <p:nvGraphicFramePr>
          <p:cNvPr id="9" name=""/>
          <p:cNvGraphicFramePr/>
          <p:nvPr/>
        </p:nvGraphicFramePr>
        <p:xfrm>
          <a:off x="609600" y="1704975"/>
          <a:ext cx="10972800" cy="3829050"/>
        </p:xfrm>
        <a:graphic>
          <a:graphicData uri="http://schemas.openxmlformats.org/drawingml/2006/table">
            <a:tbl>
              <a:tblPr/>
              <a:tblGrid>
                <a:gridCol w="4000500"/>
                <a:gridCol w="6972300"/>
              </a:tblGrid>
              <a:tr h="478631">
                <a:tc>
                  <a:txBody>
                    <a:bodyPr>
                      <a:noAutofit/>
                    </a:bodyPr>
                    <a:lstStyle/>
                    <a:p>
                      <a:r>
                        <a:rPr sz="1875" b="1">
                          <a:solidFill>
                            <a:srgbClr val="50DDC4"/>
                          </a:solidFill>
                          <a:latin typeface="Arial"/>
                          <a:ea typeface="Arial"/>
                          <a:cs typeface="Arial"/>
                        </a:rPr>
                        <a:t>Scope module</a:t>
                      </a:r>
                    </a:p>
                  </a:txBody>
                  <a:tcPr marL="91440" marR="91440" marT="45720" marB="45720">
                    <a:solidFill>
                      <a:srgbClr val="163D49"/>
                    </a:solidFill>
                  </a:tcPr>
                </a:tc>
                <a:tc>
                  <a:txBody>
                    <a:bodyPr>
                      <a:noAutofit/>
                    </a:bodyPr>
                    <a:lstStyle/>
                    <a:p>
                      <a:r>
                        <a:rPr sz="1875" b="1">
                          <a:solidFill>
                            <a:srgbClr val="50DDC4"/>
                          </a:solidFill>
                          <a:latin typeface="Arial"/>
                          <a:ea typeface="Arial"/>
                          <a:cs typeface="Arial"/>
                        </a:rPr>
                        <a:t>Current implementation</a:t>
                      </a:r>
                    </a:p>
                  </a:txBody>
                  <a:tcPr marL="91440" marR="91440" marT="45720" marB="45720">
                    <a:solidFill>
                      <a:srgbClr val="163D49"/>
                    </a:solidFill>
                  </a:tcPr>
                </a:tc>
              </a:tr>
              <a:tr h="478631">
                <a:tc>
                  <a:txBody>
                    <a:bodyPr>
                      <a:noAutofit/>
                    </a:bodyPr>
                    <a:lstStyle/>
                    <a:p>
                      <a:r>
                        <a:rPr sz="1725" b="0">
                          <a:solidFill>
                            <a:srgbClr val="F1F6F7"/>
                          </a:solidFill>
                          <a:latin typeface="Arial"/>
                          <a:ea typeface="Arial"/>
                          <a:cs typeface="Arial"/>
                        </a:rPr>
                        <a:t>Secure environment</a:t>
                      </a:r>
                    </a:p>
                  </a:txBody>
                  <a:tcPr marL="91440" marR="91440" marT="45720" marB="45720">
                    <a:solidFill>
                      <a:srgbClr val="0C2330"/>
                    </a:solidFill>
                  </a:tcPr>
                </a:tc>
                <a:tc>
                  <a:txBody>
                    <a:bodyPr>
                      <a:noAutofit/>
                    </a:bodyPr>
                    <a:lstStyle/>
                    <a:p>
                      <a:r>
                        <a:rPr sz="1725" b="0">
                          <a:solidFill>
                            <a:srgbClr val="F1F6F7"/>
                          </a:solidFill>
                          <a:latin typeface="Arial"/>
                          <a:ea typeface="Arial"/>
                          <a:cs typeface="Arial"/>
                        </a:rPr>
                        <a:t>Implemented</a:t>
                      </a:r>
                    </a:p>
                  </a:txBody>
                  <a:tcPr marL="91440" marR="91440" marT="45720" marB="45720">
                    <a:solidFill>
                      <a:srgbClr val="0C2330"/>
                    </a:solidFill>
                  </a:tcPr>
                </a:tc>
              </a:tr>
              <a:tr h="478631">
                <a:tc>
                  <a:txBody>
                    <a:bodyPr>
                      <a:noAutofit/>
                    </a:bodyPr>
                    <a:lstStyle/>
                    <a:p>
                      <a:r>
                        <a:rPr sz="1725" b="0">
                          <a:solidFill>
                            <a:srgbClr val="F1F6F7"/>
                          </a:solidFill>
                          <a:latin typeface="Arial"/>
                          <a:ea typeface="Arial"/>
                          <a:cs typeface="Arial"/>
                        </a:rPr>
                        <a:t>AI monitoring</a:t>
                      </a:r>
                    </a:p>
                  </a:txBody>
                  <a:tcPr marL="91440" marR="91440" marT="45720" marB="45720">
                    <a:solidFill>
                      <a:srgbClr val="081925"/>
                    </a:solidFill>
                  </a:tcPr>
                </a:tc>
                <a:tc>
                  <a:txBody>
                    <a:bodyPr>
                      <a:noAutofit/>
                    </a:bodyPr>
                    <a:lstStyle/>
                    <a:p>
                      <a:r>
                        <a:rPr sz="1725" b="0">
                          <a:solidFill>
                            <a:srgbClr val="F1F6F7"/>
                          </a:solidFill>
                          <a:latin typeface="Arial"/>
                          <a:ea typeface="Arial"/>
                          <a:cs typeface="Arial"/>
                        </a:rPr>
                        <a:t>Implemented; model/class scope differences</a:t>
                      </a:r>
                    </a:p>
                  </a:txBody>
                  <a:tcPr marL="91440" marR="91440" marT="45720" marB="45720">
                    <a:solidFill>
                      <a:srgbClr val="081925"/>
                    </a:solidFill>
                  </a:tcPr>
                </a:tc>
              </a:tr>
              <a:tr h="478631">
                <a:tc>
                  <a:txBody>
                    <a:bodyPr>
                      <a:noAutofit/>
                    </a:bodyPr>
                    <a:lstStyle/>
                    <a:p>
                      <a:r>
                        <a:rPr sz="1725" b="0">
                          <a:solidFill>
                            <a:srgbClr val="F1F6F7"/>
                          </a:solidFill>
                          <a:latin typeface="Arial"/>
                          <a:ea typeface="Arial"/>
                          <a:cs typeface="Arial"/>
                        </a:rPr>
                        <a:t>Event evidence</a:t>
                      </a:r>
                    </a:p>
                  </a:txBody>
                  <a:tcPr marL="91440" marR="91440" marT="45720" marB="45720">
                    <a:solidFill>
                      <a:srgbClr val="0C2330"/>
                    </a:solidFill>
                  </a:tcPr>
                </a:tc>
                <a:tc>
                  <a:txBody>
                    <a:bodyPr>
                      <a:noAutofit/>
                    </a:bodyPr>
                    <a:lstStyle/>
                    <a:p>
                      <a:r>
                        <a:rPr sz="1725" b="0">
                          <a:solidFill>
                            <a:srgbClr val="F1F6F7"/>
                          </a:solidFill>
                          <a:latin typeface="Arial"/>
                          <a:ea typeface="Arial"/>
                          <a:cs typeface="Arial"/>
                        </a:rPr>
                        <a:t>Implemented</a:t>
                      </a:r>
                    </a:p>
                  </a:txBody>
                  <a:tcPr marL="91440" marR="91440" marT="45720" marB="45720">
                    <a:solidFill>
                      <a:srgbClr val="0C2330"/>
                    </a:solidFill>
                  </a:tcPr>
                </a:tc>
              </a:tr>
              <a:tr h="478631">
                <a:tc>
                  <a:txBody>
                    <a:bodyPr>
                      <a:noAutofit/>
                    </a:bodyPr>
                    <a:lstStyle/>
                    <a:p>
                      <a:r>
                        <a:rPr sz="1725" b="0">
                          <a:solidFill>
                            <a:srgbClr val="F1F6F7"/>
                          </a:solidFill>
                          <a:latin typeface="Arial"/>
                          <a:ea typeface="Arial"/>
                          <a:cs typeface="Arial"/>
                        </a:rPr>
                        <a:t>Examiner dashboard</a:t>
                      </a:r>
                    </a:p>
                  </a:txBody>
                  <a:tcPr marL="91440" marR="91440" marT="45720" marB="45720">
                    <a:solidFill>
                      <a:srgbClr val="081925"/>
                    </a:solidFill>
                  </a:tcPr>
                </a:tc>
                <a:tc>
                  <a:txBody>
                    <a:bodyPr>
                      <a:noAutofit/>
                    </a:bodyPr>
                    <a:lstStyle/>
                    <a:p>
                      <a:r>
                        <a:rPr sz="1725" b="0">
                          <a:solidFill>
                            <a:srgbClr val="F1F6F7"/>
                          </a:solidFill>
                          <a:latin typeface="Arial"/>
                          <a:ea typeface="Arial"/>
                          <a:cs typeface="Arial"/>
                        </a:rPr>
                        <a:t>Implemented</a:t>
                      </a:r>
                    </a:p>
                  </a:txBody>
                  <a:tcPr marL="91440" marR="91440" marT="45720" marB="45720">
                    <a:solidFill>
                      <a:srgbClr val="081925"/>
                    </a:solidFill>
                  </a:tcPr>
                </a:tc>
              </a:tr>
              <a:tr h="478631">
                <a:tc>
                  <a:txBody>
                    <a:bodyPr>
                      <a:noAutofit/>
                    </a:bodyPr>
                    <a:lstStyle/>
                    <a:p>
                      <a:r>
                        <a:rPr sz="1725" b="0">
                          <a:solidFill>
                            <a:srgbClr val="F1F6F7"/>
                          </a:solidFill>
                          <a:latin typeface="Arial"/>
                          <a:ea typeface="Arial"/>
                          <a:cs typeface="Arial"/>
                        </a:rPr>
                        <a:t>File and typed submission</a:t>
                      </a:r>
                    </a:p>
                  </a:txBody>
                  <a:tcPr marL="91440" marR="91440" marT="45720" marB="45720">
                    <a:solidFill>
                      <a:srgbClr val="0C2330"/>
                    </a:solidFill>
                  </a:tcPr>
                </a:tc>
                <a:tc>
                  <a:txBody>
                    <a:bodyPr>
                      <a:noAutofit/>
                    </a:bodyPr>
                    <a:lstStyle/>
                    <a:p>
                      <a:r>
                        <a:rPr sz="1725" b="0">
                          <a:solidFill>
                            <a:srgbClr val="F1F6F7"/>
                          </a:solidFill>
                          <a:latin typeface="Arial"/>
                          <a:ea typeface="Arial"/>
                          <a:cs typeface="Arial"/>
                        </a:rPr>
                        <a:t>Implemented</a:t>
                      </a:r>
                    </a:p>
                  </a:txBody>
                  <a:tcPr marL="91440" marR="91440" marT="45720" marB="45720">
                    <a:solidFill>
                      <a:srgbClr val="0C2330"/>
                    </a:solidFill>
                  </a:tcPr>
                </a:tc>
              </a:tr>
              <a:tr h="478631">
                <a:tc>
                  <a:txBody>
                    <a:bodyPr>
                      <a:noAutofit/>
                    </a:bodyPr>
                    <a:lstStyle/>
                    <a:p>
                      <a:r>
                        <a:rPr sz="1725" b="0">
                          <a:solidFill>
                            <a:srgbClr val="F1F6F7"/>
                          </a:solidFill>
                          <a:latin typeface="Arial"/>
                          <a:ea typeface="Arial"/>
                          <a:cs typeface="Arial"/>
                        </a:rPr>
                        <a:t>Self-check + severity scoring</a:t>
                      </a:r>
                    </a:p>
                  </a:txBody>
                  <a:tcPr marL="91440" marR="91440" marT="45720" marB="45720">
                    <a:solidFill>
                      <a:srgbClr val="081925"/>
                    </a:solidFill>
                  </a:tcPr>
                </a:tc>
                <a:tc>
                  <a:txBody>
                    <a:bodyPr>
                      <a:noAutofit/>
                    </a:bodyPr>
                    <a:lstStyle/>
                    <a:p>
                      <a:r>
                        <a:rPr sz="1725" b="0">
                          <a:solidFill>
                            <a:srgbClr val="F1F6F7"/>
                          </a:solidFill>
                          <a:latin typeface="Arial"/>
                          <a:ea typeface="Arial"/>
                          <a:cs typeface="Arial"/>
                        </a:rPr>
                        <a:t>Implemented (optional scope modules)</a:t>
                      </a:r>
                    </a:p>
                  </a:txBody>
                  <a:tcPr marL="91440" marR="91440" marT="45720" marB="45720">
                    <a:solidFill>
                      <a:srgbClr val="081925"/>
                    </a:solidFill>
                  </a:tcPr>
                </a:tc>
              </a:tr>
              <a:tr h="478631">
                <a:tc>
                  <a:txBody>
                    <a:bodyPr>
                      <a:noAutofit/>
                    </a:bodyPr>
                    <a:lstStyle/>
                    <a:p>
                      <a:r>
                        <a:rPr sz="1725" b="0">
                          <a:solidFill>
                            <a:srgbClr val="F1F6F7"/>
                          </a:solidFill>
                          <a:latin typeface="Arial"/>
                          <a:ea typeface="Arial"/>
                          <a:cs typeface="Arial"/>
                        </a:rPr>
                        <a:t>Audit reporting</a:t>
                      </a:r>
                    </a:p>
                  </a:txBody>
                  <a:tcPr marL="91440" marR="91440" marT="45720" marB="45720">
                    <a:solidFill>
                      <a:srgbClr val="0C2330"/>
                    </a:solidFill>
                  </a:tcPr>
                </a:tc>
                <a:tc>
                  <a:txBody>
                    <a:bodyPr>
                      <a:noAutofit/>
                    </a:bodyPr>
                    <a:lstStyle/>
                    <a:p>
                      <a:r>
                        <a:rPr sz="1725" b="0">
                          <a:solidFill>
                            <a:srgbClr val="F1F6F7"/>
                          </a:solidFill>
                          <a:latin typeface="Arial"/>
                          <a:ea typeface="Arial"/>
                          <a:cs typeface="Arial"/>
                        </a:rPr>
                        <a:t>Implemented: summary, CSV and browser PDF</a:t>
                      </a:r>
                    </a:p>
                  </a:txBody>
                  <a:tcPr marL="91440" marR="91440" marT="45720" marB="45720">
                    <a:solidFill>
                      <a:srgbClr val="0C2330"/>
                    </a:solidFill>
                  </a:tcPr>
                </a:tc>
              </a:tr>
            </a:tbl>
          </a:graphicData>
        </a:graphic>
      </p:graphicFrame>
      <p:sp>
        <p:nvSpPr>
          <p:cNvPr id="4" name="static">
            <a:extLst>
              <a:ext uri="{FF2B5EF4-FFF2-40B4-BE49-F238E27FC236}">
                <ns2:creationId id="{89E3A92E-AE59-46F0-B42E-175F66DBF7C5}"/>
              </a:ext>
            </a:extLst>
          </p:cNvPr>
          <p:cNvSpPr>
            <a:spLocks noGrp="1"/>
          </p:cNvSpPr>
          <p:nvPr/>
        </p:nvSpPr>
        <p:spPr>
          <a:xfrm>
            <a:off x="609600" y="5734050"/>
            <a:ext cx="10972800" cy="419100"/>
          </a:xfrm>
          <a:prstGeom prst="rect">
            <a:avLst/>
          </a:prstGeom>
          <a:noFill/>
          <a:ln w="0">
            <a:noFill/>
          </a:ln>
        </p:spPr>
        <p:txBody>
          <a:bodyPr>
            <a:noAutofit/>
          </a:bodyPr>
          <a:lstStyle/>
          <a:p>
            <a:pPr>
              <a:buNone/>
              <a:defRPr sz="1950" b="0">
                <a:solidFill>
                  <a:srgbClr val="50DDC4"/>
                </a:solidFill>
                <a:latin typeface="Arial"/>
                <a:ea typeface="Arial"/>
                <a:cs typeface="Arial"/>
              </a:defRPr>
            </a:pPr>
            <a:r>
              <a:rPr sz="1950" b="0">
                <a:solidFill>
                  <a:srgbClr val="50DDC4"/>
                </a:solidFill>
                <a:latin typeface="Arial"/>
                <a:ea typeface="Arial"/>
                <a:cs typeface="Arial"/>
              </a:rPr>
              <a:t>Code implementation and measured acceptance are separate milestones.</a:t>
            </a:r>
          </a:p>
        </p:txBody>
      </p:sp>
    </p:spTree>
    <p:extLst>
      <p:ext uri="{BB962C8B-B14F-4D97-AF65-F5344CB8AC3E}">
        <ns3:creationId val="560908731"/>
      </p:ext>
    </p:extLst>
  </p:cSld>
  <p:transition spd="med" advClick="1">
    <p:fade/>
  </p:transition>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9" name="static">
            <a:extLst>
              <a:ext uri="{FF2B5EF4-FFF2-40B4-BE49-F238E27FC236}">
                <ns2:creationId id="{33CBF887-FE8E-44C4-A674-0D13101293B0}"/>
              </a:ext>
            </a:extLst>
          </p:cNvPr>
          <p:cNvSpPr>
            <a:spLocks noGrp="1"/>
          </p:cNvSpPr>
          <p:nvPr/>
        </p:nvSpPr>
        <p:spPr>
          <a:xfrm>
            <a:off x="609600" y="438150"/>
            <a:ext cx="10972800" cy="952500"/>
          </a:xfrm>
          <a:prstGeom prst="rect">
            <a:avLst/>
          </a:prstGeom>
          <a:noFill/>
          <a:ln w="0">
            <a:noFill/>
          </a:ln>
        </p:spPr>
        <p:txBody>
          <a:bodyPr>
            <a:noAutofit/>
          </a:bodyPr>
          <a:lstStyle/>
          <a:p>
            <a:pPr>
              <a:buNone/>
              <a:defRPr sz="3600" b="1">
                <a:solidFill>
                  <a:srgbClr val="F1F6F7"/>
                </a:solidFill>
                <a:latin typeface="Arial"/>
                <a:ea typeface="Arial"/>
                <a:cs typeface="Arial"/>
              </a:defRPr>
            </a:pPr>
            <a:r>
              <a:rPr sz="3600" b="1">
                <a:solidFill>
                  <a:srgbClr val="F1F6F7"/>
                </a:solidFill>
                <a:latin typeface="Arial"/>
                <a:ea typeface="Arial"/>
                <a:cs typeface="Arial"/>
              </a:rPr>
              <a:t>Additions beyond the original scope</a:t>
            </a:r>
          </a:p>
        </p:txBody>
      </p:sp>
      <p:sp>
        <p:nvSpPr>
          <p:cNvPr id="2" name="static">
            <a:extLst>
              <a:ext uri="{FF2B5EF4-FFF2-40B4-BE49-F238E27FC236}">
                <ns2:creationId id="{679584F5-73B3-4E68-A56D-A34648836361}"/>
              </a:ext>
            </a:extLst>
          </p:cNvPr>
          <p:cNvSpPr>
            <a:spLocks noGrp="1"/>
          </p:cNvSpPr>
          <p:nvPr/>
        </p:nvSpPr>
        <p:spPr>
          <a:xfrm>
            <a:off x="609600" y="6438900"/>
            <a:ext cx="10972800" cy="238125"/>
          </a:xfrm>
          <a:prstGeom prst="rect">
            <a:avLst/>
          </a:prstGeom>
          <a:noFill/>
          <a:ln w="0">
            <a:noFill/>
          </a:ln>
        </p:spPr>
        <p:txBody>
          <a:bodyPr>
            <a:noAutofit/>
          </a:bodyPr>
          <a:lstStyle/>
          <a:p>
            <a:pPr>
              <a:buNone/>
              <a:defRPr sz="1200" b="0">
                <a:solidFill>
                  <a:srgbClr val="A6BAC4"/>
                </a:solidFill>
                <a:latin typeface="Arial"/>
                <a:ea typeface="Arial"/>
                <a:cs typeface="Arial"/>
              </a:defRPr>
            </a:pPr>
            <a:r>
              <a:rPr sz="1200" b="0">
                <a:solidFill>
                  <a:srgbClr val="A6BAC4"/>
                </a:solidFill>
                <a:latin typeface="Arial"/>
                <a:ea typeface="Arial"/>
                <a:cs typeface="Arial"/>
              </a:rPr>
              <a:t>IntegrityFlow  /  08</a:t>
            </a:r>
          </a:p>
        </p:txBody>
      </p:sp>
      <p:sp>
        <p:nvSpPr>
          <p:cNvPr id="3" name="reveal-1">
            <a:extLst>
              <a:ext uri="{FF2B5EF4-FFF2-40B4-BE49-F238E27FC236}">
                <ns2:creationId id="{49BB0EE4-B191-4FFD-9FA6-864941C3489C}"/>
              </a:ext>
            </a:extLst>
          </p:cNvPr>
          <p:cNvSpPr>
            <a:spLocks noGrp="1"/>
          </p:cNvSpPr>
          <p:nvPr/>
        </p:nvSpPr>
        <p:spPr>
          <a:xfrm>
            <a:off x="609600" y="1800225"/>
            <a:ext cx="10668000" cy="581025"/>
          </a:xfrm>
          <a:prstGeom prst="rect">
            <a:avLst/>
          </a:prstGeom>
          <a:noFill/>
          <a:ln w="0">
            <a:noFill/>
          </a:ln>
        </p:spPr>
        <p:txBody>
          <a:bodyPr>
            <a:noAutofit/>
          </a:bodyPr>
          <a:lstStyle/>
          <a:p>
            <a:pPr>
              <a:buNone/>
              <a:defRPr sz="2700" b="1">
                <a:solidFill>
                  <a:srgbClr val="50DDC4"/>
                </a:solidFill>
                <a:latin typeface="Arial"/>
                <a:ea typeface="Arial"/>
                <a:cs typeface="Arial"/>
              </a:defRPr>
            </a:pPr>
            <a:r>
              <a:rPr sz="2700" b="1">
                <a:solidFill>
                  <a:srgbClr val="50DDC4"/>
                </a:solidFill>
                <a:latin typeface="Arial"/>
                <a:ea typeface="Arial"/>
                <a:cs typeface="Arial"/>
              </a:rPr>
              <a:t>Speaker-reference verification</a:t>
            </a:r>
          </a:p>
        </p:txBody>
      </p:sp>
      <p:sp>
        <p:nvSpPr>
          <p:cNvPr id="4" name="reveal-1">
            <a:extLst>
              <a:ext uri="{FF2B5EF4-FFF2-40B4-BE49-F238E27FC236}">
                <ns2:creationId id="{F205170E-2EF3-49F6-8A09-DBD21013C67E}"/>
              </a:ext>
            </a:extLst>
          </p:cNvPr>
          <p:cNvSpPr>
            <a:spLocks noGrp="1"/>
          </p:cNvSpPr>
          <p:nvPr/>
        </p:nvSpPr>
        <p:spPr>
          <a:xfrm>
            <a:off x="609600" y="2419350"/>
            <a:ext cx="10668000" cy="438150"/>
          </a:xfrm>
          <a:prstGeom prst="rect">
            <a:avLst/>
          </a:prstGeom>
          <a:noFill/>
          <a:ln w="0">
            <a:noFill/>
          </a:ln>
        </p:spPr>
        <p:txBody>
          <a:bodyPr>
            <a:noAutofit/>
          </a:bodyPr>
          <a:lstStyle/>
          <a:p>
            <a:pPr>
              <a:buNone/>
              <a:defRPr sz="2025" b="0">
                <a:solidFill>
                  <a:srgbClr val="A6BAC4"/>
                </a:solidFill>
                <a:latin typeface="Arial"/>
                <a:ea typeface="Arial"/>
                <a:cs typeface="Arial"/>
              </a:defRPr>
            </a:pPr>
            <a:r>
              <a:rPr sz="2025" b="0">
                <a:solidFill>
                  <a:srgbClr val="A6BAC4"/>
                </a:solidFill>
                <a:latin typeface="Arial"/>
                <a:ea typeface="Arial"/>
                <a:cs typeface="Arial"/>
              </a:rPr>
              <a:t>Enrollment, confirmation and suspicious audio clips</a:t>
            </a:r>
          </a:p>
        </p:txBody>
      </p:sp>
      <p:sp>
        <p:nvSpPr>
          <p:cNvPr id="5" name="reveal-2">
            <a:extLst>
              <a:ext uri="{FF2B5EF4-FFF2-40B4-BE49-F238E27FC236}">
                <ns2:creationId id="{3242D4B3-9C94-4EE7-8711-978556AEA61C}"/>
              </a:ext>
            </a:extLst>
          </p:cNvPr>
          <p:cNvSpPr>
            <a:spLocks noGrp="1"/>
          </p:cNvSpPr>
          <p:nvPr/>
        </p:nvSpPr>
        <p:spPr>
          <a:xfrm>
            <a:off x="609600" y="3267075"/>
            <a:ext cx="10668000" cy="581025"/>
          </a:xfrm>
          <a:prstGeom prst="rect">
            <a:avLst/>
          </a:prstGeom>
          <a:noFill/>
          <a:ln w="0">
            <a:noFill/>
          </a:ln>
        </p:spPr>
        <p:txBody>
          <a:bodyPr>
            <a:noAutofit/>
          </a:bodyPr>
          <a:lstStyle/>
          <a:p>
            <a:pPr>
              <a:buNone/>
              <a:defRPr sz="2700" b="1">
                <a:solidFill>
                  <a:srgbClr val="F1F6F7"/>
                </a:solidFill>
                <a:latin typeface="Arial"/>
                <a:ea typeface="Arial"/>
                <a:cs typeface="Arial"/>
              </a:defRPr>
            </a:pPr>
            <a:r>
              <a:rPr sz="2700" b="1">
                <a:solidFill>
                  <a:srgbClr val="F1F6F7"/>
                </a:solidFill>
                <a:latin typeface="Arial"/>
                <a:ea typeface="Arial"/>
                <a:cs typeface="Arial"/>
              </a:rPr>
              <a:t>Exam management and communication</a:t>
            </a:r>
          </a:p>
        </p:txBody>
      </p:sp>
      <p:sp>
        <p:nvSpPr>
          <p:cNvPr id="6" name="reveal-2">
            <a:extLst>
              <a:ext uri="{FF2B5EF4-FFF2-40B4-BE49-F238E27FC236}">
                <ns2:creationId id="{4E6133FD-0D19-4C97-8A55-FEC86BCA88BF}"/>
              </a:ext>
            </a:extLst>
          </p:cNvPr>
          <p:cNvSpPr>
            <a:spLocks noGrp="1"/>
          </p:cNvSpPr>
          <p:nvPr/>
        </p:nvSpPr>
        <p:spPr>
          <a:xfrm>
            <a:off x="609600" y="3886200"/>
            <a:ext cx="10668000" cy="742950"/>
          </a:xfrm>
          <a:prstGeom prst="rect">
            <a:avLst/>
          </a:prstGeom>
          <a:noFill/>
          <a:ln w="0">
            <a:noFill/>
          </a:ln>
        </p:spPr>
        <p:txBody>
          <a:bodyPr>
            <a:noAutofit/>
          </a:bodyPr>
          <a:lstStyle/>
          <a:p>
            <a:pPr>
              <a:buNone/>
              <a:defRPr sz="2025" b="0">
                <a:solidFill>
                  <a:srgbClr val="A6BAC4"/>
                </a:solidFill>
                <a:latin typeface="Arial"/>
                <a:ea typeface="Arial"/>
                <a:cs typeface="Arial"/>
              </a:defRPr>
            </a:pPr>
            <a:r>
              <a:rPr sz="2025" b="0">
                <a:solidFill>
                  <a:srgbClr val="A6BAC4"/>
                </a:solidFill>
                <a:latin typeface="Arial"/>
                <a:ea typeface="Arial"/>
                <a:cs typeface="Arial"/>
              </a:rPr>
              <a:t>Lab mode, chat, warnings, extensions, priority queue and dark mode</a:t>
            </a:r>
          </a:p>
        </p:txBody>
      </p:sp>
      <p:sp>
        <p:nvSpPr>
          <p:cNvPr id="7" name="reveal-3">
            <a:extLst>
              <a:ext uri="{FF2B5EF4-FFF2-40B4-BE49-F238E27FC236}">
                <ns2:creationId id="{3031EC4F-9ED5-4E25-88C9-B842A6838349}"/>
              </a:ext>
            </a:extLst>
          </p:cNvPr>
          <p:cNvSpPr>
            <a:spLocks noGrp="1"/>
          </p:cNvSpPr>
          <p:nvPr/>
        </p:nvSpPr>
        <p:spPr>
          <a:xfrm>
            <a:off x="609600" y="4943475"/>
            <a:ext cx="10668000" cy="581025"/>
          </a:xfrm>
          <a:prstGeom prst="rect">
            <a:avLst/>
          </a:prstGeom>
          <a:noFill/>
          <a:ln w="0">
            <a:noFill/>
          </a:ln>
        </p:spPr>
        <p:txBody>
          <a:bodyPr>
            <a:noAutofit/>
          </a:bodyPr>
          <a:lstStyle/>
          <a:p>
            <a:pPr>
              <a:buNone/>
              <a:defRPr sz="2700" b="1">
                <a:solidFill>
                  <a:srgbClr val="F1F6F7"/>
                </a:solidFill>
                <a:latin typeface="Arial"/>
                <a:ea typeface="Arial"/>
                <a:cs typeface="Arial"/>
              </a:defRPr>
            </a:pPr>
            <a:r>
              <a:rPr sz="2700" b="1">
                <a:solidFill>
                  <a:srgbClr val="F1F6F7"/>
                </a:solidFill>
                <a:latin typeface="Arial"/>
                <a:ea typeface="Arial"/>
                <a:cs typeface="Arial"/>
              </a:rPr>
              <a:t>Administration and recovery</a:t>
            </a:r>
          </a:p>
        </p:txBody>
      </p:sp>
      <p:sp>
        <p:nvSpPr>
          <p:cNvPr id="8" name="reveal-3">
            <a:extLst>
              <a:ext uri="{FF2B5EF4-FFF2-40B4-BE49-F238E27FC236}">
                <ns2:creationId id="{D1D5FBCF-52F1-4E9A-A47C-EF89F64AB987}"/>
              </a:ext>
            </a:extLst>
          </p:cNvPr>
          <p:cNvSpPr>
            <a:spLocks noGrp="1"/>
          </p:cNvSpPr>
          <p:nvPr/>
        </p:nvSpPr>
        <p:spPr>
          <a:xfrm>
            <a:off x="609600" y="5562600"/>
            <a:ext cx="10668000" cy="457200"/>
          </a:xfrm>
          <a:prstGeom prst="rect">
            <a:avLst/>
          </a:prstGeom>
          <a:noFill/>
          <a:ln w="0">
            <a:noFill/>
          </a:ln>
        </p:spPr>
        <p:txBody>
          <a:bodyPr>
            <a:noAutofit/>
          </a:bodyPr>
          <a:lstStyle/>
          <a:p>
            <a:pPr>
              <a:buNone/>
              <a:defRPr sz="2025" b="0">
                <a:solidFill>
                  <a:srgbClr val="A6BAC4"/>
                </a:solidFill>
                <a:latin typeface="Arial"/>
                <a:ea typeface="Arial"/>
                <a:cs typeface="Arial"/>
              </a:defRPr>
            </a:pPr>
            <a:r>
              <a:rPr sz="2025" b="0">
                <a:solidFill>
                  <a:srgbClr val="A6BAC4"/>
                </a:solidFill>
                <a:latin typeface="Arial"/>
                <a:ea typeface="Arial"/>
                <a:cs typeface="Arial"/>
              </a:rPr>
              <a:t>Asset/user management, dynamic ports and late-evidence recovery</a:t>
            </a:r>
          </a:p>
        </p:txBody>
      </p:sp>
    </p:spTree>
    <p:extLst>
      <p:ext uri="{BB962C8B-B14F-4D97-AF65-F5344CB8AC3E}">
        <ns3:creationId val="105977155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childTnLst>
                    </p:cTn>
                  </p:par>
                  <p:par>
                    <p:cTn id="10" fill="hold">
                      <p:stCondLst>
                        <p:cond delay="indefinite"/>
                      </p:stCondLst>
                      <p:childTnLst>
                        <p:par>
                          <p:cTn id="11" presetID="10" presetClass="entr" presetSubtype="0" fill="hold" grpId="1"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50"/>
                                  <p:tgtEl>
                                    <p:spTgt spid="5"/>
                                  </p:tgtEl>
                                </p:cBhvr>
                              </p:animEffect>
                            </p:childTnLst>
                          </p:cTn>
                        </p:par>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childTnLst>
                    </p:cTn>
                  </p:par>
                  <p:par>
                    <p:cTn id="17" fill="hold">
                      <p:stCondLst>
                        <p:cond delay="indefinite"/>
                      </p:stCondLst>
                      <p:childTnLst>
                        <p:par>
                          <p:cTn id="18" presetID="10" presetClass="entr" presetSubtype="0" fill="hold" grpId="2"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2"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1" animBg="1"/>
      <p:bldP spid="6" grpId="1" animBg="1"/>
      <p:bldP spid="7" grpId="2" animBg="1"/>
      <p:bldP spid="8" grpId="2" animBg="1"/>
    </p:bldLst>
  </p:timing>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9" name="static">
            <a:extLst>
              <a:ext uri="{FF2B5EF4-FFF2-40B4-BE49-F238E27FC236}">
                <ns2:creationId id="{EBD6C753-C8F0-4907-B988-15221A6D2853}"/>
              </a:ext>
            </a:extLst>
          </p:cNvPr>
          <p:cNvSpPr>
            <a:spLocks noGrp="1"/>
          </p:cNvSpPr>
          <p:nvPr/>
        </p:nvSpPr>
        <p:spPr>
          <a:xfrm>
            <a:off x="609600" y="438150"/>
            <a:ext cx="10972800" cy="952500"/>
          </a:xfrm>
          <a:prstGeom prst="rect">
            <a:avLst/>
          </a:prstGeom>
          <a:noFill/>
          <a:ln w="0">
            <a:noFill/>
          </a:ln>
        </p:spPr>
        <p:txBody>
          <a:bodyPr>
            <a:noAutofit/>
          </a:bodyPr>
          <a:lstStyle/>
          <a:p>
            <a:pPr>
              <a:buNone/>
              <a:defRPr sz="3600" b="1">
                <a:solidFill>
                  <a:srgbClr val="F1F6F7"/>
                </a:solidFill>
                <a:latin typeface="Arial"/>
                <a:ea typeface="Arial"/>
                <a:cs typeface="Arial"/>
              </a:defRPr>
            </a:pPr>
            <a:r>
              <a:rPr sz="3600" b="1">
                <a:solidFill>
                  <a:srgbClr val="F1F6F7"/>
                </a:solidFill>
                <a:latin typeface="Arial"/>
                <a:ea typeface="Arial"/>
                <a:cs typeface="Arial"/>
              </a:rPr>
              <a:t>Validation and remaining evaluation</a:t>
            </a:r>
          </a:p>
        </p:txBody>
      </p:sp>
      <p:sp>
        <p:nvSpPr>
          <p:cNvPr id="2" name="static">
            <a:extLst>
              <a:ext uri="{FF2B5EF4-FFF2-40B4-BE49-F238E27FC236}">
                <ns2:creationId id="{705C82EC-CD6D-4058-AF5A-978407D5FC11}"/>
              </a:ext>
            </a:extLst>
          </p:cNvPr>
          <p:cNvSpPr>
            <a:spLocks noGrp="1"/>
          </p:cNvSpPr>
          <p:nvPr/>
        </p:nvSpPr>
        <p:spPr>
          <a:xfrm>
            <a:off x="609600" y="6438900"/>
            <a:ext cx="10972800" cy="238125"/>
          </a:xfrm>
          <a:prstGeom prst="rect">
            <a:avLst/>
          </a:prstGeom>
          <a:noFill/>
          <a:ln w="0">
            <a:noFill/>
          </a:ln>
        </p:spPr>
        <p:txBody>
          <a:bodyPr>
            <a:noAutofit/>
          </a:bodyPr>
          <a:lstStyle/>
          <a:p>
            <a:pPr>
              <a:buNone/>
              <a:defRPr sz="1200" b="0">
                <a:solidFill>
                  <a:srgbClr val="A6BAC4"/>
                </a:solidFill>
                <a:latin typeface="Arial"/>
                <a:ea typeface="Arial"/>
                <a:cs typeface="Arial"/>
              </a:defRPr>
            </a:pPr>
            <a:r>
              <a:rPr sz="1200" b="0">
                <a:solidFill>
                  <a:srgbClr val="A6BAC4"/>
                </a:solidFill>
                <a:latin typeface="Arial"/>
                <a:ea typeface="Arial"/>
                <a:cs typeface="Arial"/>
              </a:rPr>
              <a:t>IntegrityFlow  /  09</a:t>
            </a:r>
          </a:p>
        </p:txBody>
      </p:sp>
      <p:sp>
        <p:nvSpPr>
          <p:cNvPr id="3" name="static">
            <a:extLst>
              <a:ext uri="{FF2B5EF4-FFF2-40B4-BE49-F238E27FC236}">
                <ns2:creationId id="{431B3A86-4840-452B-BFEB-D394C3194CA8}"/>
              </a:ext>
            </a:extLst>
          </p:cNvPr>
          <p:cNvSpPr>
            <a:spLocks noGrp="1"/>
          </p:cNvSpPr>
          <p:nvPr/>
        </p:nvSpPr>
        <p:spPr>
          <a:xfrm>
            <a:off x="609600" y="1590675"/>
            <a:ext cx="3333750" cy="1495425"/>
          </a:xfrm>
          <a:prstGeom prst="rect">
            <a:avLst/>
          </a:prstGeom>
          <a:noFill/>
          <a:ln w="0">
            <a:noFill/>
          </a:ln>
        </p:spPr>
        <p:txBody>
          <a:bodyPr>
            <a:noAutofit/>
          </a:bodyPr>
          <a:lstStyle/>
          <a:p>
            <a:pPr>
              <a:buNone/>
              <a:defRPr sz="8850" b="1">
                <a:solidFill>
                  <a:srgbClr val="50DDC4"/>
                </a:solidFill>
                <a:latin typeface="Arial"/>
                <a:ea typeface="Arial"/>
                <a:cs typeface="Arial"/>
              </a:defRPr>
            </a:pPr>
            <a:r>
              <a:rPr sz="8850" b="1">
                <a:solidFill>
                  <a:srgbClr val="50DDC4"/>
                </a:solidFill>
                <a:latin typeface="Arial"/>
                <a:ea typeface="Arial"/>
                <a:cs typeface="Arial"/>
              </a:rPr>
              <a:t>13</a:t>
            </a:r>
          </a:p>
        </p:txBody>
      </p:sp>
      <p:sp>
        <p:nvSpPr>
          <p:cNvPr id="4" name="static">
            <a:extLst>
              <a:ext uri="{FF2B5EF4-FFF2-40B4-BE49-F238E27FC236}">
                <ns2:creationId id="{ADFFF0C3-CCAA-4D4E-BC00-96FD6D58DAF5}"/>
              </a:ext>
            </a:extLst>
          </p:cNvPr>
          <p:cNvSpPr>
            <a:spLocks noGrp="1"/>
          </p:cNvSpPr>
          <p:nvPr/>
        </p:nvSpPr>
        <p:spPr>
          <a:xfrm>
            <a:off x="609600" y="3209925"/>
            <a:ext cx="4667250" cy="628650"/>
          </a:xfrm>
          <a:prstGeom prst="rect">
            <a:avLst/>
          </a:prstGeom>
          <a:noFill/>
          <a:ln w="0">
            <a:noFill/>
          </a:ln>
        </p:spPr>
        <p:txBody>
          <a:bodyPr>
            <a:noAutofit/>
          </a:bodyPr>
          <a:lstStyle/>
          <a:p>
            <a:pPr>
              <a:buNone/>
              <a:defRPr sz="2400" b="1">
                <a:solidFill>
                  <a:srgbClr val="F1F6F7"/>
                </a:solidFill>
                <a:latin typeface="Arial"/>
                <a:ea typeface="Arial"/>
                <a:cs typeface="Arial"/>
              </a:defRPr>
            </a:pPr>
            <a:r>
              <a:rPr sz="2400" b="1">
                <a:solidFill>
                  <a:srgbClr val="F1F6F7"/>
                </a:solidFill>
                <a:latin typeface="Arial"/>
                <a:ea typeface="Arial"/>
                <a:cs typeface="Arial"/>
              </a:rPr>
              <a:t>Python regression checks</a:t>
            </a:r>
          </a:p>
        </p:txBody>
      </p:sp>
      <p:sp>
        <p:nvSpPr>
          <p:cNvPr id="5" name="static">
            <a:extLst>
              <a:ext uri="{FF2B5EF4-FFF2-40B4-BE49-F238E27FC236}">
                <ns2:creationId id="{B6378C63-A259-4133-ADDD-357F5F0DDEFF}"/>
              </a:ext>
            </a:extLst>
          </p:cNvPr>
          <p:cNvSpPr>
            <a:spLocks noGrp="1"/>
          </p:cNvSpPr>
          <p:nvPr/>
        </p:nvSpPr>
        <p:spPr>
          <a:xfrm>
            <a:off x="609600" y="4219575"/>
            <a:ext cx="5000625" cy="1504950"/>
          </a:xfrm>
          <a:prstGeom prst="rect">
            <a:avLst/>
          </a:prstGeom>
          <a:noFill/>
          <a:ln w="0">
            <a:noFill/>
          </a:ln>
        </p:spPr>
        <p:txBody>
          <a:bodyPr>
            <a:noAutofit/>
          </a:bodyPr>
          <a:lstStyle/>
          <a:p>
            <a:pPr>
              <a:buNone/>
              <a:defRPr sz="1950" b="0">
                <a:solidFill>
                  <a:srgbClr val="A6BAC4"/>
                </a:solidFill>
                <a:latin typeface="Arial"/>
                <a:ea typeface="Arial"/>
                <a:cs typeface="Arial"/>
              </a:defRPr>
            </a:pPr>
            <a:r>
              <a:rPr sz="1950" b="0">
                <a:solidFill>
                  <a:srgbClr val="A6BAC4"/>
                </a:solidFill>
                <a:latin typeface="Arial"/>
                <a:ea typeface="Arial"/>
                <a:cs typeface="Arial"/>
              </a:rPr>
              <a:t>Startup and offline recovery</a:t>
            </a:r>
          </a:p>
          <a:p>
            <a:pPr>
              <a:buNone/>
              <a:defRPr sz="1950" b="0">
                <a:solidFill>
                  <a:srgbClr val="A6BAC4"/>
                </a:solidFill>
                <a:latin typeface="Arial"/>
                <a:ea typeface="Arial"/>
                <a:cs typeface="Arial"/>
              </a:defRPr>
            </a:pPr>
            <a:r>
              <a:rPr sz="1950" b="0">
                <a:solidFill>
                  <a:srgbClr val="A6BAC4"/>
                </a:solidFill>
                <a:latin typeface="Arial"/>
                <a:ea typeface="Arial"/>
                <a:cs typeface="Arial"/>
              </a:rPr>
              <a:t>Teacher isolation and consent</a:t>
            </a:r>
          </a:p>
          <a:p>
            <a:pPr>
              <a:buNone/>
              <a:defRPr sz="1950" b="0">
                <a:solidFill>
                  <a:srgbClr val="A6BAC4"/>
                </a:solidFill>
                <a:latin typeface="Arial"/>
                <a:ea typeface="Arial"/>
                <a:cs typeface="Arial"/>
              </a:defRPr>
            </a:pPr>
            <a:r>
              <a:rPr sz="1950" b="0">
                <a:solidFill>
                  <a:srgbClr val="A6BAC4"/>
                </a:solidFill>
                <a:latin typeface="Arial"/>
                <a:ea typeface="Arial"/>
                <a:cs typeface="Arial"/>
              </a:rPr>
              <a:t>Late evidence and retry safety</a:t>
            </a:r>
          </a:p>
        </p:txBody>
      </p:sp>
      <p:sp>
        <p:nvSpPr>
          <p:cNvPr id="6" name="reveal-1">
            <a:extLst>
              <a:ext uri="{FF2B5EF4-FFF2-40B4-BE49-F238E27FC236}">
                <ns2:creationId id="{C0CF54FD-AB9D-4CE6-B22C-2DFE3CB3367A}"/>
              </a:ext>
            </a:extLst>
          </p:cNvPr>
          <p:cNvSpPr>
            <a:spLocks noGrp="1"/>
          </p:cNvSpPr>
          <p:nvPr/>
        </p:nvSpPr>
        <p:spPr>
          <a:xfrm>
            <a:off x="6477000" y="1743075"/>
            <a:ext cx="5076825" cy="733425"/>
          </a:xfrm>
          <a:prstGeom prst="rect">
            <a:avLst/>
          </a:prstGeom>
          <a:noFill/>
          <a:ln w="0">
            <a:noFill/>
          </a:ln>
        </p:spPr>
        <p:txBody>
          <a:bodyPr>
            <a:noAutofit/>
          </a:bodyPr>
          <a:lstStyle/>
          <a:p>
            <a:pPr>
              <a:buNone/>
              <a:defRPr sz="1875" b="1">
                <a:solidFill>
                  <a:srgbClr val="F7BC76"/>
                </a:solidFill>
                <a:latin typeface="Arial"/>
                <a:ea typeface="Arial"/>
                <a:cs typeface="Arial"/>
              </a:defRPr>
            </a:pPr>
            <a:r>
              <a:rPr sz="1875" b="1">
                <a:solidFill>
                  <a:srgbClr val="F7BC76"/>
                </a:solidFill>
                <a:latin typeface="Arial"/>
                <a:ea typeface="Arial"/>
                <a:cs typeface="Arial"/>
              </a:rPr>
              <a:t>NEXT: MEASURE IN REAL SCENARIOS</a:t>
            </a:r>
          </a:p>
        </p:txBody>
      </p:sp>
      <p:sp>
        <p:nvSpPr>
          <p:cNvPr id="7" name="reveal-1">
            <a:extLst>
              <a:ext uri="{FF2B5EF4-FFF2-40B4-BE49-F238E27FC236}">
                <ns2:creationId id="{C5D08CE6-70A6-4F27-92B1-36E7BE001ECB}"/>
              </a:ext>
            </a:extLst>
          </p:cNvPr>
          <p:cNvSpPr>
            <a:spLocks noGrp="1"/>
          </p:cNvSpPr>
          <p:nvPr/>
        </p:nvSpPr>
        <p:spPr>
          <a:xfrm>
            <a:off x="6477000" y="2857500"/>
            <a:ext cx="5067300" cy="2447925"/>
          </a:xfrm>
          <a:prstGeom prst="rect">
            <a:avLst/>
          </a:prstGeom>
          <a:noFill/>
          <a:ln w="0">
            <a:noFill/>
          </a:ln>
        </p:spPr>
        <p:txBody>
          <a:bodyPr>
            <a:noAutofit/>
          </a:bodyPr>
          <a:lstStyle/>
          <a:p>
            <a:pPr>
              <a:buNone/>
              <a:defRPr sz="2100" b="0">
                <a:solidFill>
                  <a:srgbClr val="F1F6F7"/>
                </a:solidFill>
                <a:latin typeface="Arial"/>
                <a:ea typeface="Arial"/>
                <a:cs typeface="Arial"/>
              </a:defRPr>
            </a:pPr>
            <a:r>
              <a:rPr sz="2100" b="0">
                <a:solidFill>
                  <a:srgbClr val="F1F6F7"/>
                </a:solidFill>
                <a:latin typeface="Arial"/>
                <a:ea typeface="Arial"/>
                <a:cs typeface="Arial"/>
              </a:rPr>
              <a:t>False positives and missed events</a:t>
            </a:r>
          </a:p>
          <a:p>
            <a:pPr>
              <a:buNone/>
              <a:defRPr sz="2100" b="0">
                <a:solidFill>
                  <a:srgbClr val="F1F6F7"/>
                </a:solidFill>
                <a:latin typeface="Arial"/>
                <a:ea typeface="Arial"/>
                <a:cs typeface="Arial"/>
              </a:defRPr>
            </a:pPr>
            <a:r>
              <a:rPr sz="2100" b="0">
                <a:solidFill>
                  <a:srgbClr val="F1F6F7"/>
                </a:solidFill>
                <a:latin typeface="Arial"/>
                <a:ea typeface="Arial"/>
                <a:cs typeface="Arial"/>
              </a:rPr>
              <a:t>Alert latency, load and resources</a:t>
            </a:r>
          </a:p>
          <a:p>
            <a:pPr>
              <a:buNone/>
              <a:defRPr sz="2100" b="0">
                <a:solidFill>
                  <a:srgbClr val="F1F6F7"/>
                </a:solidFill>
                <a:latin typeface="Arial"/>
                <a:ea typeface="Arial"/>
                <a:cs typeface="Arial"/>
              </a:defRPr>
            </a:pPr>
            <a:r>
              <a:rPr sz="2100" b="0">
                <a:solidFill>
                  <a:srgbClr val="F1F6F7"/>
                </a:solidFill>
                <a:latin typeface="Arial"/>
                <a:ea typeface="Arial"/>
                <a:cs typeface="Arial"/>
              </a:rPr>
              <a:t>Model/headphone scope alignment</a:t>
            </a:r>
          </a:p>
          <a:p>
            <a:pPr>
              <a:buNone/>
              <a:defRPr sz="2100" b="0">
                <a:solidFill>
                  <a:srgbClr val="F1F6F7"/>
                </a:solidFill>
                <a:latin typeface="Arial"/>
                <a:ea typeface="Arial"/>
                <a:cs typeface="Arial"/>
              </a:defRPr>
            </a:pPr>
            <a:r>
              <a:rPr sz="2100" b="0">
                <a:solidFill>
                  <a:srgbClr val="F1F6F7"/>
                </a:solidFill>
                <a:latin typeface="Arial"/>
                <a:ea typeface="Arial"/>
                <a:cs typeface="Arial"/>
              </a:rPr>
              <a:t>Real network recovery rehearsal</a:t>
            </a:r>
          </a:p>
        </p:txBody>
      </p:sp>
      <p:sp>
        <p:nvSpPr>
          <p:cNvPr id="8" name="reveal-1">
            <a:extLst>
              <a:ext uri="{FF2B5EF4-FFF2-40B4-BE49-F238E27FC236}">
                <ns2:creationId id="{CDAF88D6-A4A5-436D-B27C-05DB620616F6}"/>
              </a:ext>
            </a:extLst>
          </p:cNvPr>
          <p:cNvSpPr>
            <a:spLocks noGrp="1"/>
          </p:cNvSpPr>
          <p:nvPr/>
        </p:nvSpPr>
        <p:spPr>
          <a:xfrm>
            <a:off x="6477000" y="5534025"/>
            <a:ext cx="5029200" cy="628650"/>
          </a:xfrm>
          <a:prstGeom prst="rect">
            <a:avLst/>
          </a:prstGeom>
          <a:noFill/>
          <a:ln w="0">
            <a:noFill/>
          </a:ln>
        </p:spPr>
        <p:txBody>
          <a:bodyPr>
            <a:noAutofit/>
          </a:bodyPr>
          <a:lstStyle/>
          <a:p>
            <a:pPr>
              <a:buNone/>
              <a:defRPr sz="1650" b="0">
                <a:solidFill>
                  <a:srgbClr val="A6BAC4"/>
                </a:solidFill>
                <a:latin typeface="Arial"/>
                <a:ea typeface="Arial"/>
                <a:cs typeface="Arial"/>
              </a:defRPr>
            </a:pPr>
            <a:r>
              <a:rPr sz="1650" b="0">
                <a:solidFill>
                  <a:srgbClr val="A6BAC4"/>
                </a:solidFill>
                <a:latin typeface="Arial"/>
                <a:ea typeface="Arial"/>
                <a:cs typeface="Arial"/>
              </a:rPr>
              <a:t>Combined alert + screenshot export is a reporting enhancement.</a:t>
            </a:r>
          </a:p>
        </p:txBody>
      </p:sp>
    </p:spTree>
    <p:extLst>
      <p:ext uri="{BB962C8B-B14F-4D97-AF65-F5344CB8AC3E}">
        <ns3:creationId val="74626211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450"/>
                                  <p:tgtEl>
                                    <p:spTgt spid="6"/>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450"/>
                                  <p:tgtEl>
                                    <p:spTgt spid="7"/>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0.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925"/>
        </a:solidFill>
      </p:bgPr>
    </p:bg>
    <p:spTree>
      <p:nvGrpSpPr>
        <p:cNvPr id="1" name=""/>
        <p:cNvGrpSpPr/>
        <p:nvPr/>
      </p:nvGrpSpPr>
      <p:grpSpPr>
        <a:xfrm/>
      </p:grpSpPr>
      <p:pic>
        <p:nvPicPr>
          <p:cNvPr id="9" name=""/>
          <p:cNvPicPr>
            <a:picLocks noChangeAspect="1"/>
          </p:cNvPicPr>
          <p:nvPr/>
        </p:nvPicPr>
        <p:blipFill>
          <a:blip r:embed="Rb7e7aac411364666"/>
          <a:srcRect l="0" t="27" r="0" b="27"/>
          <a:stretch>
            <a:fillRect l="0" t="0" r="0" b="0"/>
          </a:stretch>
        </p:blipFill>
        <p:spPr>
          <a:xfrm>
            <a:off x="0" y="0"/>
            <a:ext cx="12192000" cy="6858000"/>
          </a:xfrm>
          <a:prstGeom prst="rect">
            <a:avLst/>
          </a:prstGeom>
        </p:spPr>
      </p:pic>
      <p:sp>
        <p:nvSpPr>
          <p:cNvPr id="2" name="static">
            <a:extLst>
              <a:ext uri="{FF2B5EF4-FFF2-40B4-BE49-F238E27FC236}">
                <ns3:creationId id="{CC1E5684-B3FD-482D-B8E4-904C39FF3FCC}"/>
              </a:ext>
            </a:extLst>
          </p:cNvPr>
          <p:cNvSpPr>
            <a:spLocks noGrp="1"/>
          </p:cNvSpPr>
          <p:nvPr/>
        </p:nvSpPr>
        <p:spPr>
          <a:xfrm>
            <a:off x="609600" y="552450"/>
            <a:ext cx="10763250" cy="819150"/>
          </a:xfrm>
          <a:prstGeom prst="rect">
            <a:avLst/>
          </a:prstGeom>
          <a:noFill/>
          <a:ln w="0">
            <a:noFill/>
          </a:ln>
        </p:spPr>
        <p:txBody>
          <a:bodyPr>
            <a:noAutofit/>
          </a:bodyPr>
          <a:lstStyle/>
          <a:p>
            <a:pPr>
              <a:buNone/>
              <a:defRPr sz="4350" b="1">
                <a:solidFill>
                  <a:srgbClr val="F1F6F7"/>
                </a:solidFill>
                <a:latin typeface="Arial"/>
                <a:ea typeface="Arial"/>
                <a:cs typeface="Arial"/>
              </a:defRPr>
            </a:pPr>
            <a:r>
              <a:rPr sz="4350" b="1">
                <a:solidFill>
                  <a:srgbClr val="F1F6F7"/>
                </a:solidFill>
                <a:latin typeface="Arial"/>
                <a:ea typeface="Arial"/>
                <a:cs typeface="Arial"/>
              </a:rPr>
              <a:t>Live demonstration</a:t>
            </a:r>
          </a:p>
        </p:txBody>
      </p:sp>
      <p:sp>
        <p:nvSpPr>
          <p:cNvPr id="3" name="static">
            <a:extLst>
              <a:ext uri="{FF2B5EF4-FFF2-40B4-BE49-F238E27FC236}">
                <ns3:creationId id="{B4667428-6DDA-4C18-A07E-94CF3CBF3050}"/>
              </a:ext>
            </a:extLst>
          </p:cNvPr>
          <p:cNvSpPr>
            <a:spLocks noGrp="1"/>
          </p:cNvSpPr>
          <p:nvPr/>
        </p:nvSpPr>
        <p:spPr>
          <a:xfrm>
            <a:off x="609600" y="1790700"/>
            <a:ext cx="8001000" cy="1085850"/>
          </a:xfrm>
          <a:prstGeom prst="rect">
            <a:avLst/>
          </a:prstGeom>
          <a:noFill/>
          <a:ln w="0">
            <a:noFill/>
          </a:ln>
        </p:spPr>
        <p:txBody>
          <a:bodyPr>
            <a:noAutofit/>
          </a:bodyPr>
          <a:lstStyle/>
          <a:p>
            <a:pPr>
              <a:buNone/>
              <a:defRPr sz="5850" b="1">
                <a:solidFill>
                  <a:srgbClr val="50DDC4"/>
                </a:solidFill>
                <a:latin typeface="Arial"/>
                <a:ea typeface="Arial"/>
                <a:cs typeface="Arial"/>
              </a:defRPr>
            </a:pPr>
            <a:r>
              <a:rPr sz="5850" b="1">
                <a:solidFill>
                  <a:srgbClr val="50DDC4"/>
                </a:solidFill>
                <a:latin typeface="Arial"/>
                <a:ea typeface="Arial"/>
                <a:cs typeface="Arial"/>
              </a:rPr>
              <a:t>7–8 minutes</a:t>
            </a:r>
          </a:p>
        </p:txBody>
      </p:sp>
      <p:sp>
        <p:nvSpPr>
          <p:cNvPr id="4" name="reveal-1">
            <a:extLst>
              <a:ext uri="{FF2B5EF4-FFF2-40B4-BE49-F238E27FC236}">
                <ns3:creationId id="{E60B93A7-4AF6-4C7C-910C-BB0120D61AC7}"/>
              </a:ext>
            </a:extLst>
          </p:cNvPr>
          <p:cNvSpPr>
            <a:spLocks noGrp="1"/>
          </p:cNvSpPr>
          <p:nvPr/>
        </p:nvSpPr>
        <p:spPr>
          <a:xfrm>
            <a:off x="609600" y="3276600"/>
            <a:ext cx="7905750" cy="609600"/>
          </a:xfrm>
          <a:prstGeom prst="rect">
            <a:avLst/>
          </a:prstGeom>
          <a:noFill/>
          <a:ln w="0">
            <a:noFill/>
          </a:ln>
        </p:spPr>
        <p:txBody>
          <a:bodyPr>
            <a:noAutofit/>
          </a:bodyPr>
          <a:lstStyle/>
          <a:p>
            <a:pPr>
              <a:buNone/>
              <a:defRPr sz="2550" b="1">
                <a:solidFill>
                  <a:srgbClr val="F1F6F7"/>
                </a:solidFill>
                <a:latin typeface="Arial"/>
                <a:ea typeface="Arial"/>
                <a:cs typeface="Arial"/>
              </a:defRPr>
            </a:pPr>
            <a:r>
              <a:rPr sz="2550" b="1">
                <a:solidFill>
                  <a:srgbClr val="F1F6F7"/>
                </a:solidFill>
                <a:latin typeface="Arial"/>
                <a:ea typeface="Arial"/>
                <a:cs typeface="Arial"/>
              </a:rPr>
              <a:t>Prepared exam → candidate self-check</a:t>
            </a:r>
          </a:p>
        </p:txBody>
      </p:sp>
      <p:sp>
        <p:nvSpPr>
          <p:cNvPr id="5" name="reveal-2">
            <a:extLst>
              <a:ext uri="{FF2B5EF4-FFF2-40B4-BE49-F238E27FC236}">
                <ns3:creationId id="{61C1163F-080A-40F4-A5A5-EA8FEC1F7D39}"/>
              </a:ext>
            </a:extLst>
          </p:cNvPr>
          <p:cNvSpPr>
            <a:spLocks noGrp="1"/>
          </p:cNvSpPr>
          <p:nvPr/>
        </p:nvSpPr>
        <p:spPr>
          <a:xfrm>
            <a:off x="609600" y="3990975"/>
            <a:ext cx="8143875" cy="609600"/>
          </a:xfrm>
          <a:prstGeom prst="rect">
            <a:avLst/>
          </a:prstGeom>
          <a:noFill/>
          <a:ln w="0">
            <a:noFill/>
          </a:ln>
        </p:spPr>
        <p:txBody>
          <a:bodyPr>
            <a:noAutofit/>
          </a:bodyPr>
          <a:lstStyle/>
          <a:p>
            <a:pPr>
              <a:buNone/>
              <a:defRPr sz="2550" b="1">
                <a:solidFill>
                  <a:srgbClr val="F1F6F7"/>
                </a:solidFill>
                <a:latin typeface="Arial"/>
                <a:ea typeface="Arial"/>
                <a:cs typeface="Arial"/>
              </a:defRPr>
            </a:pPr>
            <a:r>
              <a:rPr sz="2550" b="1">
                <a:solidFill>
                  <a:srgbClr val="F1F6F7"/>
                </a:solidFill>
                <a:latin typeface="Arial"/>
                <a:ea typeface="Arial"/>
                <a:cs typeface="Arial"/>
              </a:rPr>
              <a:t>Answer workspace → alert and evidence</a:t>
            </a:r>
          </a:p>
        </p:txBody>
      </p:sp>
      <p:sp>
        <p:nvSpPr>
          <p:cNvPr id="6" name="reveal-3">
            <a:extLst>
              <a:ext uri="{FF2B5EF4-FFF2-40B4-BE49-F238E27FC236}">
                <ns3:creationId id="{7FA1D2D5-D64B-4201-B6C6-F6F5AE9058CD}"/>
              </a:ext>
            </a:extLst>
          </p:cNvPr>
          <p:cNvSpPr>
            <a:spLocks noGrp="1"/>
          </p:cNvSpPr>
          <p:nvPr/>
        </p:nvSpPr>
        <p:spPr>
          <a:xfrm>
            <a:off x="609600" y="4705350"/>
            <a:ext cx="8667750" cy="609600"/>
          </a:xfrm>
          <a:prstGeom prst="rect">
            <a:avLst/>
          </a:prstGeom>
          <a:noFill/>
          <a:ln w="0">
            <a:noFill/>
          </a:ln>
        </p:spPr>
        <p:txBody>
          <a:bodyPr>
            <a:noAutofit/>
          </a:bodyPr>
          <a:lstStyle/>
          <a:p>
            <a:pPr>
              <a:buNone/>
              <a:defRPr sz="2550" b="1">
                <a:solidFill>
                  <a:srgbClr val="F1F6F7"/>
                </a:solidFill>
                <a:latin typeface="Arial"/>
                <a:ea typeface="Arial"/>
                <a:cs typeface="Arial"/>
              </a:defRPr>
            </a:pPr>
            <a:r>
              <a:rPr sz="2550" b="1">
                <a:solidFill>
                  <a:srgbClr val="F1F6F7"/>
                </a:solidFill>
                <a:latin typeface="Arial"/>
                <a:ea typeface="Arial"/>
                <a:cs typeface="Arial"/>
              </a:rPr>
              <a:t>Examiner review → submission and history</a:t>
            </a:r>
          </a:p>
        </p:txBody>
      </p:sp>
      <p:sp>
        <p:nvSpPr>
          <p:cNvPr id="7" name="static">
            <a:extLst>
              <a:ext uri="{FF2B5EF4-FFF2-40B4-BE49-F238E27FC236}">
                <ns3:creationId id="{50292915-891D-4734-831C-E6B921B3A10B}"/>
              </a:ext>
            </a:extLst>
          </p:cNvPr>
          <p:cNvSpPr>
            <a:spLocks noGrp="1"/>
          </p:cNvSpPr>
          <p:nvPr/>
        </p:nvSpPr>
        <p:spPr>
          <a:xfrm>
            <a:off x="609600" y="5953125"/>
            <a:ext cx="10477500" cy="552450"/>
          </a:xfrm>
          <a:prstGeom prst="rect">
            <a:avLst/>
          </a:prstGeom>
          <a:noFill/>
          <a:ln w="0">
            <a:noFill/>
          </a:ln>
        </p:spPr>
        <p:txBody>
          <a:bodyPr>
            <a:noAutofit/>
          </a:bodyPr>
          <a:lstStyle/>
          <a:p>
            <a:pPr>
              <a:buNone/>
              <a:defRPr sz="1800" b="0">
                <a:solidFill>
                  <a:srgbClr val="A6BAC4"/>
                </a:solidFill>
                <a:latin typeface="Arial"/>
                <a:ea typeface="Arial"/>
                <a:cs typeface="Arial"/>
              </a:defRPr>
            </a:pPr>
            <a:r>
              <a:rPr sz="1800" b="0">
                <a:solidFill>
                  <a:srgbClr val="A6BAC4"/>
                </a:solidFill>
                <a:latin typeface="Arial"/>
                <a:ea typeface="Arial"/>
                <a:cs typeface="Arial"/>
              </a:rPr>
              <a:t>Project the examiner laptop; keep the candidate on one display.</a:t>
            </a:r>
          </a:p>
        </p:txBody>
      </p:sp>
    </p:spTree>
    <p:extLst>
      <p:ext uri="{BB962C8B-B14F-4D97-AF65-F5344CB8AC3E}">
        <ns4:creationId val="117308945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childTnLst>
                    </p:cTn>
                  </p:par>
                  <p:par>
                    <p:cTn id="7" fill="hold">
                      <p:stCondLst>
                        <p:cond delay="indefinite"/>
                      </p:stCondLst>
                      <p:childTnLst>
                        <p:par>
                          <p:cTn id="8" presetID="10" presetClass="entr" presetSubtype="0" fill="hold" grpId="1"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childTnLst>
                    </p:cTn>
                  </p:par>
                  <p:par>
                    <p:cTn id="11" fill="hold">
                      <p:stCondLst>
                        <p:cond delay="indefinite"/>
                      </p:stCondLst>
                      <p:childTnLst>
                        <p:par>
                          <p:cTn id="12" presetID="10" presetClass="entr" presetSubtype="0" fill="hold" grpId="2"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50"/>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1" animBg="1"/>
      <p:bldP spid="6" grpId="2" animBg="1"/>
    </p:bldLst>
  </p:timing>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7" name="static">
            <a:extLst>
              <a:ext uri="{FF2B5EF4-FFF2-40B4-BE49-F238E27FC236}">
                <ns2:creationId id="{C7D720E1-97AD-482B-93E9-BE9A2ACD67A7}"/>
              </a:ext>
            </a:extLst>
          </p:cNvPr>
          <p:cNvSpPr>
            <a:spLocks noGrp="1"/>
          </p:cNvSpPr>
          <p:nvPr/>
        </p:nvSpPr>
        <p:spPr>
          <a:xfrm>
            <a:off x="609600" y="438150"/>
            <a:ext cx="10972800" cy="952500"/>
          </a:xfrm>
          <a:prstGeom prst="rect">
            <a:avLst/>
          </a:prstGeom>
          <a:noFill/>
          <a:ln w="0">
            <a:noFill/>
          </a:ln>
        </p:spPr>
        <p:txBody>
          <a:bodyPr>
            <a:noAutofit/>
          </a:bodyPr>
          <a:lstStyle/>
          <a:p>
            <a:pPr>
              <a:buNone/>
              <a:defRPr sz="3600" b="1">
                <a:solidFill>
                  <a:srgbClr val="F1F6F7"/>
                </a:solidFill>
                <a:latin typeface="Arial"/>
                <a:ea typeface="Arial"/>
                <a:cs typeface="Arial"/>
              </a:defRPr>
            </a:pPr>
            <a:r>
              <a:rPr sz="3600" b="1">
                <a:solidFill>
                  <a:srgbClr val="F1F6F7"/>
                </a:solidFill>
                <a:latin typeface="Arial"/>
                <a:ea typeface="Arial"/>
                <a:cs typeface="Arial"/>
              </a:rPr>
              <a:t>Appendix · privacy and reliability</a:t>
            </a:r>
          </a:p>
        </p:txBody>
      </p:sp>
      <p:sp>
        <p:nvSpPr>
          <p:cNvPr id="2" name="static">
            <a:extLst>
              <a:ext uri="{FF2B5EF4-FFF2-40B4-BE49-F238E27FC236}">
                <ns2:creationId id="{63ECB6F6-778F-4F66-8C34-BDDD7D8BBA1D}"/>
              </a:ext>
            </a:extLst>
          </p:cNvPr>
          <p:cNvSpPr>
            <a:spLocks noGrp="1"/>
          </p:cNvSpPr>
          <p:nvPr/>
        </p:nvSpPr>
        <p:spPr>
          <a:xfrm>
            <a:off x="609600" y="6438900"/>
            <a:ext cx="10972800" cy="238125"/>
          </a:xfrm>
          <a:prstGeom prst="rect">
            <a:avLst/>
          </a:prstGeom>
          <a:noFill/>
          <a:ln w="0">
            <a:noFill/>
          </a:ln>
        </p:spPr>
        <p:txBody>
          <a:bodyPr>
            <a:noAutofit/>
          </a:bodyPr>
          <a:lstStyle/>
          <a:p>
            <a:pPr>
              <a:buNone/>
              <a:defRPr sz="1200" b="0">
                <a:solidFill>
                  <a:srgbClr val="A6BAC4"/>
                </a:solidFill>
                <a:latin typeface="Arial"/>
                <a:ea typeface="Arial"/>
                <a:cs typeface="Arial"/>
              </a:defRPr>
            </a:pPr>
            <a:r>
              <a:rPr sz="1200" b="0">
                <a:solidFill>
                  <a:srgbClr val="A6BAC4"/>
                </a:solidFill>
                <a:latin typeface="Arial"/>
                <a:ea typeface="Arial"/>
                <a:cs typeface="Arial"/>
              </a:rPr>
              <a:t>IntegrityFlow  /  11</a:t>
            </a:r>
          </a:p>
        </p:txBody>
      </p:sp>
      <p:sp>
        <p:nvSpPr>
          <p:cNvPr id="3" name="reveal-1">
            <a:extLst>
              <a:ext uri="{FF2B5EF4-FFF2-40B4-BE49-F238E27FC236}">
                <ns2:creationId id="{CB3E9D26-24B0-4165-876F-F288CD06526B}"/>
              </a:ext>
            </a:extLst>
          </p:cNvPr>
          <p:cNvSpPr>
            <a:spLocks noGrp="1"/>
          </p:cNvSpPr>
          <p:nvPr/>
        </p:nvSpPr>
        <p:spPr>
          <a:xfrm>
            <a:off x="609600" y="1714500"/>
            <a:ext cx="10591800" cy="561975"/>
          </a:xfrm>
          <a:prstGeom prst="rect">
            <a:avLst/>
          </a:prstGeom>
          <a:noFill/>
          <a:ln w="0">
            <a:noFill/>
          </a:ln>
        </p:spPr>
        <p:txBody>
          <a:bodyPr>
            <a:noAutofit/>
          </a:bodyPr>
          <a:lstStyle/>
          <a:p>
            <a:pPr>
              <a:buNone/>
              <a:defRPr sz="2850" b="1">
                <a:solidFill>
                  <a:srgbClr val="50DDC4"/>
                </a:solidFill>
                <a:latin typeface="Arial"/>
                <a:ea typeface="Arial"/>
                <a:cs typeface="Arial"/>
              </a:defRPr>
            </a:pPr>
            <a:r>
              <a:rPr sz="2850" b="1">
                <a:solidFill>
                  <a:srgbClr val="50DDC4"/>
                </a:solidFill>
                <a:latin typeface="Arial"/>
                <a:ea typeface="Arial"/>
                <a:cs typeface="Arial"/>
              </a:rPr>
              <a:t>Stored event evidence</a:t>
            </a:r>
          </a:p>
        </p:txBody>
      </p:sp>
      <p:sp>
        <p:nvSpPr>
          <p:cNvPr id="4" name="reveal-1">
            <a:extLst>
              <a:ext uri="{FF2B5EF4-FFF2-40B4-BE49-F238E27FC236}">
                <ns2:creationId id="{3C59E096-B8A5-4688-A729-5B822BCE9682}"/>
              </a:ext>
            </a:extLst>
          </p:cNvPr>
          <p:cNvSpPr>
            <a:spLocks noGrp="1"/>
          </p:cNvSpPr>
          <p:nvPr/>
        </p:nvSpPr>
        <p:spPr>
          <a:xfrm>
            <a:off x="609600" y="2447925"/>
            <a:ext cx="10763250" cy="1257300"/>
          </a:xfrm>
          <a:prstGeom prst="rect">
            <a:avLst/>
          </a:prstGeom>
          <a:noFill/>
          <a:ln w="0">
            <a:noFill/>
          </a:ln>
        </p:spPr>
        <p:txBody>
          <a:bodyPr>
            <a:noAutofit/>
          </a:bodyPr>
          <a:lstStyle/>
          <a:p>
            <a:pPr>
              <a:buNone/>
              <a:defRPr sz="2175" b="0">
                <a:solidFill>
                  <a:srgbClr val="F1F6F7"/>
                </a:solidFill>
                <a:latin typeface="Arial"/>
                <a:ea typeface="Arial"/>
                <a:cs typeface="Arial"/>
              </a:defRPr>
            </a:pPr>
            <a:r>
              <a:rPr sz="2175" b="0">
                <a:solidFill>
                  <a:srgbClr val="F1F6F7"/>
                </a:solidFill>
                <a:latin typeface="Arial"/>
                <a:ea typeface="Arial"/>
                <a:cs typeface="Arial"/>
              </a:rPr>
              <a:t>Identity/event stills, session voice vectors and suspicious audio clips.</a:t>
            </a:r>
          </a:p>
          <a:p>
            <a:pPr>
              <a:buNone/>
              <a:defRPr sz="2175" b="0">
                <a:solidFill>
                  <a:srgbClr val="F1F6F7"/>
                </a:solidFill>
                <a:latin typeface="Arial"/>
                <a:ea typeface="Arial"/>
                <a:cs typeface="Arial"/>
              </a:defRPr>
            </a:pPr>
            <a:r>
              <a:rPr sz="2175" b="0">
                <a:solidFill>
                  <a:srgbClr val="F1F6F7"/>
                </a:solidFill>
                <a:latin typeface="Arial"/>
                <a:ea typeface="Arial"/>
                <a:cs typeface="Arial"/>
              </a:rPr>
              <a:t>No continuous video or full-exam audio recording.</a:t>
            </a:r>
          </a:p>
        </p:txBody>
      </p:sp>
      <p:sp>
        <p:nvSpPr>
          <p:cNvPr id="5" name="reveal-2">
            <a:extLst>
              <a:ext uri="{FF2B5EF4-FFF2-40B4-BE49-F238E27FC236}">
                <ns2:creationId id="{49751A27-DA43-447E-9429-08C5CD9B067A}"/>
              </a:ext>
            </a:extLst>
          </p:cNvPr>
          <p:cNvSpPr>
            <a:spLocks noGrp="1"/>
          </p:cNvSpPr>
          <p:nvPr/>
        </p:nvSpPr>
        <p:spPr>
          <a:xfrm>
            <a:off x="609600" y="4181475"/>
            <a:ext cx="10668000" cy="561975"/>
          </a:xfrm>
          <a:prstGeom prst="rect">
            <a:avLst/>
          </a:prstGeom>
          <a:noFill/>
          <a:ln w="0">
            <a:noFill/>
          </a:ln>
        </p:spPr>
        <p:txBody>
          <a:bodyPr>
            <a:noAutofit/>
          </a:bodyPr>
          <a:lstStyle/>
          <a:p>
            <a:pPr>
              <a:buNone/>
              <a:defRPr sz="2850" b="1">
                <a:solidFill>
                  <a:srgbClr val="50DDC4"/>
                </a:solidFill>
                <a:latin typeface="Arial"/>
                <a:ea typeface="Arial"/>
                <a:cs typeface="Arial"/>
              </a:defRPr>
            </a:pPr>
            <a:r>
              <a:rPr sz="2850" b="1">
                <a:solidFill>
                  <a:srgbClr val="50DDC4"/>
                </a:solidFill>
                <a:latin typeface="Arial"/>
                <a:ea typeface="Arial"/>
                <a:cs typeface="Arial"/>
              </a:rPr>
              <a:t>Explicit consent and manual retention</a:t>
            </a:r>
          </a:p>
        </p:txBody>
      </p:sp>
      <p:sp>
        <p:nvSpPr>
          <p:cNvPr id="6" name="reveal-2">
            <a:extLst>
              <a:ext uri="{FF2B5EF4-FFF2-40B4-BE49-F238E27FC236}">
                <ns2:creationId id="{C21F80CE-863B-4CC9-8232-99D67B01FD4E}"/>
              </a:ext>
            </a:extLst>
          </p:cNvPr>
          <p:cNvSpPr>
            <a:spLocks noGrp="1"/>
          </p:cNvSpPr>
          <p:nvPr/>
        </p:nvSpPr>
        <p:spPr>
          <a:xfrm>
            <a:off x="609600" y="4914900"/>
            <a:ext cx="10763250" cy="1200150"/>
          </a:xfrm>
          <a:prstGeom prst="rect">
            <a:avLst/>
          </a:prstGeom>
          <a:noFill/>
          <a:ln w="0">
            <a:noFill/>
          </a:ln>
        </p:spPr>
        <p:txBody>
          <a:bodyPr>
            <a:noAutofit/>
          </a:bodyPr>
          <a:lstStyle/>
          <a:p>
            <a:pPr>
              <a:buNone/>
              <a:defRPr sz="2175" b="0">
                <a:solidFill>
                  <a:srgbClr val="F1F6F7"/>
                </a:solidFill>
                <a:latin typeface="Arial"/>
                <a:ea typeface="Arial"/>
                <a:cs typeface="Arial"/>
              </a:defRPr>
            </a:pPr>
            <a:r>
              <a:rPr sz="2175" b="0">
                <a:solidFill>
                  <a:srgbClr val="F1F6F7"/>
                </a:solidFill>
                <a:latin typeface="Arial"/>
                <a:ea typeface="Arial"/>
                <a:cs typeface="Arial"/>
              </a:rPr>
              <a:t>No automatic expiry today; local and uploaded copies need removal.</a:t>
            </a:r>
          </a:p>
          <a:p>
            <a:pPr>
              <a:buNone/>
              <a:defRPr sz="2175" b="0">
                <a:solidFill>
                  <a:srgbClr val="F1F6F7"/>
                </a:solidFill>
                <a:latin typeface="Arial"/>
                <a:ea typeface="Arial"/>
                <a:cs typeface="Arial"/>
              </a:defRPr>
            </a:pPr>
            <a:r>
              <a:rPr sz="2175" b="0">
                <a:solidFill>
                  <a:srgbClr val="F1F6F7"/>
                </a:solidFill>
                <a:latin typeface="Arial"/>
                <a:ea typeface="Arial"/>
                <a:cs typeface="Arial"/>
              </a:rPr>
              <a:t>Live examiner updates require a network connection.</a:t>
            </a:r>
          </a:p>
        </p:txBody>
      </p:sp>
    </p:spTree>
    <p:extLst>
      <p:ext uri="{BB962C8B-B14F-4D97-AF65-F5344CB8AC3E}">
        <ns3:creationId val="168293481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childTnLst>
                    </p:cTn>
                  </p:par>
                  <p:par>
                    <p:cTn id="10" fill="hold">
                      <p:stCondLst>
                        <p:cond delay="indefinite"/>
                      </p:stCondLst>
                      <p:childTnLst>
                        <p:par>
                          <p:cTn id="11" presetID="10" presetClass="entr" presetSubtype="0" fill="hold" grpId="1"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50"/>
                                  <p:tgtEl>
                                    <p:spTgt spid="5"/>
                                  </p:tgtEl>
                                </p:cBhvr>
                              </p:animEffect>
                            </p:childTnLst>
                          </p:cTn>
                        </p:par>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1" animBg="1"/>
      <p:bldP spid="6" grpId="1" animBg="1"/>
    </p:bldLst>
  </p:timing>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1" name="static">
            <a:extLst>
              <a:ext uri="{FF2B5EF4-FFF2-40B4-BE49-F238E27FC236}">
                <ns2:creationId id="{4D702F7E-06B8-4CCD-BEDA-E904DF7D33B4}"/>
              </a:ext>
            </a:extLst>
          </p:cNvPr>
          <p:cNvSpPr>
            <a:spLocks noGrp="1"/>
          </p:cNvSpPr>
          <p:nvPr/>
        </p:nvSpPr>
        <p:spPr>
          <a:xfrm>
            <a:off x="609600" y="438150"/>
            <a:ext cx="10972800" cy="952500"/>
          </a:xfrm>
          <a:prstGeom prst="rect">
            <a:avLst/>
          </a:prstGeom>
          <a:noFill/>
          <a:ln w="0">
            <a:noFill/>
          </a:ln>
        </p:spPr>
        <p:txBody>
          <a:bodyPr>
            <a:noAutofit/>
          </a:bodyPr>
          <a:lstStyle/>
          <a:p>
            <a:pPr>
              <a:buNone/>
              <a:defRPr sz="3600" b="1">
                <a:solidFill>
                  <a:srgbClr val="F1F6F7"/>
                </a:solidFill>
                <a:latin typeface="Arial"/>
                <a:ea typeface="Arial"/>
                <a:cs typeface="Arial"/>
              </a:defRPr>
            </a:pPr>
            <a:r>
              <a:rPr sz="3600" b="1">
                <a:solidFill>
                  <a:srgbClr val="F1F6F7"/>
                </a:solidFill>
                <a:latin typeface="Arial"/>
                <a:ea typeface="Arial"/>
                <a:cs typeface="Arial"/>
              </a:rPr>
              <a:t>Appendix · questions and evidence</a:t>
            </a:r>
          </a:p>
        </p:txBody>
      </p:sp>
      <p:sp>
        <p:nvSpPr>
          <p:cNvPr id="2" name="static">
            <a:extLst>
              <a:ext uri="{FF2B5EF4-FFF2-40B4-BE49-F238E27FC236}">
                <ns2:creationId id="{38749EDD-529A-4F5D-B13A-A90A80B8D744}"/>
              </a:ext>
            </a:extLst>
          </p:cNvPr>
          <p:cNvSpPr>
            <a:spLocks noGrp="1"/>
          </p:cNvSpPr>
          <p:nvPr/>
        </p:nvSpPr>
        <p:spPr>
          <a:xfrm>
            <a:off x="609600" y="6438900"/>
            <a:ext cx="10972800" cy="238125"/>
          </a:xfrm>
          <a:prstGeom prst="rect">
            <a:avLst/>
          </a:prstGeom>
          <a:noFill/>
          <a:ln w="0">
            <a:noFill/>
          </a:ln>
        </p:spPr>
        <p:txBody>
          <a:bodyPr>
            <a:noAutofit/>
          </a:bodyPr>
          <a:lstStyle/>
          <a:p>
            <a:pPr>
              <a:buNone/>
              <a:defRPr sz="1200" b="0">
                <a:solidFill>
                  <a:srgbClr val="A6BAC4"/>
                </a:solidFill>
                <a:latin typeface="Arial"/>
                <a:ea typeface="Arial"/>
                <a:cs typeface="Arial"/>
              </a:defRPr>
            </a:pPr>
            <a:r>
              <a:rPr sz="1200" b="0">
                <a:solidFill>
                  <a:srgbClr val="A6BAC4"/>
                </a:solidFill>
                <a:latin typeface="Arial"/>
                <a:ea typeface="Arial"/>
                <a:cs typeface="Arial"/>
              </a:rPr>
              <a:t>IntegrityFlow  /  12</a:t>
            </a:r>
          </a:p>
        </p:txBody>
      </p:sp>
      <p:sp>
        <p:nvSpPr>
          <p:cNvPr id="3" name="static">
            <a:extLst>
              <a:ext uri="{FF2B5EF4-FFF2-40B4-BE49-F238E27FC236}">
                <ns2:creationId id="{7FB0FAD7-480D-4654-8E76-C29A2E7A0B61}"/>
              </a:ext>
            </a:extLst>
          </p:cNvPr>
          <p:cNvSpPr>
            <a:spLocks noGrp="1"/>
          </p:cNvSpPr>
          <p:nvPr/>
        </p:nvSpPr>
        <p:spPr>
          <a:xfrm>
            <a:off x="609600" y="1733550"/>
            <a:ext cx="10972800" cy="457200"/>
          </a:xfrm>
          <a:prstGeom prst="rect">
            <a:avLst/>
          </a:prstGeom>
          <a:noFill/>
          <a:ln w="0">
            <a:noFill/>
          </a:ln>
        </p:spPr>
        <p:txBody>
          <a:bodyPr>
            <a:noAutofit/>
          </a:bodyPr>
          <a:lstStyle/>
          <a:p>
            <a:pPr>
              <a:buNone/>
              <a:defRPr sz="2250" b="1">
                <a:solidFill>
                  <a:srgbClr val="50DDC4"/>
                </a:solidFill>
                <a:latin typeface="Arial"/>
                <a:ea typeface="Arial"/>
                <a:cs typeface="Arial"/>
              </a:defRPr>
            </a:pPr>
            <a:r>
              <a:rPr sz="2250" b="1">
                <a:solidFill>
                  <a:srgbClr val="50DDC4"/>
                </a:solidFill>
                <a:latin typeface="Arial"/>
                <a:ea typeface="Arial"/>
                <a:cs typeface="Arial"/>
              </a:rPr>
              <a:t>Does AI prove misconduct?</a:t>
            </a:r>
          </a:p>
        </p:txBody>
      </p:sp>
      <p:sp>
        <p:nvSpPr>
          <p:cNvPr id="4" name="static">
            <a:extLst>
              <a:ext uri="{FF2B5EF4-FFF2-40B4-BE49-F238E27FC236}">
                <ns2:creationId id="{61224792-36A1-460C-8FD6-5509909E5B2C}"/>
              </a:ext>
            </a:extLst>
          </p:cNvPr>
          <p:cNvSpPr>
            <a:spLocks noGrp="1"/>
          </p:cNvSpPr>
          <p:nvPr/>
        </p:nvSpPr>
        <p:spPr>
          <a:xfrm>
            <a:off x="609600" y="2228850"/>
            <a:ext cx="10972800" cy="504825"/>
          </a:xfrm>
          <a:prstGeom prst="rect">
            <a:avLst/>
          </a:prstGeom>
          <a:noFill/>
          <a:ln w="0">
            <a:noFill/>
          </a:ln>
        </p:spPr>
        <p:txBody>
          <a:bodyPr>
            <a:noAutofit/>
          </a:bodyPr>
          <a:lstStyle/>
          <a:p>
            <a:pPr>
              <a:buNone/>
              <a:defRPr sz="1950" b="0">
                <a:solidFill>
                  <a:srgbClr val="F1F6F7"/>
                </a:solidFill>
                <a:latin typeface="Arial"/>
                <a:ea typeface="Arial"/>
                <a:cs typeface="Arial"/>
              </a:defRPr>
            </a:pPr>
            <a:r>
              <a:rPr sz="1950" b="0">
                <a:solidFill>
                  <a:srgbClr val="F1F6F7"/>
                </a:solidFill>
                <a:latin typeface="Arial"/>
                <a:ea typeface="Arial"/>
                <a:cs typeface="Arial"/>
              </a:rPr>
              <a:t>No. The examiner reviews the evidence.</a:t>
            </a:r>
          </a:p>
        </p:txBody>
      </p:sp>
      <p:sp>
        <p:nvSpPr>
          <p:cNvPr id="5" name="static">
            <a:extLst>
              <a:ext uri="{FF2B5EF4-FFF2-40B4-BE49-F238E27FC236}">
                <ns2:creationId id="{9A587B05-EF2C-42AA-9E78-E6B5924B1A17}"/>
              </a:ext>
            </a:extLst>
          </p:cNvPr>
          <p:cNvSpPr>
            <a:spLocks noGrp="1"/>
          </p:cNvSpPr>
          <p:nvPr/>
        </p:nvSpPr>
        <p:spPr>
          <a:xfrm>
            <a:off x="609600" y="2847975"/>
            <a:ext cx="10972800" cy="457200"/>
          </a:xfrm>
          <a:prstGeom prst="rect">
            <a:avLst/>
          </a:prstGeom>
          <a:noFill/>
          <a:ln w="0">
            <a:noFill/>
          </a:ln>
        </p:spPr>
        <p:txBody>
          <a:bodyPr>
            <a:noAutofit/>
          </a:bodyPr>
          <a:lstStyle/>
          <a:p>
            <a:pPr>
              <a:buNone/>
              <a:defRPr sz="2250" b="1">
                <a:solidFill>
                  <a:srgbClr val="50DDC4"/>
                </a:solidFill>
                <a:latin typeface="Arial"/>
                <a:ea typeface="Arial"/>
                <a:cs typeface="Arial"/>
              </a:defRPr>
            </a:pPr>
            <a:r>
              <a:rPr sz="2250" b="1">
                <a:solidFill>
                  <a:srgbClr val="50DDC4"/>
                </a:solidFill>
                <a:latin typeface="Arial"/>
                <a:ea typeface="Arial"/>
                <a:cs typeface="Arial"/>
              </a:rPr>
              <a:t>Did we train the models?</a:t>
            </a:r>
          </a:p>
        </p:txBody>
      </p:sp>
      <p:sp>
        <p:nvSpPr>
          <p:cNvPr id="6" name="static">
            <a:extLst>
              <a:ext uri="{FF2B5EF4-FFF2-40B4-BE49-F238E27FC236}">
                <ns2:creationId id="{D14F2B9A-3E8A-4272-A673-80820CD9DF52}"/>
              </a:ext>
            </a:extLst>
          </p:cNvPr>
          <p:cNvSpPr>
            <a:spLocks noGrp="1"/>
          </p:cNvSpPr>
          <p:nvPr/>
        </p:nvSpPr>
        <p:spPr>
          <a:xfrm>
            <a:off x="609600" y="3343275"/>
            <a:ext cx="10972800" cy="504825"/>
          </a:xfrm>
          <a:prstGeom prst="rect">
            <a:avLst/>
          </a:prstGeom>
          <a:noFill/>
          <a:ln w="0">
            <a:noFill/>
          </a:ln>
        </p:spPr>
        <p:txBody>
          <a:bodyPr>
            <a:noAutofit/>
          </a:bodyPr>
          <a:lstStyle/>
          <a:p>
            <a:pPr>
              <a:buNone/>
              <a:defRPr sz="1950" b="0">
                <a:solidFill>
                  <a:srgbClr val="F1F6F7"/>
                </a:solidFill>
                <a:latin typeface="Arial"/>
                <a:ea typeface="Arial"/>
                <a:cs typeface="Arial"/>
              </a:defRPr>
            </a:pPr>
            <a:r>
              <a:rPr sz="1950" b="0">
                <a:solidFill>
                  <a:srgbClr val="F1F6F7"/>
                </a:solidFill>
                <a:latin typeface="Arial"/>
                <a:ea typeface="Arial"/>
                <a:cs typeface="Arial"/>
              </a:rPr>
              <a:t>We integrated pretrained models for local execution.</a:t>
            </a:r>
          </a:p>
        </p:txBody>
      </p:sp>
      <p:sp>
        <p:nvSpPr>
          <p:cNvPr id="7" name="static">
            <a:extLst>
              <a:ext uri="{FF2B5EF4-FFF2-40B4-BE49-F238E27FC236}">
                <ns2:creationId id="{9EE5EA31-ABDC-45CD-B29A-1E76D1C0B385}"/>
              </a:ext>
            </a:extLst>
          </p:cNvPr>
          <p:cNvSpPr>
            <a:spLocks noGrp="1"/>
          </p:cNvSpPr>
          <p:nvPr/>
        </p:nvSpPr>
        <p:spPr>
          <a:xfrm>
            <a:off x="609600" y="3962400"/>
            <a:ext cx="10972800" cy="457200"/>
          </a:xfrm>
          <a:prstGeom prst="rect">
            <a:avLst/>
          </a:prstGeom>
          <a:noFill/>
          <a:ln w="0">
            <a:noFill/>
          </a:ln>
        </p:spPr>
        <p:txBody>
          <a:bodyPr>
            <a:noAutofit/>
          </a:bodyPr>
          <a:lstStyle/>
          <a:p>
            <a:pPr>
              <a:buNone/>
              <a:defRPr sz="2250" b="1">
                <a:solidFill>
                  <a:srgbClr val="50DDC4"/>
                </a:solidFill>
                <a:latin typeface="Arial"/>
                <a:ea typeface="Arial"/>
                <a:cs typeface="Arial"/>
              </a:defRPr>
            </a:pPr>
            <a:r>
              <a:rPr sz="2250" b="1">
                <a:solidFill>
                  <a:srgbClr val="50DDC4"/>
                </a:solidFill>
                <a:latin typeface="Arial"/>
                <a:ea typeface="Arial"/>
                <a:cs typeface="Arial"/>
              </a:rPr>
              <a:t>Is reporting available?</a:t>
            </a:r>
          </a:p>
        </p:txBody>
      </p:sp>
      <p:sp>
        <p:nvSpPr>
          <p:cNvPr id="8" name="static">
            <a:extLst>
              <a:ext uri="{FF2B5EF4-FFF2-40B4-BE49-F238E27FC236}">
                <ns2:creationId id="{2C7278F0-F6A4-4252-8291-8D8BBA2AC7CE}"/>
              </a:ext>
            </a:extLst>
          </p:cNvPr>
          <p:cNvSpPr>
            <a:spLocks noGrp="1"/>
          </p:cNvSpPr>
          <p:nvPr/>
        </p:nvSpPr>
        <p:spPr>
          <a:xfrm>
            <a:off x="609600" y="4457700"/>
            <a:ext cx="10972800" cy="504825"/>
          </a:xfrm>
          <a:prstGeom prst="rect">
            <a:avLst/>
          </a:prstGeom>
          <a:noFill/>
          <a:ln w="0">
            <a:noFill/>
          </a:ln>
        </p:spPr>
        <p:txBody>
          <a:bodyPr>
            <a:noAutofit/>
          </a:bodyPr>
          <a:lstStyle/>
          <a:p>
            <a:pPr>
              <a:buNone/>
              <a:defRPr sz="1950" b="0">
                <a:solidFill>
                  <a:srgbClr val="F1F6F7"/>
                </a:solidFill>
                <a:latin typeface="Arial"/>
                <a:ea typeface="Arial"/>
                <a:cs typeface="Arial"/>
              </a:defRPr>
            </a:pPr>
            <a:r>
              <a:rPr sz="1950" b="0">
                <a:solidFill>
                  <a:srgbClr val="F1F6F7"/>
                </a:solidFill>
                <a:latin typeface="Arial"/>
                <a:ea typeface="Arial"/>
                <a:cs typeface="Arial"/>
              </a:rPr>
              <a:t>Yes: summary, CSV and Save PDF through browser printing.</a:t>
            </a:r>
          </a:p>
        </p:txBody>
      </p:sp>
      <p:sp>
        <p:nvSpPr>
          <p:cNvPr id="9" name="static">
            <a:extLst>
              <a:ext uri="{FF2B5EF4-FFF2-40B4-BE49-F238E27FC236}">
                <ns2:creationId id="{C5F87C55-7817-4692-8133-E5B007ECE994}"/>
              </a:ext>
            </a:extLst>
          </p:cNvPr>
          <p:cNvSpPr>
            <a:spLocks noGrp="1"/>
          </p:cNvSpPr>
          <p:nvPr/>
        </p:nvSpPr>
        <p:spPr>
          <a:xfrm>
            <a:off x="609600" y="5076825"/>
            <a:ext cx="10972800" cy="457200"/>
          </a:xfrm>
          <a:prstGeom prst="rect">
            <a:avLst/>
          </a:prstGeom>
          <a:noFill/>
          <a:ln w="0">
            <a:noFill/>
          </a:ln>
        </p:spPr>
        <p:txBody>
          <a:bodyPr>
            <a:noAutofit/>
          </a:bodyPr>
          <a:lstStyle/>
          <a:p>
            <a:pPr>
              <a:buNone/>
              <a:defRPr sz="2250" b="1">
                <a:solidFill>
                  <a:srgbClr val="50DDC4"/>
                </a:solidFill>
                <a:latin typeface="Arial"/>
                <a:ea typeface="Arial"/>
                <a:cs typeface="Arial"/>
              </a:defRPr>
            </a:pPr>
            <a:r>
              <a:rPr sz="2250" b="1">
                <a:solidFill>
                  <a:srgbClr val="50DDC4"/>
                </a:solidFill>
                <a:latin typeface="Arial"/>
                <a:ea typeface="Arial"/>
                <a:cs typeface="Arial"/>
              </a:rPr>
              <a:t>How much is complete?</a:t>
            </a:r>
          </a:p>
        </p:txBody>
      </p:sp>
      <p:sp>
        <p:nvSpPr>
          <p:cNvPr id="10" name="static">
            <a:extLst>
              <a:ext uri="{FF2B5EF4-FFF2-40B4-BE49-F238E27FC236}">
                <ns2:creationId id="{FD625D37-02C5-49A0-BECE-A67A96CE9658}"/>
              </a:ext>
            </a:extLst>
          </p:cNvPr>
          <p:cNvSpPr>
            <a:spLocks noGrp="1"/>
          </p:cNvSpPr>
          <p:nvPr/>
        </p:nvSpPr>
        <p:spPr>
          <a:xfrm>
            <a:off x="609600" y="5572125"/>
            <a:ext cx="10972800" cy="504825"/>
          </a:xfrm>
          <a:prstGeom prst="rect">
            <a:avLst/>
          </a:prstGeom>
          <a:noFill/>
          <a:ln w="0">
            <a:noFill/>
          </a:ln>
        </p:spPr>
        <p:txBody>
          <a:bodyPr>
            <a:noAutofit/>
          </a:bodyPr>
          <a:lstStyle/>
          <a:p>
            <a:pPr>
              <a:buNone/>
              <a:defRPr sz="1950" b="0">
                <a:solidFill>
                  <a:srgbClr val="F1F6F7"/>
                </a:solidFill>
                <a:latin typeface="Arial"/>
                <a:ea typeface="Arial"/>
                <a:cs typeface="Arial"/>
              </a:defRPr>
            </a:pPr>
            <a:r>
              <a:rPr sz="1950" b="0">
                <a:solidFill>
                  <a:srgbClr val="F1F6F7"/>
                </a:solidFill>
                <a:latin typeface="Arial"/>
                <a:ea typeface="Arial"/>
                <a:cs typeface="Arial"/>
              </a:rPr>
              <a:t>Show the implemented modules and working demo.</a:t>
            </a:r>
          </a:p>
        </p:txBody>
      </p:sp>
    </p:spTree>
    <p:extLst>
      <p:ext uri="{BB962C8B-B14F-4D97-AF65-F5344CB8AC3E}">
        <ns3:creationId val="301891"/>
      </p:ext>
    </p:extLst>
  </p:cSld>
  <p:transition spd="med" advClick="1">
    <p:fade/>
  </p:transition>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7" name="static">
            <a:extLst>
              <a:ext uri="{FF2B5EF4-FFF2-40B4-BE49-F238E27FC236}">
                <ns2:creationId id="{BA2F8065-A9E6-4043-B862-D7941FE093A8}"/>
              </a:ext>
            </a:extLst>
          </p:cNvPr>
          <p:cNvSpPr>
            <a:spLocks noGrp="1"/>
          </p:cNvSpPr>
          <p:nvPr/>
        </p:nvSpPr>
        <p:spPr>
          <a:xfrm>
            <a:off x="609600" y="438150"/>
            <a:ext cx="10972800" cy="857250"/>
          </a:xfrm>
          <a:prstGeom prst="rect">
            <a:avLst/>
          </a:prstGeom>
          <a:noFill/>
          <a:ln w="0">
            <a:noFill/>
          </a:ln>
        </p:spPr>
        <p:txBody>
          <a:bodyPr>
            <a:noAutofit/>
          </a:bodyPr>
          <a:lstStyle/>
          <a:p>
            <a:pPr>
              <a:buNone/>
              <a:defRPr sz="3450" b="1">
                <a:solidFill>
                  <a:srgbClr val="F1F6F7"/>
                </a:solidFill>
                <a:latin typeface="Arial"/>
                <a:ea typeface="Arial"/>
                <a:cs typeface="Arial"/>
              </a:defRPr>
            </a:pPr>
            <a:r>
              <a:rPr sz="3450" b="1">
                <a:solidFill>
                  <a:srgbClr val="F1F6F7"/>
                </a:solidFill>
                <a:latin typeface="Arial"/>
                <a:ea typeface="Arial"/>
                <a:cs typeface="Arial"/>
              </a:rPr>
              <a:t>Multiple-person detection</a:t>
            </a:r>
          </a:p>
        </p:txBody>
      </p:sp>
      <p:sp>
        <p:nvSpPr>
          <p:cNvPr id="2" name="static">
            <a:extLst>
              <a:ext uri="{FF2B5EF4-FFF2-40B4-BE49-F238E27FC236}">
                <ns2:creationId id="{2AB2BFEE-CA93-4DE7-9034-BC3A96633C43}"/>
              </a:ext>
            </a:extLst>
          </p:cNvPr>
          <p:cNvSpPr>
            <a:spLocks noGrp="1"/>
          </p:cNvSpPr>
          <p:nvPr/>
        </p:nvSpPr>
        <p:spPr>
          <a:xfrm>
            <a:off x="609600" y="1476375"/>
            <a:ext cx="10972800" cy="609600"/>
          </a:xfrm>
          <a:prstGeom prst="rect">
            <a:avLst/>
          </a:prstGeom>
          <a:noFill/>
          <a:ln w="0">
            <a:noFill/>
          </a:ln>
        </p:spPr>
        <p:txBody>
          <a:bodyPr>
            <a:noAutofit/>
          </a:bodyPr>
          <a:lstStyle/>
          <a:p>
            <a:pPr>
              <a:buNone/>
              <a:defRPr sz="1875" b="0">
                <a:solidFill>
                  <a:srgbClr val="50DDC4"/>
                </a:solidFill>
                <a:latin typeface="Arial"/>
                <a:ea typeface="Arial"/>
                <a:cs typeface="Arial"/>
              </a:defRPr>
            </a:pPr>
            <a:r>
              <a:rPr sz="1875" b="0">
                <a:solidFill>
                  <a:srgbClr val="50DDC4"/>
                </a:solidFill>
                <a:latin typeface="Arial"/>
                <a:ea typeface="Arial"/>
                <a:cs typeface="Arial"/>
              </a:rPr>
              <a:t>OpenCV Haar cascades on this setup. MediaPipe Face Mesh when available.</a:t>
            </a:r>
          </a:p>
        </p:txBody>
      </p:sp>
      <p:sp>
        <p:nvSpPr>
          <p:cNvPr id="3" name="reveal-1">
            <a:extLst>
              <a:ext uri="{FF2B5EF4-FFF2-40B4-BE49-F238E27FC236}">
                <ns2:creationId id="{F07AF556-2D1A-4328-8A97-9E1559A1B90E}"/>
              </a:ext>
            </a:extLst>
          </p:cNvPr>
          <p:cNvSpPr>
            <a:spLocks noGrp="1"/>
          </p:cNvSpPr>
          <p:nvPr/>
        </p:nvSpPr>
        <p:spPr>
          <a:xfrm>
            <a:off x="6096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01</a:t>
            </a:r>
          </a:p>
        </p:txBody>
      </p:sp>
      <p:sp>
        <p:nvSpPr>
          <p:cNvPr id="4" name="reveal-1">
            <a:extLst>
              <a:ext uri="{FF2B5EF4-FFF2-40B4-BE49-F238E27FC236}">
                <ns2:creationId id="{B3D19860-DD42-4FE5-B7CB-464402DADDA4}"/>
              </a:ext>
            </a:extLst>
          </p:cNvPr>
          <p:cNvSpPr>
            <a:spLocks noGrp="1"/>
          </p:cNvSpPr>
          <p:nvPr/>
        </p:nvSpPr>
        <p:spPr>
          <a:xfrm>
            <a:off x="6096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Camera frame</a:t>
            </a:r>
          </a:p>
        </p:txBody>
      </p:sp>
      <p:sp>
        <p:nvSpPr>
          <p:cNvPr id="5" name="reveal-1">
            <a:extLst>
              <a:ext uri="{FF2B5EF4-FFF2-40B4-BE49-F238E27FC236}">
                <ns2:creationId id="{C412D6A7-4362-4A1A-B0C7-31DFE5267AA4}"/>
              </a:ext>
            </a:extLst>
          </p:cNvPr>
          <p:cNvSpPr>
            <a:spLocks noGrp="1"/>
          </p:cNvSpPr>
          <p:nvPr/>
        </p:nvSpPr>
        <p:spPr>
          <a:xfrm>
            <a:off x="6096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Convert to grayscale and resize for face detection.</a:t>
            </a:r>
          </a:p>
        </p:txBody>
      </p:sp>
      <p:sp>
        <p:nvSpPr>
          <p:cNvPr id="6" name="reveal-2">
            <a:extLst>
              <a:ext uri="{FF2B5EF4-FFF2-40B4-BE49-F238E27FC236}">
                <ns2:creationId id="{FD8CD476-4318-43CD-B1DC-071B05C15948}"/>
              </a:ext>
            </a:extLst>
          </p:cNvPr>
          <p:cNvSpPr>
            <a:spLocks noGrp="1"/>
          </p:cNvSpPr>
          <p:nvPr/>
        </p:nvSpPr>
        <p:spPr>
          <a:xfrm>
            <a:off x="381000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7" name="reveal-2">
            <a:extLst>
              <a:ext uri="{FF2B5EF4-FFF2-40B4-BE49-F238E27FC236}">
                <ns2:creationId id="{7649BD95-275F-4180-82BC-38DB203D428D}"/>
              </a:ext>
            </a:extLst>
          </p:cNvPr>
          <p:cNvSpPr>
            <a:spLocks noGrp="1"/>
          </p:cNvSpPr>
          <p:nvPr/>
        </p:nvSpPr>
        <p:spPr>
          <a:xfrm>
            <a:off x="451485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02</a:t>
            </a:r>
          </a:p>
        </p:txBody>
      </p:sp>
      <p:sp>
        <p:nvSpPr>
          <p:cNvPr id="8" name="reveal-2">
            <a:extLst>
              <a:ext uri="{FF2B5EF4-FFF2-40B4-BE49-F238E27FC236}">
                <ns2:creationId id="{704639B2-9584-45A4-AEB6-ABC30C6AE763}"/>
              </a:ext>
            </a:extLst>
          </p:cNvPr>
          <p:cNvSpPr>
            <a:spLocks noGrp="1"/>
          </p:cNvSpPr>
          <p:nvPr/>
        </p:nvSpPr>
        <p:spPr>
          <a:xfrm>
            <a:off x="451485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Distinct faces</a:t>
            </a:r>
          </a:p>
        </p:txBody>
      </p:sp>
      <p:sp>
        <p:nvSpPr>
          <p:cNvPr id="9" name="reveal-2">
            <a:extLst>
              <a:ext uri="{FF2B5EF4-FFF2-40B4-BE49-F238E27FC236}">
                <ns2:creationId id="{68DEE0EA-4E32-444D-8CE1-B137E0405C1C}"/>
              </a:ext>
            </a:extLst>
          </p:cNvPr>
          <p:cNvSpPr>
            <a:spLocks noGrp="1"/>
          </p:cNvSpPr>
          <p:nvPr/>
        </p:nvSpPr>
        <p:spPr>
          <a:xfrm>
            <a:off x="451485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Detect frontal face boxes. Reject overlapping first-two boxes.</a:t>
            </a:r>
          </a:p>
        </p:txBody>
      </p:sp>
      <p:sp>
        <p:nvSpPr>
          <p:cNvPr id="10" name="reveal-3">
            <a:extLst>
              <a:ext uri="{FF2B5EF4-FFF2-40B4-BE49-F238E27FC236}">
                <ns2:creationId id="{6ED653B9-E3C6-42A3-8FA1-F83F135E2121}"/>
              </a:ext>
            </a:extLst>
          </p:cNvPr>
          <p:cNvSpPr>
            <a:spLocks noGrp="1"/>
          </p:cNvSpPr>
          <p:nvPr/>
        </p:nvSpPr>
        <p:spPr>
          <a:xfrm>
            <a:off x="771525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11" name="reveal-3">
            <a:extLst>
              <a:ext uri="{FF2B5EF4-FFF2-40B4-BE49-F238E27FC236}">
                <ns2:creationId id="{634F6A6F-94E8-496C-80D2-9C0068BCC218}"/>
              </a:ext>
            </a:extLst>
          </p:cNvPr>
          <p:cNvSpPr>
            <a:spLocks noGrp="1"/>
          </p:cNvSpPr>
          <p:nvPr/>
        </p:nvSpPr>
        <p:spPr>
          <a:xfrm>
            <a:off x="84201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03</a:t>
            </a:r>
          </a:p>
        </p:txBody>
      </p:sp>
      <p:sp>
        <p:nvSpPr>
          <p:cNvPr id="12" name="reveal-3">
            <a:extLst>
              <a:ext uri="{FF2B5EF4-FFF2-40B4-BE49-F238E27FC236}">
                <ns2:creationId id="{75336359-1B88-4CCA-A04B-E4CE3EF142CD}"/>
              </a:ext>
            </a:extLst>
          </p:cNvPr>
          <p:cNvSpPr>
            <a:spLocks noGrp="1"/>
          </p:cNvSpPr>
          <p:nvPr/>
        </p:nvSpPr>
        <p:spPr>
          <a:xfrm>
            <a:off x="84201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Sustained count</a:t>
            </a:r>
          </a:p>
        </p:txBody>
      </p:sp>
      <p:sp>
        <p:nvSpPr>
          <p:cNvPr id="13" name="reveal-3">
            <a:extLst>
              <a:ext uri="{FF2B5EF4-FFF2-40B4-BE49-F238E27FC236}">
                <ns2:creationId id="{ADA8A411-D87A-4676-90CA-284A00F9F062}"/>
              </a:ext>
            </a:extLst>
          </p:cNvPr>
          <p:cNvSpPr>
            <a:spLocks noGrp="1"/>
          </p:cNvSpPr>
          <p:nvPr/>
        </p:nvSpPr>
        <p:spPr>
          <a:xfrm>
            <a:off x="84201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Two or more faces must persist for 1.0 second.</a:t>
            </a:r>
          </a:p>
        </p:txBody>
      </p:sp>
      <p:sp>
        <p:nvSpPr>
          <p:cNvPr id="14" name="static">
            <a:extLst>
              <a:ext uri="{FF2B5EF4-FFF2-40B4-BE49-F238E27FC236}">
                <ns2:creationId id="{D9C8DCCC-7769-4F81-917A-B06A2A3E5FA3}"/>
              </a:ext>
            </a:extLst>
          </p:cNvPr>
          <p:cNvSpPr>
            <a:spLocks noGrp="1"/>
          </p:cNvSpPr>
          <p:nvPr/>
        </p:nvSpPr>
        <p:spPr>
          <a:xfrm>
            <a:off x="609600" y="5257800"/>
            <a:ext cx="10972800" cy="542925"/>
          </a:xfrm>
          <a:prstGeom prst="rect">
            <a:avLst/>
          </a:prstGeom>
          <a:noFill/>
          <a:ln w="0">
            <a:noFill/>
          </a:ln>
        </p:spPr>
        <p:txBody>
          <a:bodyPr>
            <a:noAutofit/>
          </a:bodyPr>
          <a:lstStyle/>
          <a:p>
            <a:pPr>
              <a:buNone/>
              <a:defRPr sz="2100" b="1">
                <a:solidFill>
                  <a:srgbClr val="F1F6F7"/>
                </a:solidFill>
                <a:latin typeface="Arial"/>
                <a:ea typeface="Arial"/>
                <a:cs typeface="Arial"/>
              </a:defRPr>
            </a:pPr>
            <a:r>
              <a:rPr sz="2100" b="1">
                <a:solidFill>
                  <a:srgbClr val="F1F6F7"/>
                </a:solidFill>
                <a:latin typeface="Arial"/>
                <a:ea typeface="Arial"/>
                <a:cs typeface="Arial"/>
              </a:rPr>
              <a:t>Result: second-person alert with a captured image</a:t>
            </a:r>
          </a:p>
        </p:txBody>
      </p:sp>
      <p:sp>
        <p:nvSpPr>
          <p:cNvPr id="15" name="static">
            <a:extLst>
              <a:ext uri="{FF2B5EF4-FFF2-40B4-BE49-F238E27FC236}">
                <ns2:creationId id="{FB03185A-8386-4337-A01C-AF898C74E9B1}"/>
              </a:ext>
            </a:extLst>
          </p:cNvPr>
          <p:cNvSpPr>
            <a:spLocks noGrp="1"/>
          </p:cNvSpPr>
          <p:nvPr/>
        </p:nvSpPr>
        <p:spPr>
          <a:xfrm>
            <a:off x="609600" y="5857875"/>
            <a:ext cx="10972800" cy="466725"/>
          </a:xfrm>
          <a:prstGeom prst="rect">
            <a:avLst/>
          </a:prstGeom>
          <a:noFill/>
          <a:ln w="0">
            <a:noFill/>
          </a:ln>
        </p:spPr>
        <p:txBody>
          <a:bodyPr>
            <a:noAutofit/>
          </a:bodyPr>
          <a:lstStyle/>
          <a:p>
            <a:pPr>
              <a:buNone/>
              <a:defRPr sz="1650" b="0">
                <a:solidFill>
                  <a:srgbClr val="F7BC76"/>
                </a:solidFill>
                <a:latin typeface="Arial"/>
                <a:ea typeface="Arial"/>
                <a:cs typeface="Arial"/>
              </a:defRPr>
            </a:pPr>
            <a:r>
              <a:rPr sz="1650" b="0">
                <a:solidFill>
                  <a:srgbClr val="F7BC76"/>
                </a:solidFill>
                <a:latin typeface="Arial"/>
                <a:ea typeface="Arial"/>
                <a:cs typeface="Arial"/>
              </a:rPr>
              <a:t>Faces in camera view are the signal. Hidden or profile-only people can be missed.</a:t>
            </a:r>
          </a:p>
        </p:txBody>
      </p:sp>
      <p:sp>
        <p:nvSpPr>
          <p:cNvPr id="16" name="static">
            <a:extLst>
              <a:ext uri="{FF2B5EF4-FFF2-40B4-BE49-F238E27FC236}">
                <ns2:creationId id="{116F0FEB-960D-4A3F-93B5-2ACF09875CAE}"/>
              </a:ext>
            </a:extLst>
          </p:cNvPr>
          <p:cNvSpPr>
            <a:spLocks noGrp="1"/>
          </p:cNvSpPr>
          <p:nvPr/>
        </p:nvSpPr>
        <p:spPr>
          <a:xfrm>
            <a:off x="609600" y="6438900"/>
            <a:ext cx="10972800" cy="238125"/>
          </a:xfrm>
          <a:prstGeom prst="rect">
            <a:avLst/>
          </a:prstGeom>
          <a:noFill/>
          <a:ln w="0">
            <a:noFill/>
          </a:ln>
        </p:spPr>
        <p:txBody>
          <a:bodyPr>
            <a:noAutofit/>
          </a:bodyPr>
          <a:lstStyle/>
          <a:p>
            <a:pPr>
              <a:buNone/>
              <a:defRPr sz="1200" b="0">
                <a:solidFill>
                  <a:srgbClr val="A6BAC4"/>
                </a:solidFill>
                <a:latin typeface="Arial"/>
                <a:ea typeface="Arial"/>
                <a:cs typeface="Arial"/>
              </a:defRPr>
            </a:pPr>
            <a:r>
              <a:rPr sz="1200" b="0">
                <a:solidFill>
                  <a:srgbClr val="A6BAC4"/>
                </a:solidFill>
                <a:latin typeface="Arial"/>
                <a:ea typeface="Arial"/>
                <a:cs typeface="Arial"/>
              </a:rPr>
              <a:t>IntegrityFlow  /  13  /  Technical appendix</a:t>
            </a:r>
          </a:p>
        </p:txBody>
      </p:sp>
    </p:spTree>
    <p:extLst>
      <p:ext uri="{BB962C8B-B14F-4D97-AF65-F5344CB8AC3E}">
        <ns3:creationId val="137982524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indefinite"/>
                      </p:stCondLst>
                      <p:childTnLst>
                        <p:par>
                          <p:cTn id="27" presetID="10" presetClass="entr" presetSubtype="0" fill="hold" grpId="2"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2"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0" grpId="2" animBg="1"/>
      <p:bldP spid="11" grpId="2" animBg="1"/>
      <p:bldP spid="12" grpId="2" animBg="1"/>
      <p:bldP spid="13" grpId="2" animBg="1"/>
    </p:bldLst>
  </p:timing>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7" name="static">
            <a:extLst>
              <a:ext uri="{FF2B5EF4-FFF2-40B4-BE49-F238E27FC236}">
                <ns2:creationId id="{B6250FF0-5967-4ED7-B118-C611B538DF7C}"/>
              </a:ext>
            </a:extLst>
          </p:cNvPr>
          <p:cNvSpPr>
            <a:spLocks noGrp="1"/>
          </p:cNvSpPr>
          <p:nvPr/>
        </p:nvSpPr>
        <p:spPr>
          <a:xfrm>
            <a:off x="609600" y="438150"/>
            <a:ext cx="10972800" cy="857250"/>
          </a:xfrm>
          <a:prstGeom prst="rect">
            <a:avLst/>
          </a:prstGeom>
          <a:noFill/>
          <a:ln w="0">
            <a:noFill/>
          </a:ln>
        </p:spPr>
        <p:txBody>
          <a:bodyPr>
            <a:noAutofit/>
          </a:bodyPr>
          <a:lstStyle/>
          <a:p>
            <a:pPr>
              <a:buNone/>
              <a:defRPr sz="3450" b="1">
                <a:solidFill>
                  <a:srgbClr val="F1F6F7"/>
                </a:solidFill>
                <a:latin typeface="Arial"/>
                <a:ea typeface="Arial"/>
                <a:cs typeface="Arial"/>
              </a:defRPr>
            </a:pPr>
            <a:r>
              <a:rPr sz="3450" b="1">
                <a:solidFill>
                  <a:srgbClr val="F1F6F7"/>
                </a:solidFill>
                <a:latin typeface="Arial"/>
                <a:ea typeface="Arial"/>
                <a:cs typeface="Arial"/>
              </a:rPr>
              <a:t>Head turns and face visibility</a:t>
            </a:r>
          </a:p>
        </p:txBody>
      </p:sp>
      <p:sp>
        <p:nvSpPr>
          <p:cNvPr id="2" name="static">
            <a:extLst>
              <a:ext uri="{FF2B5EF4-FFF2-40B4-BE49-F238E27FC236}">
                <ns2:creationId id="{E4281056-07DA-48D9-9F3A-DBE210B3D81C}"/>
              </a:ext>
            </a:extLst>
          </p:cNvPr>
          <p:cNvSpPr>
            <a:spLocks noGrp="1"/>
          </p:cNvSpPr>
          <p:nvPr/>
        </p:nvSpPr>
        <p:spPr>
          <a:xfrm>
            <a:off x="609600" y="1476375"/>
            <a:ext cx="10972800" cy="609600"/>
          </a:xfrm>
          <a:prstGeom prst="rect">
            <a:avLst/>
          </a:prstGeom>
          <a:noFill/>
          <a:ln w="0">
            <a:noFill/>
          </a:ln>
        </p:spPr>
        <p:txBody>
          <a:bodyPr>
            <a:noAutofit/>
          </a:bodyPr>
          <a:lstStyle/>
          <a:p>
            <a:pPr>
              <a:buNone/>
              <a:defRPr sz="1875" b="0">
                <a:solidFill>
                  <a:srgbClr val="50DDC4"/>
                </a:solidFill>
                <a:latin typeface="Arial"/>
                <a:ea typeface="Arial"/>
                <a:cs typeface="Arial"/>
              </a:defRPr>
            </a:pPr>
            <a:r>
              <a:rPr sz="1875" b="0">
                <a:solidFill>
                  <a:srgbClr val="50DDC4"/>
                </a:solidFill>
                <a:latin typeface="Arial"/>
                <a:ea typeface="Arial"/>
                <a:cs typeface="Arial"/>
              </a:rPr>
              <a:t>OpenCV face/profile/eye cascades. Optional MediaPipe landmarks + OpenCV solvePnP.</a:t>
            </a:r>
          </a:p>
        </p:txBody>
      </p:sp>
      <p:sp>
        <p:nvSpPr>
          <p:cNvPr id="3" name="reveal-1">
            <a:extLst>
              <a:ext uri="{FF2B5EF4-FFF2-40B4-BE49-F238E27FC236}">
                <ns2:creationId id="{14ED21E1-A263-49F5-80DC-59C24C2E98A0}"/>
              </a:ext>
            </a:extLst>
          </p:cNvPr>
          <p:cNvSpPr>
            <a:spLocks noGrp="1"/>
          </p:cNvSpPr>
          <p:nvPr/>
        </p:nvSpPr>
        <p:spPr>
          <a:xfrm>
            <a:off x="6096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01</a:t>
            </a:r>
          </a:p>
        </p:txBody>
      </p:sp>
      <p:sp>
        <p:nvSpPr>
          <p:cNvPr id="4" name="reveal-1">
            <a:extLst>
              <a:ext uri="{FF2B5EF4-FFF2-40B4-BE49-F238E27FC236}">
                <ns2:creationId id="{B84BE9F0-5599-485F-B953-42450788DC88}"/>
              </a:ext>
            </a:extLst>
          </p:cNvPr>
          <p:cNvSpPr>
            <a:spLocks noGrp="1"/>
          </p:cNvSpPr>
          <p:nvPr/>
        </p:nvSpPr>
        <p:spPr>
          <a:xfrm>
            <a:off x="6096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Neutral baseline</a:t>
            </a:r>
          </a:p>
        </p:txBody>
      </p:sp>
      <p:sp>
        <p:nvSpPr>
          <p:cNvPr id="5" name="reveal-1">
            <a:extLst>
              <a:ext uri="{FF2B5EF4-FFF2-40B4-BE49-F238E27FC236}">
                <ns2:creationId id="{5A71D3FB-BDC0-4D65-A208-6BA5ABCA3392}"/>
              </a:ext>
            </a:extLst>
          </p:cNvPr>
          <p:cNvSpPr>
            <a:spLocks noGrp="1"/>
          </p:cNvSpPr>
          <p:nvPr/>
        </p:nvSpPr>
        <p:spPr>
          <a:xfrm>
            <a:off x="6096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Learn normal eye position while the candidate faces the screen.</a:t>
            </a:r>
          </a:p>
        </p:txBody>
      </p:sp>
      <p:sp>
        <p:nvSpPr>
          <p:cNvPr id="6" name="reveal-2">
            <a:extLst>
              <a:ext uri="{FF2B5EF4-FFF2-40B4-BE49-F238E27FC236}">
                <ns2:creationId id="{3E27E3F9-A9C3-46A2-ABDD-F6B6793EFD6E}"/>
              </a:ext>
            </a:extLst>
          </p:cNvPr>
          <p:cNvSpPr>
            <a:spLocks noGrp="1"/>
          </p:cNvSpPr>
          <p:nvPr/>
        </p:nvSpPr>
        <p:spPr>
          <a:xfrm>
            <a:off x="381000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7" name="reveal-2">
            <a:extLst>
              <a:ext uri="{FF2B5EF4-FFF2-40B4-BE49-F238E27FC236}">
                <ns2:creationId id="{0262CFDB-034E-405C-912F-CBA646598F79}"/>
              </a:ext>
            </a:extLst>
          </p:cNvPr>
          <p:cNvSpPr>
            <a:spLocks noGrp="1"/>
          </p:cNvSpPr>
          <p:nvPr/>
        </p:nvSpPr>
        <p:spPr>
          <a:xfrm>
            <a:off x="451485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02</a:t>
            </a:r>
          </a:p>
        </p:txBody>
      </p:sp>
      <p:sp>
        <p:nvSpPr>
          <p:cNvPr id="8" name="reveal-2">
            <a:extLst>
              <a:ext uri="{FF2B5EF4-FFF2-40B4-BE49-F238E27FC236}">
                <ns2:creationId id="{AE3A8EFF-3D8D-4E35-A8CF-9A6371575E5E}"/>
              </a:ext>
            </a:extLst>
          </p:cNvPr>
          <p:cNvSpPr>
            <a:spLocks noGrp="1"/>
          </p:cNvSpPr>
          <p:nvPr/>
        </p:nvSpPr>
        <p:spPr>
          <a:xfrm>
            <a:off x="451485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Direction signal</a:t>
            </a:r>
          </a:p>
        </p:txBody>
      </p:sp>
      <p:sp>
        <p:nvSpPr>
          <p:cNvPr id="9" name="reveal-2">
            <a:extLst>
              <a:ext uri="{FF2B5EF4-FFF2-40B4-BE49-F238E27FC236}">
                <ns2:creationId id="{9F3F873B-AEF9-4FF9-9512-B6FC9E780CB3}"/>
              </a:ext>
            </a:extLst>
          </p:cNvPr>
          <p:cNvSpPr>
            <a:spLocks noGrp="1"/>
          </p:cNvSpPr>
          <p:nvPr/>
        </p:nvSpPr>
        <p:spPr>
          <a:xfrm>
            <a:off x="451485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Use eye offset or a profile face. Optional yaw uses landmarks.</a:t>
            </a:r>
          </a:p>
        </p:txBody>
      </p:sp>
      <p:sp>
        <p:nvSpPr>
          <p:cNvPr id="10" name="reveal-3">
            <a:extLst>
              <a:ext uri="{FF2B5EF4-FFF2-40B4-BE49-F238E27FC236}">
                <ns2:creationId id="{FF2E76E6-BDAF-4FD6-93D3-FB9D5E20682A}"/>
              </a:ext>
            </a:extLst>
          </p:cNvPr>
          <p:cNvSpPr>
            <a:spLocks noGrp="1"/>
          </p:cNvSpPr>
          <p:nvPr/>
        </p:nvSpPr>
        <p:spPr>
          <a:xfrm>
            <a:off x="771525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11" name="reveal-3">
            <a:extLst>
              <a:ext uri="{FF2B5EF4-FFF2-40B4-BE49-F238E27FC236}">
                <ns2:creationId id="{FAAB4C0C-7849-4A64-B95F-83447E774AB9}"/>
              </a:ext>
            </a:extLst>
          </p:cNvPr>
          <p:cNvSpPr>
            <a:spLocks noGrp="1"/>
          </p:cNvSpPr>
          <p:nvPr/>
        </p:nvSpPr>
        <p:spPr>
          <a:xfrm>
            <a:off x="84201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03</a:t>
            </a:r>
          </a:p>
        </p:txBody>
      </p:sp>
      <p:sp>
        <p:nvSpPr>
          <p:cNvPr id="12" name="reveal-3">
            <a:extLst>
              <a:ext uri="{FF2B5EF4-FFF2-40B4-BE49-F238E27FC236}">
                <ns2:creationId id="{C882674E-F3F0-45C5-80CD-3919EA98B59C}"/>
              </a:ext>
            </a:extLst>
          </p:cNvPr>
          <p:cNvSpPr>
            <a:spLocks noGrp="1"/>
          </p:cNvSpPr>
          <p:nvPr/>
        </p:nvSpPr>
        <p:spPr>
          <a:xfrm>
            <a:off x="84201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Continuity check</a:t>
            </a:r>
          </a:p>
        </p:txBody>
      </p:sp>
      <p:sp>
        <p:nvSpPr>
          <p:cNvPr id="13" name="reveal-3">
            <a:extLst>
              <a:ext uri="{FF2B5EF4-FFF2-40B4-BE49-F238E27FC236}">
                <ns2:creationId id="{AABD2087-57B8-4B92-9644-5A8B1B5F0B91}"/>
              </a:ext>
            </a:extLst>
          </p:cNvPr>
          <p:cNvSpPr>
            <a:spLocks noGrp="1"/>
          </p:cNvSpPr>
          <p:nvPr/>
        </p:nvSpPr>
        <p:spPr>
          <a:xfrm>
            <a:off x="84201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Left/right persists 0.8 seconds. Missing face persists 3 seconds.</a:t>
            </a:r>
          </a:p>
        </p:txBody>
      </p:sp>
      <p:sp>
        <p:nvSpPr>
          <p:cNvPr id="14" name="static">
            <a:extLst>
              <a:ext uri="{FF2B5EF4-FFF2-40B4-BE49-F238E27FC236}">
                <ns2:creationId id="{CBC20077-6D09-4047-9EDC-1183678E4CD1}"/>
              </a:ext>
            </a:extLst>
          </p:cNvPr>
          <p:cNvSpPr>
            <a:spLocks noGrp="1"/>
          </p:cNvSpPr>
          <p:nvPr/>
        </p:nvSpPr>
        <p:spPr>
          <a:xfrm>
            <a:off x="609600" y="5257800"/>
            <a:ext cx="10972800" cy="542925"/>
          </a:xfrm>
          <a:prstGeom prst="rect">
            <a:avLst/>
          </a:prstGeom>
          <a:noFill/>
          <a:ln w="0">
            <a:noFill/>
          </a:ln>
        </p:spPr>
        <p:txBody>
          <a:bodyPr>
            <a:noAutofit/>
          </a:bodyPr>
          <a:lstStyle/>
          <a:p>
            <a:pPr>
              <a:buNone/>
              <a:defRPr sz="2100" b="1">
                <a:solidFill>
                  <a:srgbClr val="F1F6F7"/>
                </a:solidFill>
                <a:latin typeface="Arial"/>
                <a:ea typeface="Arial"/>
                <a:cs typeface="Arial"/>
              </a:defRPr>
            </a:pPr>
            <a:r>
              <a:rPr sz="2100" b="1">
                <a:solidFill>
                  <a:srgbClr val="F1F6F7"/>
                </a:solidFill>
                <a:latin typeface="Arial"/>
                <a:ea typeface="Arial"/>
                <a:cs typeface="Arial"/>
              </a:rPr>
              <a:t>Result: direction or missing-face alert with an image</a:t>
            </a:r>
          </a:p>
        </p:txBody>
      </p:sp>
      <p:sp>
        <p:nvSpPr>
          <p:cNvPr id="15" name="static">
            <a:extLst>
              <a:ext uri="{FF2B5EF4-FFF2-40B4-BE49-F238E27FC236}">
                <ns2:creationId id="{BCF85564-0236-4E5A-89CB-F8438F9D0C12}"/>
              </a:ext>
            </a:extLst>
          </p:cNvPr>
          <p:cNvSpPr>
            <a:spLocks noGrp="1"/>
          </p:cNvSpPr>
          <p:nvPr/>
        </p:nvSpPr>
        <p:spPr>
          <a:xfrm>
            <a:off x="609600" y="5857875"/>
            <a:ext cx="10972800" cy="466725"/>
          </a:xfrm>
          <a:prstGeom prst="rect">
            <a:avLst/>
          </a:prstGeom>
          <a:noFill/>
          <a:ln w="0">
            <a:noFill/>
          </a:ln>
        </p:spPr>
        <p:txBody>
          <a:bodyPr>
            <a:noAutofit/>
          </a:bodyPr>
          <a:lstStyle/>
          <a:p>
            <a:pPr>
              <a:buNone/>
              <a:defRPr sz="1650" b="0">
                <a:solidFill>
                  <a:srgbClr val="F7BC76"/>
                </a:solidFill>
                <a:latin typeface="Arial"/>
                <a:ea typeface="Arial"/>
                <a:cs typeface="Arial"/>
              </a:defRPr>
            </a:pPr>
            <a:r>
              <a:rPr sz="1650" b="0">
                <a:solidFill>
                  <a:srgbClr val="F7BC76"/>
                </a:solidFill>
                <a:latin typeface="Arial"/>
                <a:ea typeface="Arial"/>
                <a:cs typeface="Arial"/>
              </a:rPr>
              <a:t>OpenCV estimates direction. Its eye offset is not an angle measurement.</a:t>
            </a:r>
          </a:p>
        </p:txBody>
      </p:sp>
      <p:sp>
        <p:nvSpPr>
          <p:cNvPr id="16" name="static">
            <a:extLst>
              <a:ext uri="{FF2B5EF4-FFF2-40B4-BE49-F238E27FC236}">
                <ns2:creationId id="{8CAA0B7F-CB9F-4D55-BDA3-8BE5D95B586E}"/>
              </a:ext>
            </a:extLst>
          </p:cNvPr>
          <p:cNvSpPr>
            <a:spLocks noGrp="1"/>
          </p:cNvSpPr>
          <p:nvPr/>
        </p:nvSpPr>
        <p:spPr>
          <a:xfrm>
            <a:off x="609600" y="6438900"/>
            <a:ext cx="10972800" cy="238125"/>
          </a:xfrm>
          <a:prstGeom prst="rect">
            <a:avLst/>
          </a:prstGeom>
          <a:noFill/>
          <a:ln w="0">
            <a:noFill/>
          </a:ln>
        </p:spPr>
        <p:txBody>
          <a:bodyPr>
            <a:noAutofit/>
          </a:bodyPr>
          <a:lstStyle/>
          <a:p>
            <a:pPr>
              <a:buNone/>
              <a:defRPr sz="1200" b="0">
                <a:solidFill>
                  <a:srgbClr val="A6BAC4"/>
                </a:solidFill>
                <a:latin typeface="Arial"/>
                <a:ea typeface="Arial"/>
                <a:cs typeface="Arial"/>
              </a:defRPr>
            </a:pPr>
            <a:r>
              <a:rPr sz="1200" b="0">
                <a:solidFill>
                  <a:srgbClr val="A6BAC4"/>
                </a:solidFill>
                <a:latin typeface="Arial"/>
                <a:ea typeface="Arial"/>
                <a:cs typeface="Arial"/>
              </a:rPr>
              <a:t>IntegrityFlow  /  14  /  Technical appendix</a:t>
            </a:r>
          </a:p>
        </p:txBody>
      </p:sp>
    </p:spTree>
    <p:extLst>
      <p:ext uri="{BB962C8B-B14F-4D97-AF65-F5344CB8AC3E}">
        <ns3:creationId val="4577800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indefinite"/>
                      </p:stCondLst>
                      <p:childTnLst>
                        <p:par>
                          <p:cTn id="27" presetID="10" presetClass="entr" presetSubtype="0" fill="hold" grpId="2"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2"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0" grpId="2" animBg="1"/>
      <p:bldP spid="11" grpId="2" animBg="1"/>
      <p:bldP spid="12" grpId="2" animBg="1"/>
      <p:bldP spid="13" grpId="2" animBg="1"/>
    </p:bldLst>
  </p:timing>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7" name="static">
            <a:extLst>
              <a:ext uri="{FF2B5EF4-FFF2-40B4-BE49-F238E27FC236}">
                <ns2:creationId id="{919DFC61-3D9F-4B36-984D-BC4DDFF11D34}"/>
              </a:ext>
            </a:extLst>
          </p:cNvPr>
          <p:cNvSpPr>
            <a:spLocks noGrp="1"/>
          </p:cNvSpPr>
          <p:nvPr/>
        </p:nvSpPr>
        <p:spPr>
          <a:xfrm>
            <a:off x="609600" y="438150"/>
            <a:ext cx="10972800" cy="857250"/>
          </a:xfrm>
          <a:prstGeom prst="rect">
            <a:avLst/>
          </a:prstGeom>
          <a:noFill/>
          <a:ln w="0">
            <a:noFill/>
          </a:ln>
        </p:spPr>
        <p:txBody>
          <a:bodyPr>
            <a:noAutofit/>
          </a:bodyPr>
          <a:lstStyle/>
          <a:p>
            <a:pPr>
              <a:buNone/>
              <a:defRPr sz="3450" b="1">
                <a:solidFill>
                  <a:srgbClr val="F1F6F7"/>
                </a:solidFill>
                <a:latin typeface="Arial"/>
                <a:ea typeface="Arial"/>
                <a:cs typeface="Arial"/>
              </a:defRPr>
            </a:pPr>
            <a:r>
              <a:rPr sz="3450" b="1">
                <a:solidFill>
                  <a:srgbClr val="F1F6F7"/>
                </a:solidFill>
                <a:latin typeface="Arial"/>
                <a:ea typeface="Arial"/>
                <a:cs typeface="Arial"/>
              </a:rPr>
              <a:t>Phone and book detection</a:t>
            </a:r>
          </a:p>
        </p:txBody>
      </p:sp>
      <p:sp>
        <p:nvSpPr>
          <p:cNvPr id="2" name="static">
            <a:extLst>
              <a:ext uri="{FF2B5EF4-FFF2-40B4-BE49-F238E27FC236}">
                <ns2:creationId id="{B98788D6-773F-4C5C-AF2F-2E5F565C7088}"/>
              </a:ext>
            </a:extLst>
          </p:cNvPr>
          <p:cNvSpPr>
            <a:spLocks noGrp="1"/>
          </p:cNvSpPr>
          <p:nvPr/>
        </p:nvSpPr>
        <p:spPr>
          <a:xfrm>
            <a:off x="609600" y="1476375"/>
            <a:ext cx="10972800" cy="609600"/>
          </a:xfrm>
          <a:prstGeom prst="rect">
            <a:avLst/>
          </a:prstGeom>
          <a:noFill/>
          <a:ln w="0">
            <a:noFill/>
          </a:ln>
        </p:spPr>
        <p:txBody>
          <a:bodyPr>
            <a:noAutofit/>
          </a:bodyPr>
          <a:lstStyle/>
          <a:p>
            <a:pPr>
              <a:buNone/>
              <a:defRPr sz="1875" b="0">
                <a:solidFill>
                  <a:srgbClr val="50DDC4"/>
                </a:solidFill>
                <a:latin typeface="Arial"/>
                <a:ea typeface="Arial"/>
                <a:cs typeface="Arial"/>
              </a:defRPr>
            </a:pPr>
            <a:r>
              <a:rPr sz="1875" b="0">
                <a:solidFill>
                  <a:srgbClr val="50DDC4"/>
                </a:solidFill>
                <a:latin typeface="Arial"/>
                <a:ea typeface="Arial"/>
                <a:cs typeface="Arial"/>
              </a:rPr>
              <a:t>YOLO26n ONNX model + ONNX Runtime on CPU. OpenCV prepares the input.</a:t>
            </a:r>
          </a:p>
        </p:txBody>
      </p:sp>
      <p:sp>
        <p:nvSpPr>
          <p:cNvPr id="3" name="reveal-1">
            <a:extLst>
              <a:ext uri="{FF2B5EF4-FFF2-40B4-BE49-F238E27FC236}">
                <ns2:creationId id="{B232DB5E-E012-4083-9118-10440FF1520E}"/>
              </a:ext>
            </a:extLst>
          </p:cNvPr>
          <p:cNvSpPr>
            <a:spLocks noGrp="1"/>
          </p:cNvSpPr>
          <p:nvPr/>
        </p:nvSpPr>
        <p:spPr>
          <a:xfrm>
            <a:off x="6096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01</a:t>
            </a:r>
          </a:p>
        </p:txBody>
      </p:sp>
      <p:sp>
        <p:nvSpPr>
          <p:cNvPr id="4" name="reveal-1">
            <a:extLst>
              <a:ext uri="{FF2B5EF4-FFF2-40B4-BE49-F238E27FC236}">
                <ns2:creationId id="{EB41B54B-7ACC-40B9-A721-F8E9225C8626}"/>
              </a:ext>
            </a:extLst>
          </p:cNvPr>
          <p:cNvSpPr>
            <a:spLocks noGrp="1"/>
          </p:cNvSpPr>
          <p:nvPr/>
        </p:nvSpPr>
        <p:spPr>
          <a:xfrm>
            <a:off x="6096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Image tensor</a:t>
            </a:r>
          </a:p>
        </p:txBody>
      </p:sp>
      <p:sp>
        <p:nvSpPr>
          <p:cNvPr id="5" name="reveal-1">
            <a:extLst>
              <a:ext uri="{FF2B5EF4-FFF2-40B4-BE49-F238E27FC236}">
                <ns2:creationId id="{4C22FF8D-B0E4-49A4-AADD-E2F6512C4172}"/>
              </a:ext>
            </a:extLst>
          </p:cNvPr>
          <p:cNvSpPr>
            <a:spLocks noGrp="1"/>
          </p:cNvSpPr>
          <p:nvPr/>
        </p:nvSpPr>
        <p:spPr>
          <a:xfrm>
            <a:off x="6096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Resize to 640 × 640. Normalize pixels and convert BGR to RGB.</a:t>
            </a:r>
          </a:p>
        </p:txBody>
      </p:sp>
      <p:sp>
        <p:nvSpPr>
          <p:cNvPr id="6" name="reveal-2">
            <a:extLst>
              <a:ext uri="{FF2B5EF4-FFF2-40B4-BE49-F238E27FC236}">
                <ns2:creationId id="{14F12DC1-76D9-4B94-9FEF-6BEC8C344580}"/>
              </a:ext>
            </a:extLst>
          </p:cNvPr>
          <p:cNvSpPr>
            <a:spLocks noGrp="1"/>
          </p:cNvSpPr>
          <p:nvPr/>
        </p:nvSpPr>
        <p:spPr>
          <a:xfrm>
            <a:off x="381000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7" name="reveal-2">
            <a:extLst>
              <a:ext uri="{FF2B5EF4-FFF2-40B4-BE49-F238E27FC236}">
                <ns2:creationId id="{FA3021C3-F1DC-480D-B201-B32CC2BBEF47}"/>
              </a:ext>
            </a:extLst>
          </p:cNvPr>
          <p:cNvSpPr>
            <a:spLocks noGrp="1"/>
          </p:cNvSpPr>
          <p:nvPr/>
        </p:nvSpPr>
        <p:spPr>
          <a:xfrm>
            <a:off x="451485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02</a:t>
            </a:r>
          </a:p>
        </p:txBody>
      </p:sp>
      <p:sp>
        <p:nvSpPr>
          <p:cNvPr id="8" name="reveal-2">
            <a:extLst>
              <a:ext uri="{FF2B5EF4-FFF2-40B4-BE49-F238E27FC236}">
                <ns2:creationId id="{4F8299B5-041B-4686-97AC-9E99A4F27617}"/>
              </a:ext>
            </a:extLst>
          </p:cNvPr>
          <p:cNvSpPr>
            <a:spLocks noGrp="1"/>
          </p:cNvSpPr>
          <p:nvPr/>
        </p:nvSpPr>
        <p:spPr>
          <a:xfrm>
            <a:off x="451485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Target classes</a:t>
            </a:r>
          </a:p>
        </p:txBody>
      </p:sp>
      <p:sp>
        <p:nvSpPr>
          <p:cNvPr id="9" name="reveal-2">
            <a:extLst>
              <a:ext uri="{FF2B5EF4-FFF2-40B4-BE49-F238E27FC236}">
                <ns2:creationId id="{2B1BEEB4-F8F6-40E7-A30E-59EFAA82E12A}"/>
              </a:ext>
            </a:extLst>
          </p:cNvPr>
          <p:cNvSpPr>
            <a:spLocks noGrp="1"/>
          </p:cNvSpPr>
          <p:nvPr/>
        </p:nvSpPr>
        <p:spPr>
          <a:xfrm>
            <a:off x="451485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Select phone or book above confidence 0.25.</a:t>
            </a:r>
          </a:p>
        </p:txBody>
      </p:sp>
      <p:sp>
        <p:nvSpPr>
          <p:cNvPr id="10" name="reveal-3">
            <a:extLst>
              <a:ext uri="{FF2B5EF4-FFF2-40B4-BE49-F238E27FC236}">
                <ns2:creationId id="{6628A1AE-C9B3-446F-8CBC-19D304C0F385}"/>
              </a:ext>
            </a:extLst>
          </p:cNvPr>
          <p:cNvSpPr>
            <a:spLocks noGrp="1"/>
          </p:cNvSpPr>
          <p:nvPr/>
        </p:nvSpPr>
        <p:spPr>
          <a:xfrm>
            <a:off x="771525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11" name="reveal-3">
            <a:extLst>
              <a:ext uri="{FF2B5EF4-FFF2-40B4-BE49-F238E27FC236}">
                <ns2:creationId id="{04FF46E7-13F1-406C-BCA4-C150D3133060}"/>
              </a:ext>
            </a:extLst>
          </p:cNvPr>
          <p:cNvSpPr>
            <a:spLocks noGrp="1"/>
          </p:cNvSpPr>
          <p:nvPr/>
        </p:nvSpPr>
        <p:spPr>
          <a:xfrm>
            <a:off x="84201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03</a:t>
            </a:r>
          </a:p>
        </p:txBody>
      </p:sp>
      <p:sp>
        <p:nvSpPr>
          <p:cNvPr id="12" name="reveal-3">
            <a:extLst>
              <a:ext uri="{FF2B5EF4-FFF2-40B4-BE49-F238E27FC236}">
                <ns2:creationId id="{158C17A3-BDD7-459A-8F42-6F404C20B3ED}"/>
              </a:ext>
            </a:extLst>
          </p:cNvPr>
          <p:cNvSpPr>
            <a:spLocks noGrp="1"/>
          </p:cNvSpPr>
          <p:nvPr/>
        </p:nvSpPr>
        <p:spPr>
          <a:xfrm>
            <a:off x="84201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Repeated detection</a:t>
            </a:r>
          </a:p>
        </p:txBody>
      </p:sp>
      <p:sp>
        <p:nvSpPr>
          <p:cNvPr id="13" name="reveal-3">
            <a:extLst>
              <a:ext uri="{FF2B5EF4-FFF2-40B4-BE49-F238E27FC236}">
                <ns2:creationId id="{BB0DAE5C-58AC-440D-B903-02467BE2EF0E}"/>
              </a:ext>
            </a:extLst>
          </p:cNvPr>
          <p:cNvSpPr>
            <a:spLocks noGrp="1"/>
          </p:cNvSpPr>
          <p:nvPr/>
        </p:nvSpPr>
        <p:spPr>
          <a:xfrm>
            <a:off x="84201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Require the same target in three consecutive inference checks.</a:t>
            </a:r>
          </a:p>
        </p:txBody>
      </p:sp>
      <p:sp>
        <p:nvSpPr>
          <p:cNvPr id="14" name="static">
            <a:extLst>
              <a:ext uri="{FF2B5EF4-FFF2-40B4-BE49-F238E27FC236}">
                <ns2:creationId id="{51715051-A016-4945-AD11-E2AEF0FB11CF}"/>
              </a:ext>
            </a:extLst>
          </p:cNvPr>
          <p:cNvSpPr>
            <a:spLocks noGrp="1"/>
          </p:cNvSpPr>
          <p:nvPr/>
        </p:nvSpPr>
        <p:spPr>
          <a:xfrm>
            <a:off x="609600" y="5257800"/>
            <a:ext cx="10972800" cy="542925"/>
          </a:xfrm>
          <a:prstGeom prst="rect">
            <a:avLst/>
          </a:prstGeom>
          <a:noFill/>
          <a:ln w="0">
            <a:noFill/>
          </a:ln>
        </p:spPr>
        <p:txBody>
          <a:bodyPr>
            <a:noAutofit/>
          </a:bodyPr>
          <a:lstStyle/>
          <a:p>
            <a:pPr>
              <a:buNone/>
              <a:defRPr sz="2100" b="1">
                <a:solidFill>
                  <a:srgbClr val="F1F6F7"/>
                </a:solidFill>
                <a:latin typeface="Arial"/>
                <a:ea typeface="Arial"/>
                <a:cs typeface="Arial"/>
              </a:defRPr>
            </a:pPr>
            <a:r>
              <a:rPr sz="2100" b="1">
                <a:solidFill>
                  <a:srgbClr val="F1F6F7"/>
                </a:solidFill>
                <a:latin typeface="Arial"/>
                <a:ea typeface="Arial"/>
                <a:cs typeface="Arial"/>
              </a:rPr>
              <a:t>Result: object alert with class, confidence and annotated image</a:t>
            </a:r>
          </a:p>
        </p:txBody>
      </p:sp>
      <p:sp>
        <p:nvSpPr>
          <p:cNvPr id="15" name="static">
            <a:extLst>
              <a:ext uri="{FF2B5EF4-FFF2-40B4-BE49-F238E27FC236}">
                <ns2:creationId id="{D1E19DC3-E69E-414C-837D-85138F5D6917}"/>
              </a:ext>
            </a:extLst>
          </p:cNvPr>
          <p:cNvSpPr>
            <a:spLocks noGrp="1"/>
          </p:cNvSpPr>
          <p:nvPr/>
        </p:nvSpPr>
        <p:spPr>
          <a:xfrm>
            <a:off x="609600" y="5857875"/>
            <a:ext cx="10972800" cy="466725"/>
          </a:xfrm>
          <a:prstGeom prst="rect">
            <a:avLst/>
          </a:prstGeom>
          <a:noFill/>
          <a:ln w="0">
            <a:noFill/>
          </a:ln>
        </p:spPr>
        <p:txBody>
          <a:bodyPr>
            <a:noAutofit/>
          </a:bodyPr>
          <a:lstStyle/>
          <a:p>
            <a:pPr>
              <a:buNone/>
              <a:defRPr sz="1650" b="0">
                <a:solidFill>
                  <a:srgbClr val="F7BC76"/>
                </a:solidFill>
                <a:latin typeface="Arial"/>
                <a:ea typeface="Arial"/>
                <a:cs typeface="Arial"/>
              </a:defRPr>
            </a:pPr>
            <a:r>
              <a:rPr sz="1650" b="0">
                <a:solidFill>
                  <a:srgbClr val="F7BC76"/>
                </a:solidFill>
                <a:latin typeface="Arial"/>
                <a:ea typeface="Arial"/>
                <a:cs typeface="Arial"/>
              </a:rPr>
              <a:t>The current targets exclude headphones. We integrated a pretrained model.</a:t>
            </a:r>
          </a:p>
        </p:txBody>
      </p:sp>
      <p:sp>
        <p:nvSpPr>
          <p:cNvPr id="16" name="static">
            <a:extLst>
              <a:ext uri="{FF2B5EF4-FFF2-40B4-BE49-F238E27FC236}">
                <ns2:creationId id="{487B2AC2-E3C1-4011-BABC-97DA46902E02}"/>
              </a:ext>
            </a:extLst>
          </p:cNvPr>
          <p:cNvSpPr>
            <a:spLocks noGrp="1"/>
          </p:cNvSpPr>
          <p:nvPr/>
        </p:nvSpPr>
        <p:spPr>
          <a:xfrm>
            <a:off x="609600" y="6438900"/>
            <a:ext cx="10972800" cy="238125"/>
          </a:xfrm>
          <a:prstGeom prst="rect">
            <a:avLst/>
          </a:prstGeom>
          <a:noFill/>
          <a:ln w="0">
            <a:noFill/>
          </a:ln>
        </p:spPr>
        <p:txBody>
          <a:bodyPr>
            <a:noAutofit/>
          </a:bodyPr>
          <a:lstStyle/>
          <a:p>
            <a:pPr>
              <a:buNone/>
              <a:defRPr sz="1200" b="0">
                <a:solidFill>
                  <a:srgbClr val="A6BAC4"/>
                </a:solidFill>
                <a:latin typeface="Arial"/>
                <a:ea typeface="Arial"/>
                <a:cs typeface="Arial"/>
              </a:defRPr>
            </a:pPr>
            <a:r>
              <a:rPr sz="1200" b="0">
                <a:solidFill>
                  <a:srgbClr val="A6BAC4"/>
                </a:solidFill>
                <a:latin typeface="Arial"/>
                <a:ea typeface="Arial"/>
                <a:cs typeface="Arial"/>
              </a:rPr>
              <a:t>IntegrityFlow  /  15  /  Technical appendix</a:t>
            </a:r>
          </a:p>
        </p:txBody>
      </p:sp>
    </p:spTree>
    <p:extLst>
      <p:ext uri="{BB962C8B-B14F-4D97-AF65-F5344CB8AC3E}">
        <ns3:creationId val="209352635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indefinite"/>
                      </p:stCondLst>
                      <p:childTnLst>
                        <p:par>
                          <p:cTn id="27" presetID="10" presetClass="entr" presetSubtype="0" fill="hold" grpId="2"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2"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0" grpId="2" animBg="1"/>
      <p:bldP spid="11" grpId="2" animBg="1"/>
      <p:bldP spid="12" grpId="2" animBg="1"/>
      <p:bldP spid="13" grpId="2" animBg="1"/>
    </p:bldLst>
  </p:timing>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7" name="static">
            <a:extLst>
              <a:ext uri="{FF2B5EF4-FFF2-40B4-BE49-F238E27FC236}">
                <ns2:creationId id="{B3AAA23E-DA44-49AC-8D68-6C1C4B3C8EB9}"/>
              </a:ext>
            </a:extLst>
          </p:cNvPr>
          <p:cNvSpPr>
            <a:spLocks noGrp="1"/>
          </p:cNvSpPr>
          <p:nvPr/>
        </p:nvSpPr>
        <p:spPr>
          <a:xfrm>
            <a:off x="609600" y="438150"/>
            <a:ext cx="10972800" cy="857250"/>
          </a:xfrm>
          <a:prstGeom prst="rect">
            <a:avLst/>
          </a:prstGeom>
          <a:noFill/>
          <a:ln w="0">
            <a:noFill/>
          </a:ln>
        </p:spPr>
        <p:txBody>
          <a:bodyPr>
            <a:noAutofit/>
          </a:bodyPr>
          <a:lstStyle/>
          <a:p>
            <a:pPr>
              <a:buNone/>
              <a:defRPr sz="3450" b="1">
                <a:solidFill>
                  <a:srgbClr val="F1F6F7"/>
                </a:solidFill>
                <a:latin typeface="Arial"/>
                <a:ea typeface="Arial"/>
                <a:cs typeface="Arial"/>
              </a:defRPr>
            </a:pPr>
            <a:r>
              <a:rPr sz="3450" b="1">
                <a:solidFill>
                  <a:srgbClr val="F1F6F7"/>
                </a:solidFill>
                <a:latin typeface="Arial"/>
                <a:ea typeface="Arial"/>
                <a:cs typeface="Arial"/>
              </a:rPr>
              <a:t>Camera darkness and obstruction</a:t>
            </a:r>
          </a:p>
        </p:txBody>
      </p:sp>
      <p:sp>
        <p:nvSpPr>
          <p:cNvPr id="2" name="static">
            <a:extLst>
              <a:ext uri="{FF2B5EF4-FFF2-40B4-BE49-F238E27FC236}">
                <ns2:creationId id="{0B2B512C-0EA7-49EA-8DA0-030BCFE05751}"/>
              </a:ext>
            </a:extLst>
          </p:cNvPr>
          <p:cNvSpPr>
            <a:spLocks noGrp="1"/>
          </p:cNvSpPr>
          <p:nvPr/>
        </p:nvSpPr>
        <p:spPr>
          <a:xfrm>
            <a:off x="609600" y="1476375"/>
            <a:ext cx="10972800" cy="609600"/>
          </a:xfrm>
          <a:prstGeom prst="rect">
            <a:avLst/>
          </a:prstGeom>
          <a:noFill/>
          <a:ln w="0">
            <a:noFill/>
          </a:ln>
        </p:spPr>
        <p:txBody>
          <a:bodyPr>
            <a:noAutofit/>
          </a:bodyPr>
          <a:lstStyle/>
          <a:p>
            <a:pPr>
              <a:buNone/>
              <a:defRPr sz="1875" b="0">
                <a:solidFill>
                  <a:srgbClr val="50DDC4"/>
                </a:solidFill>
                <a:latin typeface="Arial"/>
                <a:ea typeface="Arial"/>
                <a:cs typeface="Arial"/>
              </a:defRPr>
            </a:pPr>
            <a:r>
              <a:rPr sz="1875" b="0">
                <a:solidFill>
                  <a:srgbClr val="50DDC4"/>
                </a:solidFill>
                <a:latin typeface="Arial"/>
                <a:ea typeface="Arial"/>
                <a:cs typeface="Arial"/>
              </a:rPr>
              <a:t>OpenCV grayscale frames + NumPy brightness and variation measurements.</a:t>
            </a:r>
          </a:p>
        </p:txBody>
      </p:sp>
      <p:sp>
        <p:nvSpPr>
          <p:cNvPr id="3" name="reveal-1">
            <a:extLst>
              <a:ext uri="{FF2B5EF4-FFF2-40B4-BE49-F238E27FC236}">
                <ns2:creationId id="{D8DB0B54-D6FA-4736-9271-DA7752378177}"/>
              </a:ext>
            </a:extLst>
          </p:cNvPr>
          <p:cNvSpPr>
            <a:spLocks noGrp="1"/>
          </p:cNvSpPr>
          <p:nvPr/>
        </p:nvSpPr>
        <p:spPr>
          <a:xfrm>
            <a:off x="6096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01</a:t>
            </a:r>
          </a:p>
        </p:txBody>
      </p:sp>
      <p:sp>
        <p:nvSpPr>
          <p:cNvPr id="4" name="reveal-1">
            <a:extLst>
              <a:ext uri="{FF2B5EF4-FFF2-40B4-BE49-F238E27FC236}">
                <ns2:creationId id="{416BCE96-1419-4467-A043-5AA55F3DFF5B}"/>
              </a:ext>
            </a:extLst>
          </p:cNvPr>
          <p:cNvSpPr>
            <a:spLocks noGrp="1"/>
          </p:cNvSpPr>
          <p:nvPr/>
        </p:nvSpPr>
        <p:spPr>
          <a:xfrm>
            <a:off x="6096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Frame statistics</a:t>
            </a:r>
          </a:p>
        </p:txBody>
      </p:sp>
      <p:sp>
        <p:nvSpPr>
          <p:cNvPr id="5" name="reveal-1">
            <a:extLst>
              <a:ext uri="{FF2B5EF4-FFF2-40B4-BE49-F238E27FC236}">
                <ns2:creationId id="{88EE6677-F57A-4B97-A878-7DD920E990A1}"/>
              </a:ext>
            </a:extLst>
          </p:cNvPr>
          <p:cNvSpPr>
            <a:spLocks noGrp="1"/>
          </p:cNvSpPr>
          <p:nvPr/>
        </p:nvSpPr>
        <p:spPr>
          <a:xfrm>
            <a:off x="6096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Measure average brightness and standard deviation.</a:t>
            </a:r>
          </a:p>
        </p:txBody>
      </p:sp>
      <p:sp>
        <p:nvSpPr>
          <p:cNvPr id="6" name="reveal-2">
            <a:extLst>
              <a:ext uri="{FF2B5EF4-FFF2-40B4-BE49-F238E27FC236}">
                <ns2:creationId id="{5CED70C2-1F2E-49C7-ADF3-DD0518C39329}"/>
              </a:ext>
            </a:extLst>
          </p:cNvPr>
          <p:cNvSpPr>
            <a:spLocks noGrp="1"/>
          </p:cNvSpPr>
          <p:nvPr/>
        </p:nvSpPr>
        <p:spPr>
          <a:xfrm>
            <a:off x="381000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7" name="reveal-2">
            <a:extLst>
              <a:ext uri="{FF2B5EF4-FFF2-40B4-BE49-F238E27FC236}">
                <ns2:creationId id="{8AA4A7A0-1CFC-45E1-AF65-8B86AE3BB3ED}"/>
              </a:ext>
            </a:extLst>
          </p:cNvPr>
          <p:cNvSpPr>
            <a:spLocks noGrp="1"/>
          </p:cNvSpPr>
          <p:nvPr/>
        </p:nvSpPr>
        <p:spPr>
          <a:xfrm>
            <a:off x="451485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02</a:t>
            </a:r>
          </a:p>
        </p:txBody>
      </p:sp>
      <p:sp>
        <p:nvSpPr>
          <p:cNvPr id="8" name="reveal-2">
            <a:extLst>
              <a:ext uri="{FF2B5EF4-FFF2-40B4-BE49-F238E27FC236}">
                <ns2:creationId id="{928F5626-5FFE-4D45-99AD-B79D83A9A135}"/>
              </a:ext>
            </a:extLst>
          </p:cNvPr>
          <p:cNvSpPr>
            <a:spLocks noGrp="1"/>
          </p:cNvSpPr>
          <p:nvPr/>
        </p:nvSpPr>
        <p:spPr>
          <a:xfrm>
            <a:off x="451485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Poor visibility</a:t>
            </a:r>
          </a:p>
        </p:txBody>
      </p:sp>
      <p:sp>
        <p:nvSpPr>
          <p:cNvPr id="9" name="reveal-2">
            <a:extLst>
              <a:ext uri="{FF2B5EF4-FFF2-40B4-BE49-F238E27FC236}">
                <ns2:creationId id="{A7823D6F-AD2E-4ED2-BC7F-950D7B633E0C}"/>
              </a:ext>
            </a:extLst>
          </p:cNvPr>
          <p:cNvSpPr>
            <a:spLocks noGrp="1"/>
          </p:cNvSpPr>
          <p:nvPr/>
        </p:nvSpPr>
        <p:spPr>
          <a:xfrm>
            <a:off x="451485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Very dark frame or near-uniform image suggests obstruction.</a:t>
            </a:r>
          </a:p>
        </p:txBody>
      </p:sp>
      <p:sp>
        <p:nvSpPr>
          <p:cNvPr id="10" name="reveal-3">
            <a:extLst>
              <a:ext uri="{FF2B5EF4-FFF2-40B4-BE49-F238E27FC236}">
                <ns2:creationId id="{B3287AAF-1532-4A79-A71F-00E1CE07B7C3}"/>
              </a:ext>
            </a:extLst>
          </p:cNvPr>
          <p:cNvSpPr>
            <a:spLocks noGrp="1"/>
          </p:cNvSpPr>
          <p:nvPr/>
        </p:nvSpPr>
        <p:spPr>
          <a:xfrm>
            <a:off x="771525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11" name="reveal-3">
            <a:extLst>
              <a:ext uri="{FF2B5EF4-FFF2-40B4-BE49-F238E27FC236}">
                <ns2:creationId id="{80E47DF1-0F61-4DF9-9D3E-66FD440025C1}"/>
              </a:ext>
            </a:extLst>
          </p:cNvPr>
          <p:cNvSpPr>
            <a:spLocks noGrp="1"/>
          </p:cNvSpPr>
          <p:nvPr/>
        </p:nvSpPr>
        <p:spPr>
          <a:xfrm>
            <a:off x="84201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03</a:t>
            </a:r>
          </a:p>
        </p:txBody>
      </p:sp>
      <p:sp>
        <p:nvSpPr>
          <p:cNvPr id="12" name="reveal-3">
            <a:extLst>
              <a:ext uri="{FF2B5EF4-FFF2-40B4-BE49-F238E27FC236}">
                <ns2:creationId id="{A269304B-7083-4540-B208-40338DF8EF29}"/>
              </a:ext>
            </a:extLst>
          </p:cNvPr>
          <p:cNvSpPr>
            <a:spLocks noGrp="1"/>
          </p:cNvSpPr>
          <p:nvPr/>
        </p:nvSpPr>
        <p:spPr>
          <a:xfrm>
            <a:off x="84201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Sustained signal</a:t>
            </a:r>
          </a:p>
        </p:txBody>
      </p:sp>
      <p:sp>
        <p:nvSpPr>
          <p:cNvPr id="13" name="reveal-3">
            <a:extLst>
              <a:ext uri="{FF2B5EF4-FFF2-40B4-BE49-F238E27FC236}">
                <ns2:creationId id="{BFFAF1A3-3DF4-46BE-98E1-36DCFF725EB5}"/>
              </a:ext>
            </a:extLst>
          </p:cNvPr>
          <p:cNvSpPr>
            <a:spLocks noGrp="1"/>
          </p:cNvSpPr>
          <p:nvPr/>
        </p:nvSpPr>
        <p:spPr>
          <a:xfrm>
            <a:off x="84201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Require the condition to persist for 1.2 seconds.</a:t>
            </a:r>
          </a:p>
        </p:txBody>
      </p:sp>
      <p:sp>
        <p:nvSpPr>
          <p:cNvPr id="14" name="static">
            <a:extLst>
              <a:ext uri="{FF2B5EF4-FFF2-40B4-BE49-F238E27FC236}">
                <ns2:creationId id="{0F75B117-B128-4940-ADB2-1D55BABE3FEC}"/>
              </a:ext>
            </a:extLst>
          </p:cNvPr>
          <p:cNvSpPr>
            <a:spLocks noGrp="1"/>
          </p:cNvSpPr>
          <p:nvPr/>
        </p:nvSpPr>
        <p:spPr>
          <a:xfrm>
            <a:off x="609600" y="5257800"/>
            <a:ext cx="10972800" cy="542925"/>
          </a:xfrm>
          <a:prstGeom prst="rect">
            <a:avLst/>
          </a:prstGeom>
          <a:noFill/>
          <a:ln w="0">
            <a:noFill/>
          </a:ln>
        </p:spPr>
        <p:txBody>
          <a:bodyPr>
            <a:noAutofit/>
          </a:bodyPr>
          <a:lstStyle/>
          <a:p>
            <a:pPr>
              <a:buNone/>
              <a:defRPr sz="2100" b="1">
                <a:solidFill>
                  <a:srgbClr val="F1F6F7"/>
                </a:solidFill>
                <a:latin typeface="Arial"/>
                <a:ea typeface="Arial"/>
                <a:cs typeface="Arial"/>
              </a:defRPr>
            </a:pPr>
            <a:r>
              <a:rPr sz="2100" b="1">
                <a:solidFill>
                  <a:srgbClr val="F1F6F7"/>
                </a:solidFill>
                <a:latin typeface="Arial"/>
                <a:ea typeface="Arial"/>
                <a:cs typeface="Arial"/>
              </a:rPr>
              <a:t>Result: camera-visibility alert with frame metrics and image</a:t>
            </a:r>
          </a:p>
        </p:txBody>
      </p:sp>
      <p:sp>
        <p:nvSpPr>
          <p:cNvPr id="15" name="static">
            <a:extLst>
              <a:ext uri="{FF2B5EF4-FFF2-40B4-BE49-F238E27FC236}">
                <ns2:creationId id="{3E25E481-0DF0-43DD-805E-3FE6ED679FE0}"/>
              </a:ext>
            </a:extLst>
          </p:cNvPr>
          <p:cNvSpPr>
            <a:spLocks noGrp="1"/>
          </p:cNvSpPr>
          <p:nvPr/>
        </p:nvSpPr>
        <p:spPr>
          <a:xfrm>
            <a:off x="609600" y="5857875"/>
            <a:ext cx="10972800" cy="466725"/>
          </a:xfrm>
          <a:prstGeom prst="rect">
            <a:avLst/>
          </a:prstGeom>
          <a:noFill/>
          <a:ln w="0">
            <a:noFill/>
          </a:ln>
        </p:spPr>
        <p:txBody>
          <a:bodyPr>
            <a:noAutofit/>
          </a:bodyPr>
          <a:lstStyle/>
          <a:p>
            <a:pPr>
              <a:buNone/>
              <a:defRPr sz="1650" b="0">
                <a:solidFill>
                  <a:srgbClr val="F7BC76"/>
                </a:solidFill>
                <a:latin typeface="Arial"/>
                <a:ea typeface="Arial"/>
                <a:cs typeface="Arial"/>
              </a:defRPr>
            </a:pPr>
            <a:r>
              <a:rPr sz="1650" b="0">
                <a:solidFill>
                  <a:srgbClr val="F7BC76"/>
                </a:solidFill>
                <a:latin typeface="Arial"/>
                <a:ea typeface="Arial"/>
                <a:cs typeface="Arial"/>
              </a:rPr>
              <a:t>Low lighting can trigger this signal. It does not establish deliberate covering.</a:t>
            </a:r>
          </a:p>
        </p:txBody>
      </p:sp>
      <p:sp>
        <p:nvSpPr>
          <p:cNvPr id="16" name="static">
            <a:extLst>
              <a:ext uri="{FF2B5EF4-FFF2-40B4-BE49-F238E27FC236}">
                <ns2:creationId id="{F763D753-6BE9-444A-95E3-5BAC4B373FA7}"/>
              </a:ext>
            </a:extLst>
          </p:cNvPr>
          <p:cNvSpPr>
            <a:spLocks noGrp="1"/>
          </p:cNvSpPr>
          <p:nvPr/>
        </p:nvSpPr>
        <p:spPr>
          <a:xfrm>
            <a:off x="609600" y="6438900"/>
            <a:ext cx="10972800" cy="238125"/>
          </a:xfrm>
          <a:prstGeom prst="rect">
            <a:avLst/>
          </a:prstGeom>
          <a:noFill/>
          <a:ln w="0">
            <a:noFill/>
          </a:ln>
        </p:spPr>
        <p:txBody>
          <a:bodyPr>
            <a:noAutofit/>
          </a:bodyPr>
          <a:lstStyle/>
          <a:p>
            <a:pPr>
              <a:buNone/>
              <a:defRPr sz="1200" b="0">
                <a:solidFill>
                  <a:srgbClr val="A6BAC4"/>
                </a:solidFill>
                <a:latin typeface="Arial"/>
                <a:ea typeface="Arial"/>
                <a:cs typeface="Arial"/>
              </a:defRPr>
            </a:pPr>
            <a:r>
              <a:rPr sz="1200" b="0">
                <a:solidFill>
                  <a:srgbClr val="A6BAC4"/>
                </a:solidFill>
                <a:latin typeface="Arial"/>
                <a:ea typeface="Arial"/>
                <a:cs typeface="Arial"/>
              </a:rPr>
              <a:t>IntegrityFlow  /  16  /  Technical appendix</a:t>
            </a:r>
          </a:p>
        </p:txBody>
      </p:sp>
    </p:spTree>
    <p:extLst>
      <p:ext uri="{BB962C8B-B14F-4D97-AF65-F5344CB8AC3E}">
        <ns3:creationId val="23231690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indefinite"/>
                      </p:stCondLst>
                      <p:childTnLst>
                        <p:par>
                          <p:cTn id="27" presetID="10" presetClass="entr" presetSubtype="0" fill="hold" grpId="2"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2"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0" grpId="2" animBg="1"/>
      <p:bldP spid="11" grpId="2" animBg="1"/>
      <p:bldP spid="12" grpId="2" animBg="1"/>
      <p:bldP spid="13" grpId="2" animBg="1"/>
    </p:bldLst>
  </p:timing>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7" name="static">
            <a:extLst>
              <a:ext uri="{FF2B5EF4-FFF2-40B4-BE49-F238E27FC236}">
                <ns2:creationId id="{FFC165BA-4476-4171-BB60-F9129ECBDF45}"/>
              </a:ext>
            </a:extLst>
          </p:cNvPr>
          <p:cNvSpPr>
            <a:spLocks noGrp="1"/>
          </p:cNvSpPr>
          <p:nvPr/>
        </p:nvSpPr>
        <p:spPr>
          <a:xfrm>
            <a:off x="609600" y="438150"/>
            <a:ext cx="10972800" cy="857250"/>
          </a:xfrm>
          <a:prstGeom prst="rect">
            <a:avLst/>
          </a:prstGeom>
          <a:noFill/>
          <a:ln w="0">
            <a:noFill/>
          </a:ln>
        </p:spPr>
        <p:txBody>
          <a:bodyPr>
            <a:noAutofit/>
          </a:bodyPr>
          <a:lstStyle/>
          <a:p>
            <a:pPr>
              <a:buNone/>
              <a:defRPr sz="3450" b="1">
                <a:solidFill>
                  <a:srgbClr val="F1F6F7"/>
                </a:solidFill>
                <a:latin typeface="Arial"/>
                <a:ea typeface="Arial"/>
                <a:cs typeface="Arial"/>
              </a:defRPr>
            </a:pPr>
            <a:r>
              <a:rPr sz="3450" b="1">
                <a:solidFill>
                  <a:srgbClr val="F1F6F7"/>
                </a:solidFill>
                <a:latin typeface="Arial"/>
                <a:ea typeface="Arial"/>
                <a:cs typeface="Arial"/>
              </a:rPr>
              <a:t>Voice verification</a:t>
            </a:r>
          </a:p>
        </p:txBody>
      </p:sp>
      <p:sp>
        <p:nvSpPr>
          <p:cNvPr id="2" name="static">
            <a:extLst>
              <a:ext uri="{FF2B5EF4-FFF2-40B4-BE49-F238E27FC236}">
                <ns2:creationId id="{44145074-CE77-4C58-BCE9-232E30B46E27}"/>
              </a:ext>
            </a:extLst>
          </p:cNvPr>
          <p:cNvSpPr>
            <a:spLocks noGrp="1"/>
          </p:cNvSpPr>
          <p:nvPr/>
        </p:nvSpPr>
        <p:spPr>
          <a:xfrm>
            <a:off x="609600" y="1476375"/>
            <a:ext cx="10972800" cy="609600"/>
          </a:xfrm>
          <a:prstGeom prst="rect">
            <a:avLst/>
          </a:prstGeom>
          <a:noFill/>
          <a:ln w="0">
            <a:noFill/>
          </a:ln>
        </p:spPr>
        <p:txBody>
          <a:bodyPr>
            <a:noAutofit/>
          </a:bodyPr>
          <a:lstStyle/>
          <a:p>
            <a:pPr>
              <a:buNone/>
              <a:defRPr sz="1875" b="0">
                <a:solidFill>
                  <a:srgbClr val="50DDC4"/>
                </a:solidFill>
                <a:latin typeface="Arial"/>
                <a:ea typeface="Arial"/>
                <a:cs typeface="Arial"/>
              </a:defRPr>
            </a:pPr>
            <a:r>
              <a:rPr sz="1875" b="0">
                <a:solidFill>
                  <a:srgbClr val="50DDC4"/>
                </a:solidFill>
                <a:latin typeface="Arial"/>
                <a:ea typeface="Arial"/>
                <a:cs typeface="Arial"/>
              </a:rPr>
              <a:t>sounddevice capture + WebRTC VAD + Resemblyzer speaker embeddings.</a:t>
            </a:r>
          </a:p>
        </p:txBody>
      </p:sp>
      <p:sp>
        <p:nvSpPr>
          <p:cNvPr id="3" name="reveal-1">
            <a:extLst>
              <a:ext uri="{FF2B5EF4-FFF2-40B4-BE49-F238E27FC236}">
                <ns2:creationId id="{F086B019-F130-46DB-9686-30314AE19F9B}"/>
              </a:ext>
            </a:extLst>
          </p:cNvPr>
          <p:cNvSpPr>
            <a:spLocks noGrp="1"/>
          </p:cNvSpPr>
          <p:nvPr/>
        </p:nvSpPr>
        <p:spPr>
          <a:xfrm>
            <a:off x="6096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01</a:t>
            </a:r>
          </a:p>
        </p:txBody>
      </p:sp>
      <p:sp>
        <p:nvSpPr>
          <p:cNvPr id="4" name="reveal-1">
            <a:extLst>
              <a:ext uri="{FF2B5EF4-FFF2-40B4-BE49-F238E27FC236}">
                <ns2:creationId id="{5E67C18B-F930-4E83-A1EC-FD989979B3F6}"/>
              </a:ext>
            </a:extLst>
          </p:cNvPr>
          <p:cNvSpPr>
            <a:spLocks noGrp="1"/>
          </p:cNvSpPr>
          <p:nvPr/>
        </p:nvSpPr>
        <p:spPr>
          <a:xfrm>
            <a:off x="6096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Enroll speaker</a:t>
            </a:r>
          </a:p>
        </p:txBody>
      </p:sp>
      <p:sp>
        <p:nvSpPr>
          <p:cNvPr id="5" name="reveal-1">
            <a:extLst>
              <a:ext uri="{FF2B5EF4-FFF2-40B4-BE49-F238E27FC236}">
                <ns2:creationId id="{F062F5B5-0160-4682-A93A-FAC1C5039E71}"/>
              </a:ext>
            </a:extLst>
          </p:cNvPr>
          <p:cNvSpPr>
            <a:spLocks noGrp="1"/>
          </p:cNvSpPr>
          <p:nvPr/>
        </p:nvSpPr>
        <p:spPr>
          <a:xfrm>
            <a:off x="6096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Capture eight seconds and a separate four-second confirmation.</a:t>
            </a:r>
          </a:p>
        </p:txBody>
      </p:sp>
      <p:sp>
        <p:nvSpPr>
          <p:cNvPr id="6" name="reveal-2">
            <a:extLst>
              <a:ext uri="{FF2B5EF4-FFF2-40B4-BE49-F238E27FC236}">
                <ns2:creationId id="{AD52ADDA-D093-47B9-9042-0A6FAC08A39C}"/>
              </a:ext>
            </a:extLst>
          </p:cNvPr>
          <p:cNvSpPr>
            <a:spLocks noGrp="1"/>
          </p:cNvSpPr>
          <p:nvPr/>
        </p:nvSpPr>
        <p:spPr>
          <a:xfrm>
            <a:off x="381000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7" name="reveal-2">
            <a:extLst>
              <a:ext uri="{FF2B5EF4-FFF2-40B4-BE49-F238E27FC236}">
                <ns2:creationId id="{03138263-BB16-462D-BFA1-795851620E79}"/>
              </a:ext>
            </a:extLst>
          </p:cNvPr>
          <p:cNvSpPr>
            <a:spLocks noGrp="1"/>
          </p:cNvSpPr>
          <p:nvPr/>
        </p:nvSpPr>
        <p:spPr>
          <a:xfrm>
            <a:off x="451485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02</a:t>
            </a:r>
          </a:p>
        </p:txBody>
      </p:sp>
      <p:sp>
        <p:nvSpPr>
          <p:cNvPr id="8" name="reveal-2">
            <a:extLst>
              <a:ext uri="{FF2B5EF4-FFF2-40B4-BE49-F238E27FC236}">
                <ns2:creationId id="{7B7003AC-3A4E-47BA-9004-CAB863A20894}"/>
              </a:ext>
            </a:extLst>
          </p:cNvPr>
          <p:cNvSpPr>
            <a:spLocks noGrp="1"/>
          </p:cNvSpPr>
          <p:nvPr/>
        </p:nvSpPr>
        <p:spPr>
          <a:xfrm>
            <a:off x="451485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Gate speech</a:t>
            </a:r>
          </a:p>
        </p:txBody>
      </p:sp>
      <p:sp>
        <p:nvSpPr>
          <p:cNvPr id="9" name="reveal-2">
            <a:extLst>
              <a:ext uri="{FF2B5EF4-FFF2-40B4-BE49-F238E27FC236}">
                <ns2:creationId id="{C2EB9A6C-7218-43F2-B0E0-CCEF1EA5FF08}"/>
              </a:ext>
            </a:extLst>
          </p:cNvPr>
          <p:cNvSpPr>
            <a:spLocks noGrp="1"/>
          </p:cNvSpPr>
          <p:nvPr/>
        </p:nvSpPr>
        <p:spPr>
          <a:xfrm>
            <a:off x="451485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Ignore silence. Analyze valid speech in bounded segments.</a:t>
            </a:r>
          </a:p>
        </p:txBody>
      </p:sp>
      <p:sp>
        <p:nvSpPr>
          <p:cNvPr id="10" name="reveal-3">
            <a:extLst>
              <a:ext uri="{FF2B5EF4-FFF2-40B4-BE49-F238E27FC236}">
                <ns2:creationId id="{051A65C7-533C-4A09-934F-F4B30140F577}"/>
              </a:ext>
            </a:extLst>
          </p:cNvPr>
          <p:cNvSpPr>
            <a:spLocks noGrp="1"/>
          </p:cNvSpPr>
          <p:nvPr/>
        </p:nvSpPr>
        <p:spPr>
          <a:xfrm>
            <a:off x="771525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11" name="reveal-3">
            <a:extLst>
              <a:ext uri="{FF2B5EF4-FFF2-40B4-BE49-F238E27FC236}">
                <ns2:creationId id="{69BD374E-F4BC-4F59-8C73-8A3A1BA366CE}"/>
              </a:ext>
            </a:extLst>
          </p:cNvPr>
          <p:cNvSpPr>
            <a:spLocks noGrp="1"/>
          </p:cNvSpPr>
          <p:nvPr/>
        </p:nvSpPr>
        <p:spPr>
          <a:xfrm>
            <a:off x="84201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03</a:t>
            </a:r>
          </a:p>
        </p:txBody>
      </p:sp>
      <p:sp>
        <p:nvSpPr>
          <p:cNvPr id="12" name="reveal-3">
            <a:extLst>
              <a:ext uri="{FF2B5EF4-FFF2-40B4-BE49-F238E27FC236}">
                <ns2:creationId id="{1EAD1FB8-3D68-483D-A5AF-42E3E89B8D06}"/>
              </a:ext>
            </a:extLst>
          </p:cNvPr>
          <p:cNvSpPr>
            <a:spLocks noGrp="1"/>
          </p:cNvSpPr>
          <p:nvPr/>
        </p:nvSpPr>
        <p:spPr>
          <a:xfrm>
            <a:off x="84201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Compare identity</a:t>
            </a:r>
          </a:p>
        </p:txBody>
      </p:sp>
      <p:sp>
        <p:nvSpPr>
          <p:cNvPr id="13" name="reveal-3">
            <a:extLst>
              <a:ext uri="{FF2B5EF4-FFF2-40B4-BE49-F238E27FC236}">
                <ns2:creationId id="{CB106B02-67E7-4127-BCF9-F276C90ADF57}"/>
              </a:ext>
            </a:extLst>
          </p:cNvPr>
          <p:cNvSpPr>
            <a:spLocks noGrp="1"/>
          </p:cNvSpPr>
          <p:nvPr/>
        </p:nvSpPr>
        <p:spPr>
          <a:xfrm>
            <a:off x="84201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Cosine similarity below 0.75 twice triggers a mismatch.</a:t>
            </a:r>
          </a:p>
        </p:txBody>
      </p:sp>
      <p:sp>
        <p:nvSpPr>
          <p:cNvPr id="14" name="static">
            <a:extLst>
              <a:ext uri="{FF2B5EF4-FFF2-40B4-BE49-F238E27FC236}">
                <ns2:creationId id="{B17D525F-2833-40D8-B779-1F7E0C47F249}"/>
              </a:ext>
            </a:extLst>
          </p:cNvPr>
          <p:cNvSpPr>
            <a:spLocks noGrp="1"/>
          </p:cNvSpPr>
          <p:nvPr/>
        </p:nvSpPr>
        <p:spPr>
          <a:xfrm>
            <a:off x="609600" y="5257800"/>
            <a:ext cx="10972800" cy="542925"/>
          </a:xfrm>
          <a:prstGeom prst="rect">
            <a:avLst/>
          </a:prstGeom>
          <a:noFill/>
          <a:ln w="0">
            <a:noFill/>
          </a:ln>
        </p:spPr>
        <p:txBody>
          <a:bodyPr>
            <a:noAutofit/>
          </a:bodyPr>
          <a:lstStyle/>
          <a:p>
            <a:pPr>
              <a:buNone/>
              <a:defRPr sz="2100" b="1">
                <a:solidFill>
                  <a:srgbClr val="F1F6F7"/>
                </a:solidFill>
                <a:latin typeface="Arial"/>
                <a:ea typeface="Arial"/>
                <a:cs typeface="Arial"/>
              </a:defRPr>
            </a:pPr>
            <a:r>
              <a:rPr sz="2100" b="1">
                <a:solidFill>
                  <a:srgbClr val="F1F6F7"/>
                </a:solidFill>
                <a:latin typeface="Arial"/>
                <a:ea typeface="Arial"/>
                <a:cs typeface="Arial"/>
              </a:rPr>
              <a:t>Result: possible unfamiliar-speaker alert with a WAV clip</a:t>
            </a:r>
          </a:p>
        </p:txBody>
      </p:sp>
      <p:sp>
        <p:nvSpPr>
          <p:cNvPr id="15" name="static">
            <a:extLst>
              <a:ext uri="{FF2B5EF4-FFF2-40B4-BE49-F238E27FC236}">
                <ns2:creationId id="{27542BDA-CD53-455D-8BEB-A31342E81A80}"/>
              </a:ext>
            </a:extLst>
          </p:cNvPr>
          <p:cNvSpPr>
            <a:spLocks noGrp="1"/>
          </p:cNvSpPr>
          <p:nvPr/>
        </p:nvSpPr>
        <p:spPr>
          <a:xfrm>
            <a:off x="609600" y="5857875"/>
            <a:ext cx="10972800" cy="466725"/>
          </a:xfrm>
          <a:prstGeom prst="rect">
            <a:avLst/>
          </a:prstGeom>
          <a:noFill/>
          <a:ln w="0">
            <a:noFill/>
          </a:ln>
        </p:spPr>
        <p:txBody>
          <a:bodyPr>
            <a:noAutofit/>
          </a:bodyPr>
          <a:lstStyle/>
          <a:p>
            <a:pPr>
              <a:buNone/>
              <a:defRPr sz="1650" b="0">
                <a:solidFill>
                  <a:srgbClr val="F7BC76"/>
                </a:solidFill>
                <a:latin typeface="Arial"/>
                <a:ea typeface="Arial"/>
                <a:cs typeface="Arial"/>
              </a:defRPr>
            </a:pPr>
            <a:r>
              <a:rPr sz="1650" b="0">
                <a:solidFill>
                  <a:srgbClr val="F7BC76"/>
                </a:solidFill>
                <a:latin typeface="Arial"/>
                <a:ea typeface="Arial"/>
                <a:cs typeface="Arial"/>
              </a:rPr>
              <a:t>Speaker mismatch cannot reliably count speakers. Similar voices and noise need review.</a:t>
            </a:r>
          </a:p>
        </p:txBody>
      </p:sp>
      <p:sp>
        <p:nvSpPr>
          <p:cNvPr id="16" name="static">
            <a:extLst>
              <a:ext uri="{FF2B5EF4-FFF2-40B4-BE49-F238E27FC236}">
                <ns2:creationId id="{DC9EA476-7572-42C1-B79D-A01F8E2C827D}"/>
              </a:ext>
            </a:extLst>
          </p:cNvPr>
          <p:cNvSpPr>
            <a:spLocks noGrp="1"/>
          </p:cNvSpPr>
          <p:nvPr/>
        </p:nvSpPr>
        <p:spPr>
          <a:xfrm>
            <a:off x="609600" y="6438900"/>
            <a:ext cx="10972800" cy="238125"/>
          </a:xfrm>
          <a:prstGeom prst="rect">
            <a:avLst/>
          </a:prstGeom>
          <a:noFill/>
          <a:ln w="0">
            <a:noFill/>
          </a:ln>
        </p:spPr>
        <p:txBody>
          <a:bodyPr>
            <a:noAutofit/>
          </a:bodyPr>
          <a:lstStyle/>
          <a:p>
            <a:pPr>
              <a:buNone/>
              <a:defRPr sz="1200" b="0">
                <a:solidFill>
                  <a:srgbClr val="A6BAC4"/>
                </a:solidFill>
                <a:latin typeface="Arial"/>
                <a:ea typeface="Arial"/>
                <a:cs typeface="Arial"/>
              </a:defRPr>
            </a:pPr>
            <a:r>
              <a:rPr sz="1200" b="0">
                <a:solidFill>
                  <a:srgbClr val="A6BAC4"/>
                </a:solidFill>
                <a:latin typeface="Arial"/>
                <a:ea typeface="Arial"/>
                <a:cs typeface="Arial"/>
              </a:rPr>
              <a:t>IntegrityFlow  /  17  /  Technical appendix</a:t>
            </a:r>
          </a:p>
        </p:txBody>
      </p:sp>
    </p:spTree>
    <p:extLst>
      <p:ext uri="{BB962C8B-B14F-4D97-AF65-F5344CB8AC3E}">
        <ns3:creationId val="201096449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indefinite"/>
                      </p:stCondLst>
                      <p:childTnLst>
                        <p:par>
                          <p:cTn id="27" presetID="10" presetClass="entr" presetSubtype="0" fill="hold" grpId="2"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2"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0" grpId="2" animBg="1"/>
      <p:bldP spid="11" grpId="2" animBg="1"/>
      <p:bldP spid="12" grpId="2" animBg="1"/>
      <p:bldP spid="13" grpId="2" animBg="1"/>
    </p:bldLst>
  </p:timing>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7" name="static">
            <a:extLst>
              <a:ext uri="{FF2B5EF4-FFF2-40B4-BE49-F238E27FC236}">
                <ns2:creationId id="{AAAF7692-ED00-4BC0-95A5-76584072232F}"/>
              </a:ext>
            </a:extLst>
          </p:cNvPr>
          <p:cNvSpPr>
            <a:spLocks noGrp="1"/>
          </p:cNvSpPr>
          <p:nvPr/>
        </p:nvSpPr>
        <p:spPr>
          <a:xfrm>
            <a:off x="609600" y="438150"/>
            <a:ext cx="10972800" cy="857250"/>
          </a:xfrm>
          <a:prstGeom prst="rect">
            <a:avLst/>
          </a:prstGeom>
          <a:noFill/>
          <a:ln w="0">
            <a:noFill/>
          </a:ln>
        </p:spPr>
        <p:txBody>
          <a:bodyPr>
            <a:noAutofit/>
          </a:bodyPr>
          <a:lstStyle/>
          <a:p>
            <a:pPr>
              <a:buNone/>
              <a:defRPr sz="3450" b="1">
                <a:solidFill>
                  <a:srgbClr val="F1F6F7"/>
                </a:solidFill>
                <a:latin typeface="Arial"/>
                <a:ea typeface="Arial"/>
                <a:cs typeface="Arial"/>
              </a:defRPr>
            </a:pPr>
            <a:r>
              <a:rPr sz="3450" b="1">
                <a:solidFill>
                  <a:srgbClr val="F1F6F7"/>
                </a:solidFill>
                <a:latin typeface="Arial"/>
                <a:ea typeface="Arial"/>
                <a:cs typeface="Arial"/>
              </a:rPr>
              <a:t>Application, USB and display checks</a:t>
            </a:r>
          </a:p>
        </p:txBody>
      </p:sp>
      <p:sp>
        <p:nvSpPr>
          <p:cNvPr id="2" name="static">
            <a:extLst>
              <a:ext uri="{FF2B5EF4-FFF2-40B4-BE49-F238E27FC236}">
                <ns2:creationId id="{4776C37F-0AA6-40C5-98E7-7E20B079D91E}"/>
              </a:ext>
            </a:extLst>
          </p:cNvPr>
          <p:cNvSpPr>
            <a:spLocks noGrp="1"/>
          </p:cNvSpPr>
          <p:nvPr/>
        </p:nvSpPr>
        <p:spPr>
          <a:xfrm>
            <a:off x="609600" y="1476375"/>
            <a:ext cx="10972800" cy="609600"/>
          </a:xfrm>
          <a:prstGeom prst="rect">
            <a:avLst/>
          </a:prstGeom>
          <a:noFill/>
          <a:ln w="0">
            <a:noFill/>
          </a:ln>
        </p:spPr>
        <p:txBody>
          <a:bodyPr>
            <a:noAutofit/>
          </a:bodyPr>
          <a:lstStyle/>
          <a:p>
            <a:pPr>
              <a:buNone/>
              <a:defRPr sz="1875" b="0">
                <a:solidFill>
                  <a:srgbClr val="50DDC4"/>
                </a:solidFill>
                <a:latin typeface="Arial"/>
                <a:ea typeface="Arial"/>
                <a:cs typeface="Arial"/>
              </a:defRPr>
            </a:pPr>
            <a:r>
              <a:rPr sz="1875" b="0">
                <a:solidFill>
                  <a:srgbClr val="50DDC4"/>
                </a:solidFill>
                <a:latin typeface="Arial"/>
                <a:ea typeface="Arial"/>
                <a:cs typeface="Arial"/>
              </a:rPr>
              <a:t>psutil process inspection + Windows CIM USB queries + Electron screen API.</a:t>
            </a:r>
          </a:p>
        </p:txBody>
      </p:sp>
      <p:sp>
        <p:nvSpPr>
          <p:cNvPr id="3" name="reveal-1">
            <a:extLst>
              <a:ext uri="{FF2B5EF4-FFF2-40B4-BE49-F238E27FC236}">
                <ns2:creationId id="{0355D038-959D-48F0-AD56-179A836A36D6}"/>
              </a:ext>
            </a:extLst>
          </p:cNvPr>
          <p:cNvSpPr>
            <a:spLocks noGrp="1"/>
          </p:cNvSpPr>
          <p:nvPr/>
        </p:nvSpPr>
        <p:spPr>
          <a:xfrm>
            <a:off x="6096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01</a:t>
            </a:r>
          </a:p>
        </p:txBody>
      </p:sp>
      <p:sp>
        <p:nvSpPr>
          <p:cNvPr id="4" name="reveal-1">
            <a:extLst>
              <a:ext uri="{FF2B5EF4-FFF2-40B4-BE49-F238E27FC236}">
                <ns2:creationId id="{2D7855E4-77EC-45F6-A56C-091420697383}"/>
              </a:ext>
            </a:extLst>
          </p:cNvPr>
          <p:cNvSpPr>
            <a:spLocks noGrp="1"/>
          </p:cNvSpPr>
          <p:nvPr/>
        </p:nvSpPr>
        <p:spPr>
          <a:xfrm>
            <a:off x="6096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Applications</a:t>
            </a:r>
          </a:p>
        </p:txBody>
      </p:sp>
      <p:sp>
        <p:nvSpPr>
          <p:cNvPr id="5" name="reveal-1">
            <a:extLst>
              <a:ext uri="{FF2B5EF4-FFF2-40B4-BE49-F238E27FC236}">
                <ns2:creationId id="{12095DB1-66E1-4E88-98F4-4AA25FD7BF41}"/>
              </a:ext>
            </a:extLst>
          </p:cNvPr>
          <p:cNvSpPr>
            <a:spLocks noGrp="1"/>
          </p:cNvSpPr>
          <p:nvPr/>
        </p:nvSpPr>
        <p:spPr>
          <a:xfrm>
            <a:off x="6096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Compare processes with the configured and teacher-allowed list.</a:t>
            </a:r>
          </a:p>
        </p:txBody>
      </p:sp>
      <p:sp>
        <p:nvSpPr>
          <p:cNvPr id="6" name="reveal-2">
            <a:extLst>
              <a:ext uri="{FF2B5EF4-FFF2-40B4-BE49-F238E27FC236}">
                <ns2:creationId id="{78883938-494F-4CD0-A9FE-7BF2BB6D6929}"/>
              </a:ext>
            </a:extLst>
          </p:cNvPr>
          <p:cNvSpPr>
            <a:spLocks noGrp="1"/>
          </p:cNvSpPr>
          <p:nvPr/>
        </p:nvSpPr>
        <p:spPr>
          <a:xfrm>
            <a:off x="381000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7" name="reveal-2">
            <a:extLst>
              <a:ext uri="{FF2B5EF4-FFF2-40B4-BE49-F238E27FC236}">
                <ns2:creationId id="{CC97FE96-082A-4312-B778-1654973D931D}"/>
              </a:ext>
            </a:extLst>
          </p:cNvPr>
          <p:cNvSpPr>
            <a:spLocks noGrp="1"/>
          </p:cNvSpPr>
          <p:nvPr/>
        </p:nvSpPr>
        <p:spPr>
          <a:xfrm>
            <a:off x="451485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02</a:t>
            </a:r>
          </a:p>
        </p:txBody>
      </p:sp>
      <p:sp>
        <p:nvSpPr>
          <p:cNvPr id="8" name="reveal-2">
            <a:extLst>
              <a:ext uri="{FF2B5EF4-FFF2-40B4-BE49-F238E27FC236}">
                <ns2:creationId id="{2002250A-6877-4BA4-A156-97E79DEEAA43}"/>
              </a:ext>
            </a:extLst>
          </p:cNvPr>
          <p:cNvSpPr>
            <a:spLocks noGrp="1"/>
          </p:cNvSpPr>
          <p:nvPr/>
        </p:nvSpPr>
        <p:spPr>
          <a:xfrm>
            <a:off x="451485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USB storage</a:t>
            </a:r>
          </a:p>
        </p:txBody>
      </p:sp>
      <p:sp>
        <p:nvSpPr>
          <p:cNvPr id="9" name="reveal-2">
            <a:extLst>
              <a:ext uri="{FF2B5EF4-FFF2-40B4-BE49-F238E27FC236}">
                <ns2:creationId id="{CB8AD02D-8729-4AA8-9493-E28E8F67DF3E}"/>
              </a:ext>
            </a:extLst>
          </p:cNvPr>
          <p:cNvSpPr>
            <a:spLocks noGrp="1"/>
          </p:cNvSpPr>
          <p:nvPr/>
        </p:nvSpPr>
        <p:spPr>
          <a:xfrm>
            <a:off x="451485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Find USB disks through Win32_DiskDrive. Report each insertion.</a:t>
            </a:r>
          </a:p>
        </p:txBody>
      </p:sp>
      <p:sp>
        <p:nvSpPr>
          <p:cNvPr id="10" name="reveal-3">
            <a:extLst>
              <a:ext uri="{FF2B5EF4-FFF2-40B4-BE49-F238E27FC236}">
                <ns2:creationId id="{F16FE569-2C10-4463-9BA1-4F7507D3D0D4}"/>
              </a:ext>
            </a:extLst>
          </p:cNvPr>
          <p:cNvSpPr>
            <a:spLocks noGrp="1"/>
          </p:cNvSpPr>
          <p:nvPr/>
        </p:nvSpPr>
        <p:spPr>
          <a:xfrm>
            <a:off x="771525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11" name="reveal-3">
            <a:extLst>
              <a:ext uri="{FF2B5EF4-FFF2-40B4-BE49-F238E27FC236}">
                <ns2:creationId id="{5FE622B5-BD95-4CC0-94BB-1F66BB299506}"/>
              </a:ext>
            </a:extLst>
          </p:cNvPr>
          <p:cNvSpPr>
            <a:spLocks noGrp="1"/>
          </p:cNvSpPr>
          <p:nvPr/>
        </p:nvSpPr>
        <p:spPr>
          <a:xfrm>
            <a:off x="84201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03</a:t>
            </a:r>
          </a:p>
        </p:txBody>
      </p:sp>
      <p:sp>
        <p:nvSpPr>
          <p:cNvPr id="12" name="reveal-3">
            <a:extLst>
              <a:ext uri="{FF2B5EF4-FFF2-40B4-BE49-F238E27FC236}">
                <ns2:creationId id="{053D1B58-83C8-4EED-BECF-21298ACCC548}"/>
              </a:ext>
            </a:extLst>
          </p:cNvPr>
          <p:cNvSpPr>
            <a:spLocks noGrp="1"/>
          </p:cNvSpPr>
          <p:nvPr/>
        </p:nvSpPr>
        <p:spPr>
          <a:xfrm>
            <a:off x="84201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Displays</a:t>
            </a:r>
          </a:p>
        </p:txBody>
      </p:sp>
      <p:sp>
        <p:nvSpPr>
          <p:cNvPr id="13" name="reveal-3">
            <a:extLst>
              <a:ext uri="{FF2B5EF4-FFF2-40B4-BE49-F238E27FC236}">
                <ns2:creationId id="{87059629-3D59-4DD5-AE15-F0233500747A}"/>
              </a:ext>
            </a:extLst>
          </p:cNvPr>
          <p:cNvSpPr>
            <a:spLocks noGrp="1"/>
          </p:cNvSpPr>
          <p:nvPr/>
        </p:nvSpPr>
        <p:spPr>
          <a:xfrm>
            <a:off x="84201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Count Electron displays at self-check and listen for added displays.</a:t>
            </a:r>
          </a:p>
        </p:txBody>
      </p:sp>
      <p:sp>
        <p:nvSpPr>
          <p:cNvPr id="14" name="static">
            <a:extLst>
              <a:ext uri="{FF2B5EF4-FFF2-40B4-BE49-F238E27FC236}">
                <ns2:creationId id="{6D3A18AB-05C7-4ED0-A995-3BFCA0E14150}"/>
              </a:ext>
            </a:extLst>
          </p:cNvPr>
          <p:cNvSpPr>
            <a:spLocks noGrp="1"/>
          </p:cNvSpPr>
          <p:nvPr/>
        </p:nvSpPr>
        <p:spPr>
          <a:xfrm>
            <a:off x="609600" y="5257800"/>
            <a:ext cx="10972800" cy="542925"/>
          </a:xfrm>
          <a:prstGeom prst="rect">
            <a:avLst/>
          </a:prstGeom>
          <a:noFill/>
          <a:ln w="0">
            <a:noFill/>
          </a:ln>
        </p:spPr>
        <p:txBody>
          <a:bodyPr>
            <a:noAutofit/>
          </a:bodyPr>
          <a:lstStyle/>
          <a:p>
            <a:pPr>
              <a:buNone/>
              <a:defRPr sz="2100" b="1">
                <a:solidFill>
                  <a:srgbClr val="F1F6F7"/>
                </a:solidFill>
                <a:latin typeface="Arial"/>
                <a:ea typeface="Arial"/>
                <a:cs typeface="Arial"/>
              </a:defRPr>
            </a:pPr>
            <a:r>
              <a:rPr sz="2100" b="1">
                <a:solidFill>
                  <a:srgbClr val="F1F6F7"/>
                </a:solidFill>
                <a:latin typeface="Arial"/>
                <a:ea typeface="Arial"/>
                <a:cs typeface="Arial"/>
              </a:rPr>
              <a:t>Result: environment alerts with supporting screen evidence where captured</a:t>
            </a:r>
          </a:p>
        </p:txBody>
      </p:sp>
      <p:sp>
        <p:nvSpPr>
          <p:cNvPr id="15" name="static">
            <a:extLst>
              <a:ext uri="{FF2B5EF4-FFF2-40B4-BE49-F238E27FC236}">
                <ns2:creationId id="{21EEC073-9BE5-41B2-AA06-7F3C3BC97F5F}"/>
              </a:ext>
            </a:extLst>
          </p:cNvPr>
          <p:cNvSpPr>
            <a:spLocks noGrp="1"/>
          </p:cNvSpPr>
          <p:nvPr/>
        </p:nvSpPr>
        <p:spPr>
          <a:xfrm>
            <a:off x="609600" y="5857875"/>
            <a:ext cx="10972800" cy="466725"/>
          </a:xfrm>
          <a:prstGeom prst="rect">
            <a:avLst/>
          </a:prstGeom>
          <a:noFill/>
          <a:ln w="0">
            <a:noFill/>
          </a:ln>
        </p:spPr>
        <p:txBody>
          <a:bodyPr>
            <a:noAutofit/>
          </a:bodyPr>
          <a:lstStyle/>
          <a:p>
            <a:pPr>
              <a:buNone/>
              <a:defRPr sz="1650" b="0">
                <a:solidFill>
                  <a:srgbClr val="F7BC76"/>
                </a:solidFill>
                <a:latin typeface="Arial"/>
                <a:ea typeface="Arial"/>
                <a:cs typeface="Arial"/>
              </a:defRPr>
            </a:pPr>
            <a:r>
              <a:rPr sz="1650" b="0">
                <a:solidFill>
                  <a:srgbClr val="F7BC76"/>
                </a:solidFill>
                <a:latin typeface="Arial"/>
                <a:ea typeface="Arial"/>
                <a:cs typeface="Arial"/>
              </a:rPr>
              <a:t>Strict exam mode can terminate apps. Development mode relaxes enforcement.</a:t>
            </a:r>
          </a:p>
        </p:txBody>
      </p:sp>
      <p:sp>
        <p:nvSpPr>
          <p:cNvPr id="16" name="static">
            <a:extLst>
              <a:ext uri="{FF2B5EF4-FFF2-40B4-BE49-F238E27FC236}">
                <ns2:creationId id="{9A4BC0EE-54BA-4238-86ED-F89BD8731EE8}"/>
              </a:ext>
            </a:extLst>
          </p:cNvPr>
          <p:cNvSpPr>
            <a:spLocks noGrp="1"/>
          </p:cNvSpPr>
          <p:nvPr/>
        </p:nvSpPr>
        <p:spPr>
          <a:xfrm>
            <a:off x="609600" y="6438900"/>
            <a:ext cx="10972800" cy="238125"/>
          </a:xfrm>
          <a:prstGeom prst="rect">
            <a:avLst/>
          </a:prstGeom>
          <a:noFill/>
          <a:ln w="0">
            <a:noFill/>
          </a:ln>
        </p:spPr>
        <p:txBody>
          <a:bodyPr>
            <a:noAutofit/>
          </a:bodyPr>
          <a:lstStyle/>
          <a:p>
            <a:pPr>
              <a:buNone/>
              <a:defRPr sz="1200" b="0">
                <a:solidFill>
                  <a:srgbClr val="A6BAC4"/>
                </a:solidFill>
                <a:latin typeface="Arial"/>
                <a:ea typeface="Arial"/>
                <a:cs typeface="Arial"/>
              </a:defRPr>
            </a:pPr>
            <a:r>
              <a:rPr sz="1200" b="0">
                <a:solidFill>
                  <a:srgbClr val="A6BAC4"/>
                </a:solidFill>
                <a:latin typeface="Arial"/>
                <a:ea typeface="Arial"/>
                <a:cs typeface="Arial"/>
              </a:rPr>
              <a:t>IntegrityFlow  /  18  /  Technical appendix</a:t>
            </a:r>
          </a:p>
        </p:txBody>
      </p:sp>
    </p:spTree>
    <p:extLst>
      <p:ext uri="{BB962C8B-B14F-4D97-AF65-F5344CB8AC3E}">
        <ns3:creationId val="211720602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indefinite"/>
                      </p:stCondLst>
                      <p:childTnLst>
                        <p:par>
                          <p:cTn id="27" presetID="10" presetClass="entr" presetSubtype="0" fill="hold" grpId="2"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2"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0" grpId="2" animBg="1"/>
      <p:bldP spid="11" grpId="2" animBg="1"/>
      <p:bldP spid="12" grpId="2" animBg="1"/>
      <p:bldP spid="13" grpId="2" animBg="1"/>
    </p:bldLst>
  </p:timing>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7" name="static">
            <a:extLst>
              <a:ext uri="{FF2B5EF4-FFF2-40B4-BE49-F238E27FC236}">
                <ns2:creationId id="{7B7EB260-2B3B-445F-B105-50177706C6CC}"/>
              </a:ext>
            </a:extLst>
          </p:cNvPr>
          <p:cNvSpPr>
            <a:spLocks noGrp="1"/>
          </p:cNvSpPr>
          <p:nvPr/>
        </p:nvSpPr>
        <p:spPr>
          <a:xfrm>
            <a:off x="609600" y="438150"/>
            <a:ext cx="10972800" cy="857250"/>
          </a:xfrm>
          <a:prstGeom prst="rect">
            <a:avLst/>
          </a:prstGeom>
          <a:noFill/>
          <a:ln w="0">
            <a:noFill/>
          </a:ln>
        </p:spPr>
        <p:txBody>
          <a:bodyPr>
            <a:noAutofit/>
          </a:bodyPr>
          <a:lstStyle/>
          <a:p>
            <a:pPr>
              <a:buNone/>
              <a:defRPr sz="3450" b="1">
                <a:solidFill>
                  <a:srgbClr val="F1F6F7"/>
                </a:solidFill>
                <a:latin typeface="Arial"/>
                <a:ea typeface="Arial"/>
                <a:cs typeface="Arial"/>
              </a:defRPr>
            </a:pPr>
            <a:r>
              <a:rPr sz="3450" b="1">
                <a:solidFill>
                  <a:srgbClr val="F1F6F7"/>
                </a:solidFill>
                <a:latin typeface="Arial"/>
                <a:ea typeface="Arial"/>
                <a:cs typeface="Arial"/>
              </a:rPr>
              <a:t>Evidence delivery and late recovery</a:t>
            </a:r>
          </a:p>
        </p:txBody>
      </p:sp>
      <p:sp>
        <p:nvSpPr>
          <p:cNvPr id="2" name="static">
            <a:extLst>
              <a:ext uri="{FF2B5EF4-FFF2-40B4-BE49-F238E27FC236}">
                <ns2:creationId id="{017321A9-E0A8-4FE8-8B88-B4903634E061}"/>
              </a:ext>
            </a:extLst>
          </p:cNvPr>
          <p:cNvSpPr>
            <a:spLocks noGrp="1"/>
          </p:cNvSpPr>
          <p:nvPr/>
        </p:nvSpPr>
        <p:spPr>
          <a:xfrm>
            <a:off x="609600" y="1476375"/>
            <a:ext cx="10972800" cy="609600"/>
          </a:xfrm>
          <a:prstGeom prst="rect">
            <a:avLst/>
          </a:prstGeom>
          <a:noFill/>
          <a:ln w="0">
            <a:noFill/>
          </a:ln>
        </p:spPr>
        <p:txBody>
          <a:bodyPr>
            <a:noAutofit/>
          </a:bodyPr>
          <a:lstStyle/>
          <a:p>
            <a:pPr>
              <a:buNone/>
              <a:defRPr sz="1875" b="0">
                <a:solidFill>
                  <a:srgbClr val="50DDC4"/>
                </a:solidFill>
                <a:latin typeface="Arial"/>
                <a:ea typeface="Arial"/>
                <a:cs typeface="Arial"/>
              </a:defRPr>
            </a:pPr>
            <a:r>
              <a:rPr sz="1875" b="0">
                <a:solidFill>
                  <a:srgbClr val="50DDC4"/>
                </a:solidFill>
                <a:latin typeface="Arial"/>
                <a:ea typeface="Arial"/>
                <a:cs typeface="Arial"/>
              </a:rPr>
              <a:t>Python event worker + Electron durable JSON buffer + Express/MongoDB.</a:t>
            </a:r>
          </a:p>
        </p:txBody>
      </p:sp>
      <p:sp>
        <p:nvSpPr>
          <p:cNvPr id="3" name="reveal-1">
            <a:extLst>
              <a:ext uri="{FF2B5EF4-FFF2-40B4-BE49-F238E27FC236}">
                <ns2:creationId id="{F1EB6BF5-D8D4-43A7-8FC5-10EA484AED9B}"/>
              </a:ext>
            </a:extLst>
          </p:cNvPr>
          <p:cNvSpPr>
            <a:spLocks noGrp="1"/>
          </p:cNvSpPr>
          <p:nvPr/>
        </p:nvSpPr>
        <p:spPr>
          <a:xfrm>
            <a:off x="6096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01</a:t>
            </a:r>
          </a:p>
        </p:txBody>
      </p:sp>
      <p:sp>
        <p:nvSpPr>
          <p:cNvPr id="4" name="reveal-1">
            <a:extLst>
              <a:ext uri="{FF2B5EF4-FFF2-40B4-BE49-F238E27FC236}">
                <ns2:creationId id="{D4D53F8A-7129-41B1-81FD-61020EA33BF3}"/>
              </a:ext>
            </a:extLst>
          </p:cNvPr>
          <p:cNvSpPr>
            <a:spLocks noGrp="1"/>
          </p:cNvSpPr>
          <p:nvPr/>
        </p:nvSpPr>
        <p:spPr>
          <a:xfrm>
            <a:off x="6096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Capture event</a:t>
            </a:r>
          </a:p>
        </p:txBody>
      </p:sp>
      <p:sp>
        <p:nvSpPr>
          <p:cNvPr id="5" name="reveal-1">
            <a:extLst>
              <a:ext uri="{FF2B5EF4-FFF2-40B4-BE49-F238E27FC236}">
                <ns2:creationId id="{1A775141-3CEC-457E-B631-516E13A15105}"/>
              </a:ext>
            </a:extLst>
          </p:cNvPr>
          <p:cNvSpPr>
            <a:spLocks noGrp="1"/>
          </p:cNvSpPr>
          <p:nvPr/>
        </p:nvSpPr>
        <p:spPr>
          <a:xfrm>
            <a:off x="6096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Preserve session, capture time and screenshot/audio references.</a:t>
            </a:r>
          </a:p>
        </p:txBody>
      </p:sp>
      <p:sp>
        <p:nvSpPr>
          <p:cNvPr id="6" name="reveal-2">
            <a:extLst>
              <a:ext uri="{FF2B5EF4-FFF2-40B4-BE49-F238E27FC236}">
                <ns2:creationId id="{EE08A891-02F3-4547-9716-656FF53DE947}"/>
              </a:ext>
            </a:extLst>
          </p:cNvPr>
          <p:cNvSpPr>
            <a:spLocks noGrp="1"/>
          </p:cNvSpPr>
          <p:nvPr/>
        </p:nvSpPr>
        <p:spPr>
          <a:xfrm>
            <a:off x="381000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7" name="reveal-2">
            <a:extLst>
              <a:ext uri="{FF2B5EF4-FFF2-40B4-BE49-F238E27FC236}">
                <ns2:creationId id="{11018B88-82FA-405B-B6D7-B5DAB8990387}"/>
              </a:ext>
            </a:extLst>
          </p:cNvPr>
          <p:cNvSpPr>
            <a:spLocks noGrp="1"/>
          </p:cNvSpPr>
          <p:nvPr/>
        </p:nvSpPr>
        <p:spPr>
          <a:xfrm>
            <a:off x="451485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02</a:t>
            </a:r>
          </a:p>
        </p:txBody>
      </p:sp>
      <p:sp>
        <p:nvSpPr>
          <p:cNvPr id="8" name="reveal-2">
            <a:extLst>
              <a:ext uri="{FF2B5EF4-FFF2-40B4-BE49-F238E27FC236}">
                <ns2:creationId id="{FF41328A-5A27-48E7-8774-AA90013C02E3}"/>
              </a:ext>
            </a:extLst>
          </p:cNvPr>
          <p:cNvSpPr>
            <a:spLocks noGrp="1"/>
          </p:cNvSpPr>
          <p:nvPr/>
        </p:nvSpPr>
        <p:spPr>
          <a:xfrm>
            <a:off x="451485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Upload or retry</a:t>
            </a:r>
          </a:p>
        </p:txBody>
      </p:sp>
      <p:sp>
        <p:nvSpPr>
          <p:cNvPr id="9" name="reveal-2">
            <a:extLst>
              <a:ext uri="{FF2B5EF4-FFF2-40B4-BE49-F238E27FC236}">
                <ns2:creationId id="{858B803C-9F98-466C-A0A2-75EA41726200}"/>
              </a:ext>
            </a:extLst>
          </p:cNvPr>
          <p:cNvSpPr>
            <a:spLocks noGrp="1"/>
          </p:cNvSpPr>
          <p:nvPr/>
        </p:nvSpPr>
        <p:spPr>
          <a:xfrm>
            <a:off x="451485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Send multipart media. Network/storage/database failure keeps the queue.</a:t>
            </a:r>
          </a:p>
        </p:txBody>
      </p:sp>
      <p:sp>
        <p:nvSpPr>
          <p:cNvPr id="10" name="reveal-3">
            <a:extLst>
              <a:ext uri="{FF2B5EF4-FFF2-40B4-BE49-F238E27FC236}">
                <ns2:creationId id="{864B3D21-FFAE-4C0B-A985-DDC58DE1536A}"/>
              </a:ext>
            </a:extLst>
          </p:cNvPr>
          <p:cNvSpPr>
            <a:spLocks noGrp="1"/>
          </p:cNvSpPr>
          <p:nvPr/>
        </p:nvSpPr>
        <p:spPr>
          <a:xfrm>
            <a:off x="771525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11" name="reveal-3">
            <a:extLst>
              <a:ext uri="{FF2B5EF4-FFF2-40B4-BE49-F238E27FC236}">
                <ns2:creationId id="{F4F1C899-5810-4BCE-8B52-673D003F7A51}"/>
              </a:ext>
            </a:extLst>
          </p:cNvPr>
          <p:cNvSpPr>
            <a:spLocks noGrp="1"/>
          </p:cNvSpPr>
          <p:nvPr/>
        </p:nvSpPr>
        <p:spPr>
          <a:xfrm>
            <a:off x="84201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03</a:t>
            </a:r>
          </a:p>
        </p:txBody>
      </p:sp>
      <p:sp>
        <p:nvSpPr>
          <p:cNvPr id="12" name="reveal-3">
            <a:extLst>
              <a:ext uri="{FF2B5EF4-FFF2-40B4-BE49-F238E27FC236}">
                <ns2:creationId id="{A88CB4D4-DB62-47F8-88D2-961B91DB9AF1}"/>
              </a:ext>
            </a:extLst>
          </p:cNvPr>
          <p:cNvSpPr>
            <a:spLocks noGrp="1"/>
          </p:cNvSpPr>
          <p:nvPr/>
        </p:nvSpPr>
        <p:spPr>
          <a:xfrm>
            <a:off x="84201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Store once</a:t>
            </a:r>
          </a:p>
        </p:txBody>
      </p:sp>
      <p:sp>
        <p:nvSpPr>
          <p:cNvPr id="13" name="reveal-3">
            <a:extLst>
              <a:ext uri="{FF2B5EF4-FFF2-40B4-BE49-F238E27FC236}">
                <ns2:creationId id="{2F59CA7D-D5AC-4410-8E14-B105C0E1804C}"/>
              </a:ext>
            </a:extLst>
          </p:cNvPr>
          <p:cNvSpPr>
            <a:spLocks noGrp="1"/>
          </p:cNvSpPr>
          <p:nvPr/>
        </p:nvSpPr>
        <p:spPr>
          <a:xfrm>
            <a:off x="84201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Stable event ID deduplicates retries within the session.</a:t>
            </a:r>
          </a:p>
        </p:txBody>
      </p:sp>
      <p:sp>
        <p:nvSpPr>
          <p:cNvPr id="14" name="static">
            <a:extLst>
              <a:ext uri="{FF2B5EF4-FFF2-40B4-BE49-F238E27FC236}">
                <ns2:creationId id="{9F8E0055-6BAC-4D44-B536-1B1943F38B1B}"/>
              </a:ext>
            </a:extLst>
          </p:cNvPr>
          <p:cNvSpPr>
            <a:spLocks noGrp="1"/>
          </p:cNvSpPr>
          <p:nvPr/>
        </p:nvSpPr>
        <p:spPr>
          <a:xfrm>
            <a:off x="609600" y="5257800"/>
            <a:ext cx="10972800" cy="542925"/>
          </a:xfrm>
          <a:prstGeom prst="rect">
            <a:avLst/>
          </a:prstGeom>
          <a:noFill/>
          <a:ln w="0">
            <a:noFill/>
          </a:ln>
        </p:spPr>
        <p:txBody>
          <a:bodyPr>
            <a:noAutofit/>
          </a:bodyPr>
          <a:lstStyle/>
          <a:p>
            <a:pPr>
              <a:buNone/>
              <a:defRPr sz="2100" b="1">
                <a:solidFill>
                  <a:srgbClr val="F1F6F7"/>
                </a:solidFill>
                <a:latin typeface="Arial"/>
                <a:ea typeface="Arial"/>
                <a:cs typeface="Arial"/>
              </a:defRPr>
            </a:pPr>
            <a:r>
              <a:rPr sz="2100" b="1">
                <a:solidFill>
                  <a:srgbClr val="F1F6F7"/>
                </a:solidFill>
                <a:latin typeface="Arial"/>
                <a:ea typeface="Arial"/>
                <a:cs typeface="Arial"/>
              </a:rPr>
              <a:t>Late evidence: label it, keep the session closed, wait for examiner confirmation</a:t>
            </a:r>
          </a:p>
        </p:txBody>
      </p:sp>
      <p:sp>
        <p:nvSpPr>
          <p:cNvPr id="15" name="static">
            <a:extLst>
              <a:ext uri="{FF2B5EF4-FFF2-40B4-BE49-F238E27FC236}">
                <ns2:creationId id="{B4861469-07ED-45FB-A2BC-D840EB92C6C4}"/>
              </a:ext>
            </a:extLst>
          </p:cNvPr>
          <p:cNvSpPr>
            <a:spLocks noGrp="1"/>
          </p:cNvSpPr>
          <p:nvPr/>
        </p:nvSpPr>
        <p:spPr>
          <a:xfrm>
            <a:off x="609600" y="5857875"/>
            <a:ext cx="10972800" cy="466725"/>
          </a:xfrm>
          <a:prstGeom prst="rect">
            <a:avLst/>
          </a:prstGeom>
          <a:noFill/>
          <a:ln w="0">
            <a:noFill/>
          </a:ln>
        </p:spPr>
        <p:txBody>
          <a:bodyPr>
            <a:noAutofit/>
          </a:bodyPr>
          <a:lstStyle/>
          <a:p>
            <a:pPr>
              <a:buNone/>
              <a:defRPr sz="1650" b="0">
                <a:solidFill>
                  <a:srgbClr val="F7BC76"/>
                </a:solidFill>
                <a:latin typeface="Arial"/>
                <a:ea typeface="Arial"/>
                <a:cs typeface="Arial"/>
              </a:defRPr>
            </a:pPr>
            <a:r>
              <a:rPr sz="1650" b="0">
                <a:solidFill>
                  <a:srgbClr val="F7BC76"/>
                </a:solidFill>
                <a:latin typeface="Arial"/>
                <a:ea typeface="Arial"/>
                <a:cs typeface="Arial"/>
              </a:rPr>
              <a:t>Only evidence captured inside the session window is accepted. Local files must remain.</a:t>
            </a:r>
          </a:p>
        </p:txBody>
      </p:sp>
      <p:sp>
        <p:nvSpPr>
          <p:cNvPr id="16" name="static">
            <a:extLst>
              <a:ext uri="{FF2B5EF4-FFF2-40B4-BE49-F238E27FC236}">
                <ns2:creationId id="{02DCC10B-8D11-47EF-8E7E-E53201670F8E}"/>
              </a:ext>
            </a:extLst>
          </p:cNvPr>
          <p:cNvSpPr>
            <a:spLocks noGrp="1"/>
          </p:cNvSpPr>
          <p:nvPr/>
        </p:nvSpPr>
        <p:spPr>
          <a:xfrm>
            <a:off x="609600" y="6438900"/>
            <a:ext cx="10972800" cy="238125"/>
          </a:xfrm>
          <a:prstGeom prst="rect">
            <a:avLst/>
          </a:prstGeom>
          <a:noFill/>
          <a:ln w="0">
            <a:noFill/>
          </a:ln>
        </p:spPr>
        <p:txBody>
          <a:bodyPr>
            <a:noAutofit/>
          </a:bodyPr>
          <a:lstStyle/>
          <a:p>
            <a:pPr>
              <a:buNone/>
              <a:defRPr sz="1200" b="0">
                <a:solidFill>
                  <a:srgbClr val="A6BAC4"/>
                </a:solidFill>
                <a:latin typeface="Arial"/>
                <a:ea typeface="Arial"/>
                <a:cs typeface="Arial"/>
              </a:defRPr>
            </a:pPr>
            <a:r>
              <a:rPr sz="1200" b="0">
                <a:solidFill>
                  <a:srgbClr val="A6BAC4"/>
                </a:solidFill>
                <a:latin typeface="Arial"/>
                <a:ea typeface="Arial"/>
                <a:cs typeface="Arial"/>
              </a:rPr>
              <a:t>IntegrityFlow  /  19  /  Technical appendix</a:t>
            </a:r>
          </a:p>
        </p:txBody>
      </p:sp>
    </p:spTree>
    <p:extLst>
      <p:ext uri="{BB962C8B-B14F-4D97-AF65-F5344CB8AC3E}">
        <ns3:creationId val="101619031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indefinite"/>
                      </p:stCondLst>
                      <p:childTnLst>
                        <p:par>
                          <p:cTn id="27" presetID="10" presetClass="entr" presetSubtype="0" fill="hold" grpId="2"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2"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0" grpId="2" animBg="1"/>
      <p:bldP spid="11" grpId="2" animBg="1"/>
      <p:bldP spid="12" grpId="2" animBg="1"/>
      <p:bldP spid="13" grpId="2" animBg="1"/>
    </p:bldLst>
  </p:timing>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7" name="static">
            <a:extLst>
              <a:ext uri="{FF2B5EF4-FFF2-40B4-BE49-F238E27FC236}">
                <ns2:creationId id="{2C7EA116-3DF0-459D-8CAF-0DB1D495E07B}"/>
              </a:ext>
            </a:extLst>
          </p:cNvPr>
          <p:cNvSpPr>
            <a:spLocks noGrp="1"/>
          </p:cNvSpPr>
          <p:nvPr/>
        </p:nvSpPr>
        <p:spPr>
          <a:xfrm>
            <a:off x="609600" y="438150"/>
            <a:ext cx="10972800" cy="857250"/>
          </a:xfrm>
          <a:prstGeom prst="rect">
            <a:avLst/>
          </a:prstGeom>
          <a:noFill/>
          <a:ln w="0">
            <a:noFill/>
          </a:ln>
        </p:spPr>
        <p:txBody>
          <a:bodyPr>
            <a:noAutofit/>
          </a:bodyPr>
          <a:lstStyle/>
          <a:p>
            <a:pPr>
              <a:buNone/>
              <a:defRPr sz="3450" b="1">
                <a:solidFill>
                  <a:srgbClr val="F1F6F7"/>
                </a:solidFill>
                <a:latin typeface="Arial"/>
                <a:ea typeface="Arial"/>
                <a:cs typeface="Arial"/>
              </a:defRPr>
            </a:pPr>
            <a:r>
              <a:rPr sz="3450" b="1">
                <a:solidFill>
                  <a:srgbClr val="F1F6F7"/>
                </a:solidFill>
                <a:latin typeface="Arial"/>
                <a:ea typeface="Arial"/>
                <a:cs typeface="Arial"/>
              </a:rPr>
              <a:t>Risk scoring and examiner review</a:t>
            </a:r>
          </a:p>
        </p:txBody>
      </p:sp>
      <p:sp>
        <p:nvSpPr>
          <p:cNvPr id="2" name="static">
            <a:extLst>
              <a:ext uri="{FF2B5EF4-FFF2-40B4-BE49-F238E27FC236}">
                <ns2:creationId id="{721C8FC1-E308-4C8D-A7FC-F9418107BF94}"/>
              </a:ext>
            </a:extLst>
          </p:cNvPr>
          <p:cNvSpPr>
            <a:spLocks noGrp="1"/>
          </p:cNvSpPr>
          <p:nvPr/>
        </p:nvSpPr>
        <p:spPr>
          <a:xfrm>
            <a:off x="609600" y="1476375"/>
            <a:ext cx="10972800" cy="609600"/>
          </a:xfrm>
          <a:prstGeom prst="rect">
            <a:avLst/>
          </a:prstGeom>
          <a:noFill/>
          <a:ln w="0">
            <a:noFill/>
          </a:ln>
        </p:spPr>
        <p:txBody>
          <a:bodyPr>
            <a:noAutofit/>
          </a:bodyPr>
          <a:lstStyle/>
          <a:p>
            <a:pPr>
              <a:buNone/>
              <a:defRPr sz="1875" b="0">
                <a:solidFill>
                  <a:srgbClr val="50DDC4"/>
                </a:solidFill>
                <a:latin typeface="Arial"/>
                <a:ea typeface="Arial"/>
                <a:cs typeface="Arial"/>
              </a:defRPr>
            </a:pPr>
            <a:r>
              <a:rPr sz="1875" b="0">
                <a:solidFill>
                  <a:srgbClr val="50DDC4"/>
                </a:solidFill>
                <a:latin typeface="Arial"/>
                <a:ea typeface="Arial"/>
                <a:cs typeface="Arial"/>
              </a:rPr>
              <a:t>Node.js DecayScoringStrategy + MongoDB event history + React evidence viewer.</a:t>
            </a:r>
          </a:p>
        </p:txBody>
      </p:sp>
      <p:sp>
        <p:nvSpPr>
          <p:cNvPr id="3" name="reveal-1">
            <a:extLst>
              <a:ext uri="{FF2B5EF4-FFF2-40B4-BE49-F238E27FC236}">
                <ns2:creationId id="{CDFFFFDE-2B22-4A37-A32A-740A2A2DCF67}"/>
              </a:ext>
            </a:extLst>
          </p:cNvPr>
          <p:cNvSpPr>
            <a:spLocks noGrp="1"/>
          </p:cNvSpPr>
          <p:nvPr/>
        </p:nvSpPr>
        <p:spPr>
          <a:xfrm>
            <a:off x="6096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01</a:t>
            </a:r>
          </a:p>
        </p:txBody>
      </p:sp>
      <p:sp>
        <p:nvSpPr>
          <p:cNvPr id="4" name="reveal-1">
            <a:extLst>
              <a:ext uri="{FF2B5EF4-FFF2-40B4-BE49-F238E27FC236}">
                <ns2:creationId id="{16F45706-57AB-45F0-B37B-7868D6183CA6}"/>
              </a:ext>
            </a:extLst>
          </p:cNvPr>
          <p:cNvSpPr>
            <a:spLocks noGrp="1"/>
          </p:cNvSpPr>
          <p:nvPr/>
        </p:nvSpPr>
        <p:spPr>
          <a:xfrm>
            <a:off x="6096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Eligible events</a:t>
            </a:r>
          </a:p>
        </p:txBody>
      </p:sp>
      <p:sp>
        <p:nvSpPr>
          <p:cNvPr id="5" name="reveal-1">
            <a:extLst>
              <a:ext uri="{FF2B5EF4-FFF2-40B4-BE49-F238E27FC236}">
                <ns2:creationId id="{47A4D08A-D89E-4F0F-A51E-3E2463C4C420}"/>
              </a:ext>
            </a:extLst>
          </p:cNvPr>
          <p:cNvSpPr>
            <a:spLocks noGrp="1"/>
          </p:cNvSpPr>
          <p:nvPr/>
        </p:nvSpPr>
        <p:spPr>
          <a:xfrm>
            <a:off x="6096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Exclude dismissed events and unconfirmed late arrivals.</a:t>
            </a:r>
          </a:p>
        </p:txBody>
      </p:sp>
      <p:sp>
        <p:nvSpPr>
          <p:cNvPr id="6" name="reveal-2">
            <a:extLst>
              <a:ext uri="{FF2B5EF4-FFF2-40B4-BE49-F238E27FC236}">
                <ns2:creationId id="{7F5E175B-2012-46DB-AF7D-1970D9111A2D}"/>
              </a:ext>
            </a:extLst>
          </p:cNvPr>
          <p:cNvSpPr>
            <a:spLocks noGrp="1"/>
          </p:cNvSpPr>
          <p:nvPr/>
        </p:nvSpPr>
        <p:spPr>
          <a:xfrm>
            <a:off x="381000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7" name="reveal-2">
            <a:extLst>
              <a:ext uri="{FF2B5EF4-FFF2-40B4-BE49-F238E27FC236}">
                <ns2:creationId id="{AA8DE35C-1AD3-483A-B9AE-26ECD2866CAC}"/>
              </a:ext>
            </a:extLst>
          </p:cNvPr>
          <p:cNvSpPr>
            <a:spLocks noGrp="1"/>
          </p:cNvSpPr>
          <p:nvPr/>
        </p:nvSpPr>
        <p:spPr>
          <a:xfrm>
            <a:off x="451485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02</a:t>
            </a:r>
          </a:p>
        </p:txBody>
      </p:sp>
      <p:sp>
        <p:nvSpPr>
          <p:cNvPr id="8" name="reveal-2">
            <a:extLst>
              <a:ext uri="{FF2B5EF4-FFF2-40B4-BE49-F238E27FC236}">
                <ns2:creationId id="{D9A06CD7-075D-4E17-885C-AF8AA40963F2}"/>
              </a:ext>
            </a:extLst>
          </p:cNvPr>
          <p:cNvSpPr>
            <a:spLocks noGrp="1"/>
          </p:cNvSpPr>
          <p:nvPr/>
        </p:nvSpPr>
        <p:spPr>
          <a:xfrm>
            <a:off x="451485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Weighted score</a:t>
            </a:r>
          </a:p>
        </p:txBody>
      </p:sp>
      <p:sp>
        <p:nvSpPr>
          <p:cNvPr id="9" name="reveal-2">
            <a:extLst>
              <a:ext uri="{FF2B5EF4-FFF2-40B4-BE49-F238E27FC236}">
                <ns2:creationId id="{0EE46DDD-70D5-451F-8EEC-D9DB2C6368DB}"/>
              </a:ext>
            </a:extLst>
          </p:cNvPr>
          <p:cNvSpPr>
            <a:spLocks noGrp="1"/>
          </p:cNvSpPr>
          <p:nvPr/>
        </p:nvSpPr>
        <p:spPr>
          <a:xfrm>
            <a:off x="451485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Combine severity, recency decay and a persistent baseline.</a:t>
            </a:r>
          </a:p>
        </p:txBody>
      </p:sp>
      <p:sp>
        <p:nvSpPr>
          <p:cNvPr id="10" name="reveal-3">
            <a:extLst>
              <a:ext uri="{FF2B5EF4-FFF2-40B4-BE49-F238E27FC236}">
                <ns2:creationId id="{710E3DC6-ED39-4D98-B90B-1B80B906EE44}"/>
              </a:ext>
            </a:extLst>
          </p:cNvPr>
          <p:cNvSpPr>
            <a:spLocks noGrp="1"/>
          </p:cNvSpPr>
          <p:nvPr/>
        </p:nvSpPr>
        <p:spPr>
          <a:xfrm>
            <a:off x="771525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11" name="reveal-3">
            <a:extLst>
              <a:ext uri="{FF2B5EF4-FFF2-40B4-BE49-F238E27FC236}">
                <ns2:creationId id="{FE366A1E-D730-4C72-837D-4537C1D08656}"/>
              </a:ext>
            </a:extLst>
          </p:cNvPr>
          <p:cNvSpPr>
            <a:spLocks noGrp="1"/>
          </p:cNvSpPr>
          <p:nvPr/>
        </p:nvSpPr>
        <p:spPr>
          <a:xfrm>
            <a:off x="84201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03</a:t>
            </a:r>
          </a:p>
        </p:txBody>
      </p:sp>
      <p:sp>
        <p:nvSpPr>
          <p:cNvPr id="12" name="reveal-3">
            <a:extLst>
              <a:ext uri="{FF2B5EF4-FFF2-40B4-BE49-F238E27FC236}">
                <ns2:creationId id="{B9D2985B-AC64-4C5C-AFCB-D8EEDAD4BCEB}"/>
              </a:ext>
            </a:extLst>
          </p:cNvPr>
          <p:cNvSpPr>
            <a:spLocks noGrp="1"/>
          </p:cNvSpPr>
          <p:nvPr/>
        </p:nvSpPr>
        <p:spPr>
          <a:xfrm>
            <a:off x="84201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Human decision</a:t>
            </a:r>
          </a:p>
        </p:txBody>
      </p:sp>
      <p:sp>
        <p:nvSpPr>
          <p:cNvPr id="13" name="reveal-3">
            <a:extLst>
              <a:ext uri="{FF2B5EF4-FFF2-40B4-BE49-F238E27FC236}">
                <ns2:creationId id="{4D1DA489-EBC8-4C01-B4BB-88E0B82A2624}"/>
              </a:ext>
            </a:extLst>
          </p:cNvPr>
          <p:cNvSpPr>
            <a:spLocks noGrp="1"/>
          </p:cNvSpPr>
          <p:nvPr/>
        </p:nvSpPr>
        <p:spPr>
          <a:xfrm>
            <a:off x="84201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Examiner reviews images/audio, then confirms or dismisses.</a:t>
            </a:r>
          </a:p>
        </p:txBody>
      </p:sp>
      <p:sp>
        <p:nvSpPr>
          <p:cNvPr id="14" name="static">
            <a:extLst>
              <a:ext uri="{FF2B5EF4-FFF2-40B4-BE49-F238E27FC236}">
                <ns2:creationId id="{25013242-BE2A-4995-A3BD-07BA6632D0D2}"/>
              </a:ext>
            </a:extLst>
          </p:cNvPr>
          <p:cNvSpPr>
            <a:spLocks noGrp="1"/>
          </p:cNvSpPr>
          <p:nvPr/>
        </p:nvSpPr>
        <p:spPr>
          <a:xfrm>
            <a:off x="609600" y="5257800"/>
            <a:ext cx="10972800" cy="542925"/>
          </a:xfrm>
          <a:prstGeom prst="rect">
            <a:avLst/>
          </a:prstGeom>
          <a:noFill/>
          <a:ln w="0">
            <a:noFill/>
          </a:ln>
        </p:spPr>
        <p:txBody>
          <a:bodyPr>
            <a:noAutofit/>
          </a:bodyPr>
          <a:lstStyle/>
          <a:p>
            <a:pPr>
              <a:buNone/>
              <a:defRPr sz="2100" b="1">
                <a:solidFill>
                  <a:srgbClr val="F1F6F7"/>
                </a:solidFill>
                <a:latin typeface="Arial"/>
                <a:ea typeface="Arial"/>
                <a:cs typeface="Arial"/>
              </a:defRPr>
            </a:pPr>
            <a:r>
              <a:rPr sz="2100" b="1">
                <a:solidFill>
                  <a:srgbClr val="F1F6F7"/>
                </a:solidFill>
                <a:latin typeface="Arial"/>
                <a:ea typeface="Arial"/>
                <a:cs typeface="Arial"/>
              </a:rPr>
              <a:t>Result: a 0–100 review priority that reflects eligible evidence</a:t>
            </a:r>
          </a:p>
        </p:txBody>
      </p:sp>
      <p:sp>
        <p:nvSpPr>
          <p:cNvPr id="15" name="static">
            <a:extLst>
              <a:ext uri="{FF2B5EF4-FFF2-40B4-BE49-F238E27FC236}">
                <ns2:creationId id="{124941E9-2452-4B0C-92E1-3633E2F7DBFF}"/>
              </a:ext>
            </a:extLst>
          </p:cNvPr>
          <p:cNvSpPr>
            <a:spLocks noGrp="1"/>
          </p:cNvSpPr>
          <p:nvPr/>
        </p:nvSpPr>
        <p:spPr>
          <a:xfrm>
            <a:off x="609600" y="5857875"/>
            <a:ext cx="10972800" cy="466725"/>
          </a:xfrm>
          <a:prstGeom prst="rect">
            <a:avLst/>
          </a:prstGeom>
          <a:noFill/>
          <a:ln w="0">
            <a:noFill/>
          </a:ln>
        </p:spPr>
        <p:txBody>
          <a:bodyPr>
            <a:noAutofit/>
          </a:bodyPr>
          <a:lstStyle/>
          <a:p>
            <a:pPr>
              <a:buNone/>
              <a:defRPr sz="1650" b="0">
                <a:solidFill>
                  <a:srgbClr val="F7BC76"/>
                </a:solidFill>
                <a:latin typeface="Arial"/>
                <a:ea typeface="Arial"/>
                <a:cs typeface="Arial"/>
              </a:defRPr>
            </a:pPr>
            <a:r>
              <a:rPr sz="1650" b="0">
                <a:solidFill>
                  <a:srgbClr val="F7BC76"/>
                </a:solidFill>
                <a:latin typeface="Arial"/>
                <a:ea typeface="Arial"/>
                <a:cs typeface="Arial"/>
              </a:rPr>
              <a:t>Recent weight halves in about 30 minutes. No measured cheating probability.</a:t>
            </a:r>
          </a:p>
        </p:txBody>
      </p:sp>
      <p:sp>
        <p:nvSpPr>
          <p:cNvPr id="16" name="static">
            <a:extLst>
              <a:ext uri="{FF2B5EF4-FFF2-40B4-BE49-F238E27FC236}">
                <ns2:creationId id="{5CFBF844-78BD-4B60-B84A-2F6DFDC729F9}"/>
              </a:ext>
            </a:extLst>
          </p:cNvPr>
          <p:cNvSpPr>
            <a:spLocks noGrp="1"/>
          </p:cNvSpPr>
          <p:nvPr/>
        </p:nvSpPr>
        <p:spPr>
          <a:xfrm>
            <a:off x="609600" y="6438900"/>
            <a:ext cx="10972800" cy="238125"/>
          </a:xfrm>
          <a:prstGeom prst="rect">
            <a:avLst/>
          </a:prstGeom>
          <a:noFill/>
          <a:ln w="0">
            <a:noFill/>
          </a:ln>
        </p:spPr>
        <p:txBody>
          <a:bodyPr>
            <a:noAutofit/>
          </a:bodyPr>
          <a:lstStyle/>
          <a:p>
            <a:pPr>
              <a:buNone/>
              <a:defRPr sz="1200" b="0">
                <a:solidFill>
                  <a:srgbClr val="A6BAC4"/>
                </a:solidFill>
                <a:latin typeface="Arial"/>
                <a:ea typeface="Arial"/>
                <a:cs typeface="Arial"/>
              </a:defRPr>
            </a:pPr>
            <a:r>
              <a:rPr sz="1200" b="0">
                <a:solidFill>
                  <a:srgbClr val="A6BAC4"/>
                </a:solidFill>
                <a:latin typeface="Arial"/>
                <a:ea typeface="Arial"/>
                <a:cs typeface="Arial"/>
              </a:rPr>
              <a:t>IntegrityFlow  /  20  /  Technical appendix</a:t>
            </a:r>
          </a:p>
        </p:txBody>
      </p:sp>
    </p:spTree>
    <p:extLst>
      <p:ext uri="{BB962C8B-B14F-4D97-AF65-F5344CB8AC3E}">
        <ns3:creationId val="105657624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indefinite"/>
                      </p:stCondLst>
                      <p:childTnLst>
                        <p:par>
                          <p:cTn id="27" presetID="10" presetClass="entr" presetSubtype="0" fill="hold" grpId="2"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2"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0" grpId="2" animBg="1"/>
      <p:bldP spid="11" grpId="2" animBg="1"/>
      <p:bldP spid="12" grpId="2" animBg="1"/>
      <p:bldP spid="13" grpId="2" animBg="1"/>
    </p:bldLst>
  </p:timing>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7" name="static">
            <a:extLst>
              <a:ext uri="{FF2B5EF4-FFF2-40B4-BE49-F238E27FC236}">
                <ns2:creationId id="{71448200-49D4-4214-8302-2B79130A96E5}"/>
              </a:ext>
            </a:extLst>
          </p:cNvPr>
          <p:cNvSpPr>
            <a:spLocks noGrp="1"/>
          </p:cNvSpPr>
          <p:nvPr/>
        </p:nvSpPr>
        <p:spPr>
          <a:xfrm>
            <a:off x="609600" y="438150"/>
            <a:ext cx="10972800" cy="857250"/>
          </a:xfrm>
          <a:prstGeom prst="rect">
            <a:avLst/>
          </a:prstGeom>
          <a:noFill/>
          <a:ln w="0">
            <a:noFill/>
          </a:ln>
        </p:spPr>
        <p:txBody>
          <a:bodyPr>
            <a:noAutofit/>
          </a:bodyPr>
          <a:lstStyle/>
          <a:p>
            <a:pPr>
              <a:buNone/>
              <a:defRPr sz="3450" b="1">
                <a:solidFill>
                  <a:srgbClr val="F1F6F7"/>
                </a:solidFill>
                <a:latin typeface="Arial"/>
                <a:ea typeface="Arial"/>
                <a:cs typeface="Arial"/>
              </a:defRPr>
            </a:pPr>
            <a:r>
              <a:rPr sz="3450" b="1">
                <a:solidFill>
                  <a:srgbClr val="F1F6F7"/>
                </a:solidFill>
                <a:latin typeface="Arial"/>
                <a:ea typeface="Arial"/>
                <a:cs typeface="Arial"/>
              </a:rPr>
              <a:t>Exam workflow, submissions and reports</a:t>
            </a:r>
          </a:p>
        </p:txBody>
      </p:sp>
      <p:sp>
        <p:nvSpPr>
          <p:cNvPr id="2" name="static">
            <a:extLst>
              <a:ext uri="{FF2B5EF4-FFF2-40B4-BE49-F238E27FC236}">
                <ns2:creationId id="{55E15C81-A821-4584-9520-A2C7A64CEA56}"/>
              </a:ext>
            </a:extLst>
          </p:cNvPr>
          <p:cNvSpPr>
            <a:spLocks noGrp="1"/>
          </p:cNvSpPr>
          <p:nvPr/>
        </p:nvSpPr>
        <p:spPr>
          <a:xfrm>
            <a:off x="609600" y="1476375"/>
            <a:ext cx="10972800" cy="609600"/>
          </a:xfrm>
          <a:prstGeom prst="rect">
            <a:avLst/>
          </a:prstGeom>
          <a:noFill/>
          <a:ln w="0">
            <a:noFill/>
          </a:ln>
        </p:spPr>
        <p:txBody>
          <a:bodyPr>
            <a:noAutofit/>
          </a:bodyPr>
          <a:lstStyle/>
          <a:p>
            <a:pPr>
              <a:buNone/>
              <a:defRPr sz="1875" b="0">
                <a:solidFill>
                  <a:srgbClr val="50DDC4"/>
                </a:solidFill>
                <a:latin typeface="Arial"/>
                <a:ea typeface="Arial"/>
                <a:cs typeface="Arial"/>
              </a:defRPr>
            </a:pPr>
            <a:r>
              <a:rPr sz="1875" b="0">
                <a:solidFill>
                  <a:srgbClr val="50DDC4"/>
                </a:solidFill>
                <a:latin typeface="Arial"/>
                <a:ea typeface="Arial"/>
                <a:cs typeface="Arial"/>
              </a:rPr>
              <a:t>Electron renderer + Express routes + Multer uploads + React summaries.</a:t>
            </a:r>
          </a:p>
        </p:txBody>
      </p:sp>
      <p:sp>
        <p:nvSpPr>
          <p:cNvPr id="3" name="reveal-1">
            <a:extLst>
              <a:ext uri="{FF2B5EF4-FFF2-40B4-BE49-F238E27FC236}">
                <ns2:creationId id="{4D9DA25E-5655-4CAC-A16C-3E7B81379D26}"/>
              </a:ext>
            </a:extLst>
          </p:cNvPr>
          <p:cNvSpPr>
            <a:spLocks noGrp="1"/>
          </p:cNvSpPr>
          <p:nvPr/>
        </p:nvSpPr>
        <p:spPr>
          <a:xfrm>
            <a:off x="6096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01</a:t>
            </a:r>
          </a:p>
        </p:txBody>
      </p:sp>
      <p:sp>
        <p:nvSpPr>
          <p:cNvPr id="4" name="reveal-1">
            <a:extLst>
              <a:ext uri="{FF2B5EF4-FFF2-40B4-BE49-F238E27FC236}">
                <ns2:creationId id="{3D84F941-6CF6-4FC6-A363-FD968765AE91}"/>
              </a:ext>
            </a:extLst>
          </p:cNvPr>
          <p:cNvSpPr>
            <a:spLocks noGrp="1"/>
          </p:cNvSpPr>
          <p:nvPr/>
        </p:nvSpPr>
        <p:spPr>
          <a:xfrm>
            <a:off x="6096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Prepare exam</a:t>
            </a:r>
          </a:p>
        </p:txBody>
      </p:sp>
      <p:sp>
        <p:nvSpPr>
          <p:cNvPr id="5" name="reveal-1">
            <a:extLst>
              <a:ext uri="{FF2B5EF4-FFF2-40B4-BE49-F238E27FC236}">
                <ns2:creationId id="{6337B65E-4618-4B0F-A08E-90BFA8DDCA1B}"/>
              </a:ext>
            </a:extLst>
          </p:cNvPr>
          <p:cNvSpPr>
            <a:spLocks noGrp="1"/>
          </p:cNvSpPr>
          <p:nvPr/>
        </p:nvSpPr>
        <p:spPr>
          <a:xfrm>
            <a:off x="6096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Teacher sets duration/rules and uploads or releases the paper.</a:t>
            </a:r>
          </a:p>
        </p:txBody>
      </p:sp>
      <p:sp>
        <p:nvSpPr>
          <p:cNvPr id="6" name="reveal-2">
            <a:extLst>
              <a:ext uri="{FF2B5EF4-FFF2-40B4-BE49-F238E27FC236}">
                <ns2:creationId id="{18F2B1CE-094B-405C-8A21-2DE17C891F08}"/>
              </a:ext>
            </a:extLst>
          </p:cNvPr>
          <p:cNvSpPr>
            <a:spLocks noGrp="1"/>
          </p:cNvSpPr>
          <p:nvPr/>
        </p:nvSpPr>
        <p:spPr>
          <a:xfrm>
            <a:off x="381000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7" name="reveal-2">
            <a:extLst>
              <a:ext uri="{FF2B5EF4-FFF2-40B4-BE49-F238E27FC236}">
                <ns2:creationId id="{A435EDE5-71CC-4711-847F-2DCD38AA5657}"/>
              </a:ext>
            </a:extLst>
          </p:cNvPr>
          <p:cNvSpPr>
            <a:spLocks noGrp="1"/>
          </p:cNvSpPr>
          <p:nvPr/>
        </p:nvSpPr>
        <p:spPr>
          <a:xfrm>
            <a:off x="451485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02</a:t>
            </a:r>
          </a:p>
        </p:txBody>
      </p:sp>
      <p:sp>
        <p:nvSpPr>
          <p:cNvPr id="8" name="reveal-2">
            <a:extLst>
              <a:ext uri="{FF2B5EF4-FFF2-40B4-BE49-F238E27FC236}">
                <ns2:creationId id="{34BA6028-029E-44D4-96F6-55F911E08CD0}"/>
              </a:ext>
            </a:extLst>
          </p:cNvPr>
          <p:cNvSpPr>
            <a:spLocks noGrp="1"/>
          </p:cNvSpPr>
          <p:nvPr/>
        </p:nvSpPr>
        <p:spPr>
          <a:xfrm>
            <a:off x="451485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Complete answers</a:t>
            </a:r>
          </a:p>
        </p:txBody>
      </p:sp>
      <p:sp>
        <p:nvSpPr>
          <p:cNvPr id="9" name="reveal-2">
            <a:extLst>
              <a:ext uri="{FF2B5EF4-FFF2-40B4-BE49-F238E27FC236}">
                <ns2:creationId id="{AE2CA8BF-FB8D-4F26-B629-342F28F5FFBE}"/>
              </a:ext>
            </a:extLst>
          </p:cNvPr>
          <p:cNvSpPr>
            <a:spLocks noGrp="1"/>
          </p:cNvSpPr>
          <p:nvPr/>
        </p:nvSpPr>
        <p:spPr>
          <a:xfrm>
            <a:off x="451485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Candidate types answers or attaches a submission file.</a:t>
            </a:r>
          </a:p>
        </p:txBody>
      </p:sp>
      <p:sp>
        <p:nvSpPr>
          <p:cNvPr id="10" name="reveal-3">
            <a:extLst>
              <a:ext uri="{FF2B5EF4-FFF2-40B4-BE49-F238E27FC236}">
                <ns2:creationId id="{E7D2B4E9-0090-4A12-8CE0-1E87A43E3FED}"/>
              </a:ext>
            </a:extLst>
          </p:cNvPr>
          <p:cNvSpPr>
            <a:spLocks noGrp="1"/>
          </p:cNvSpPr>
          <p:nvPr/>
        </p:nvSpPr>
        <p:spPr>
          <a:xfrm>
            <a:off x="771525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11" name="reveal-3">
            <a:extLst>
              <a:ext uri="{FF2B5EF4-FFF2-40B4-BE49-F238E27FC236}">
                <ns2:creationId id="{D144F40A-E960-4082-9DAA-18EE99A9FDAD}"/>
              </a:ext>
            </a:extLst>
          </p:cNvPr>
          <p:cNvSpPr>
            <a:spLocks noGrp="1"/>
          </p:cNvSpPr>
          <p:nvPr/>
        </p:nvSpPr>
        <p:spPr>
          <a:xfrm>
            <a:off x="84201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03</a:t>
            </a:r>
          </a:p>
        </p:txBody>
      </p:sp>
      <p:sp>
        <p:nvSpPr>
          <p:cNvPr id="12" name="reveal-3">
            <a:extLst>
              <a:ext uri="{FF2B5EF4-FFF2-40B4-BE49-F238E27FC236}">
                <ns2:creationId id="{31A5D50A-07C2-4064-8FAD-E61AD413EFCE}"/>
              </a:ext>
            </a:extLst>
          </p:cNvPr>
          <p:cNvSpPr>
            <a:spLocks noGrp="1"/>
          </p:cNvSpPr>
          <p:nvPr/>
        </p:nvSpPr>
        <p:spPr>
          <a:xfrm>
            <a:off x="84201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Review history</a:t>
            </a:r>
          </a:p>
        </p:txBody>
      </p:sp>
      <p:sp>
        <p:nvSpPr>
          <p:cNvPr id="13" name="reveal-3">
            <a:extLst>
              <a:ext uri="{FF2B5EF4-FFF2-40B4-BE49-F238E27FC236}">
                <ns2:creationId id="{801FE424-5DF5-42E8-8328-24CC49ECAFBA}"/>
              </a:ext>
            </a:extLst>
          </p:cNvPr>
          <p:cNvSpPr>
            <a:spLocks noGrp="1"/>
          </p:cNvSpPr>
          <p:nvPr/>
        </p:nvSpPr>
        <p:spPr>
          <a:xfrm>
            <a:off x="84201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Aggregate candidates, submissions and events. Export CSV or print PDF.</a:t>
            </a:r>
          </a:p>
        </p:txBody>
      </p:sp>
      <p:sp>
        <p:nvSpPr>
          <p:cNvPr id="14" name="static">
            <a:extLst>
              <a:ext uri="{FF2B5EF4-FFF2-40B4-BE49-F238E27FC236}">
                <ns2:creationId id="{2A3A6026-7F4A-472E-A12D-735CE07686CB}"/>
              </a:ext>
            </a:extLst>
          </p:cNvPr>
          <p:cNvSpPr>
            <a:spLocks noGrp="1"/>
          </p:cNvSpPr>
          <p:nvPr/>
        </p:nvSpPr>
        <p:spPr>
          <a:xfrm>
            <a:off x="609600" y="5257800"/>
            <a:ext cx="10972800" cy="542925"/>
          </a:xfrm>
          <a:prstGeom prst="rect">
            <a:avLst/>
          </a:prstGeom>
          <a:noFill/>
          <a:ln w="0">
            <a:noFill/>
          </a:ln>
        </p:spPr>
        <p:txBody>
          <a:bodyPr>
            <a:noAutofit/>
          </a:bodyPr>
          <a:lstStyle/>
          <a:p>
            <a:pPr>
              <a:buNone/>
              <a:defRPr sz="2100" b="1">
                <a:solidFill>
                  <a:srgbClr val="F1F6F7"/>
                </a:solidFill>
                <a:latin typeface="Arial"/>
                <a:ea typeface="Arial"/>
                <a:cs typeface="Arial"/>
              </a:defRPr>
            </a:pPr>
            <a:r>
              <a:rPr sz="2100" b="1">
                <a:solidFill>
                  <a:srgbClr val="F1F6F7"/>
                </a:solidFill>
                <a:latin typeface="Arial"/>
                <a:ea typeface="Arial"/>
                <a:cs typeface="Arial"/>
              </a:rPr>
              <a:t>Result: a recorded exam session with answers and an examiner summary</a:t>
            </a:r>
          </a:p>
        </p:txBody>
      </p:sp>
      <p:sp>
        <p:nvSpPr>
          <p:cNvPr id="15" name="static">
            <a:extLst>
              <a:ext uri="{FF2B5EF4-FFF2-40B4-BE49-F238E27FC236}">
                <ns2:creationId id="{F3528C86-7E5D-414A-93D9-C66104C2BBFE}"/>
              </a:ext>
            </a:extLst>
          </p:cNvPr>
          <p:cNvSpPr>
            <a:spLocks noGrp="1"/>
          </p:cNvSpPr>
          <p:nvPr/>
        </p:nvSpPr>
        <p:spPr>
          <a:xfrm>
            <a:off x="609600" y="5857875"/>
            <a:ext cx="10972800" cy="466725"/>
          </a:xfrm>
          <a:prstGeom prst="rect">
            <a:avLst/>
          </a:prstGeom>
          <a:noFill/>
          <a:ln w="0">
            <a:noFill/>
          </a:ln>
        </p:spPr>
        <p:txBody>
          <a:bodyPr>
            <a:noAutofit/>
          </a:bodyPr>
          <a:lstStyle/>
          <a:p>
            <a:pPr>
              <a:buNone/>
              <a:defRPr sz="1650" b="0">
                <a:solidFill>
                  <a:srgbClr val="F7BC76"/>
                </a:solidFill>
                <a:latin typeface="Arial"/>
                <a:ea typeface="Arial"/>
                <a:cs typeface="Arial"/>
              </a:defRPr>
            </a:pPr>
            <a:r>
              <a:rPr sz="1650" b="0">
                <a:solidFill>
                  <a:srgbClr val="F7BC76"/>
                </a:solidFill>
                <a:latin typeface="Arial"/>
                <a:ea typeface="Arial"/>
                <a:cs typeface="Arial"/>
              </a:rPr>
              <a:t>Combined export of every alert and screenshot remains an enhancement.</a:t>
            </a:r>
          </a:p>
        </p:txBody>
      </p:sp>
      <p:sp>
        <p:nvSpPr>
          <p:cNvPr id="16" name="static">
            <a:extLst>
              <a:ext uri="{FF2B5EF4-FFF2-40B4-BE49-F238E27FC236}">
                <ns2:creationId id="{E75F072D-C2F1-4290-9271-358BA47D0834}"/>
              </a:ext>
            </a:extLst>
          </p:cNvPr>
          <p:cNvSpPr>
            <a:spLocks noGrp="1"/>
          </p:cNvSpPr>
          <p:nvPr/>
        </p:nvSpPr>
        <p:spPr>
          <a:xfrm>
            <a:off x="609600" y="6438900"/>
            <a:ext cx="10972800" cy="238125"/>
          </a:xfrm>
          <a:prstGeom prst="rect">
            <a:avLst/>
          </a:prstGeom>
          <a:noFill/>
          <a:ln w="0">
            <a:noFill/>
          </a:ln>
        </p:spPr>
        <p:txBody>
          <a:bodyPr>
            <a:noAutofit/>
          </a:bodyPr>
          <a:lstStyle/>
          <a:p>
            <a:pPr>
              <a:buNone/>
              <a:defRPr sz="1200" b="0">
                <a:solidFill>
                  <a:srgbClr val="A6BAC4"/>
                </a:solidFill>
                <a:latin typeface="Arial"/>
                <a:ea typeface="Arial"/>
                <a:cs typeface="Arial"/>
              </a:defRPr>
            </a:pPr>
            <a:r>
              <a:rPr sz="1200" b="0">
                <a:solidFill>
                  <a:srgbClr val="A6BAC4"/>
                </a:solidFill>
                <a:latin typeface="Arial"/>
                <a:ea typeface="Arial"/>
                <a:cs typeface="Arial"/>
              </a:rPr>
              <a:t>IntegrityFlow  /  21  /  Technical appendix</a:t>
            </a:r>
          </a:p>
        </p:txBody>
      </p:sp>
    </p:spTree>
    <p:extLst>
      <p:ext uri="{BB962C8B-B14F-4D97-AF65-F5344CB8AC3E}">
        <ns3:creationId val="151637905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indefinite"/>
                      </p:stCondLst>
                      <p:childTnLst>
                        <p:par>
                          <p:cTn id="27" presetID="10" presetClass="entr" presetSubtype="0" fill="hold" grpId="2"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2"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0" grpId="2" animBg="1"/>
      <p:bldP spid="11" grpId="2" animBg="1"/>
      <p:bldP spid="12" grpId="2" animBg="1"/>
      <p:bldP spid="13" grpId="2" animBg="1"/>
    </p:bldLst>
  </p:timing>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7" name="static">
            <a:extLst>
              <a:ext uri="{FF2B5EF4-FFF2-40B4-BE49-F238E27FC236}">
                <ns2:creationId id="{9144E372-65F0-4B65-99E0-63B1C59A2BBC}"/>
              </a:ext>
            </a:extLst>
          </p:cNvPr>
          <p:cNvSpPr>
            <a:spLocks noGrp="1"/>
          </p:cNvSpPr>
          <p:nvPr/>
        </p:nvSpPr>
        <p:spPr>
          <a:xfrm>
            <a:off x="609600" y="438150"/>
            <a:ext cx="10972800" cy="857250"/>
          </a:xfrm>
          <a:prstGeom prst="rect">
            <a:avLst/>
          </a:prstGeom>
          <a:noFill/>
          <a:ln w="0">
            <a:noFill/>
          </a:ln>
        </p:spPr>
        <p:txBody>
          <a:bodyPr>
            <a:noAutofit/>
          </a:bodyPr>
          <a:lstStyle/>
          <a:p>
            <a:pPr>
              <a:buNone/>
              <a:defRPr sz="3450" b="1">
                <a:solidFill>
                  <a:srgbClr val="F1F6F7"/>
                </a:solidFill>
                <a:latin typeface="Arial"/>
                <a:ea typeface="Arial"/>
                <a:cs typeface="Arial"/>
              </a:defRPr>
            </a:pPr>
            <a:r>
              <a:rPr sz="3450" b="1">
                <a:solidFill>
                  <a:srgbClr val="F1F6F7"/>
                </a:solidFill>
                <a:latin typeface="Arial"/>
                <a:ea typeface="Arial"/>
                <a:cs typeface="Arial"/>
              </a:rPr>
              <a:t>Teacher access and administration</a:t>
            </a:r>
          </a:p>
        </p:txBody>
      </p:sp>
      <p:sp>
        <p:nvSpPr>
          <p:cNvPr id="2" name="static">
            <a:extLst>
              <a:ext uri="{FF2B5EF4-FFF2-40B4-BE49-F238E27FC236}">
                <ns2:creationId id="{255428C4-17CC-4357-9129-BE464F850217}"/>
              </a:ext>
            </a:extLst>
          </p:cNvPr>
          <p:cNvSpPr>
            <a:spLocks noGrp="1"/>
          </p:cNvSpPr>
          <p:nvPr/>
        </p:nvSpPr>
        <p:spPr>
          <a:xfrm>
            <a:off x="609600" y="1476375"/>
            <a:ext cx="10972800" cy="609600"/>
          </a:xfrm>
          <a:prstGeom prst="rect">
            <a:avLst/>
          </a:prstGeom>
          <a:noFill/>
          <a:ln w="0">
            <a:noFill/>
          </a:ln>
        </p:spPr>
        <p:txBody>
          <a:bodyPr>
            <a:noAutofit/>
          </a:bodyPr>
          <a:lstStyle/>
          <a:p>
            <a:pPr>
              <a:buNone/>
              <a:defRPr sz="1875" b="0">
                <a:solidFill>
                  <a:srgbClr val="50DDC4"/>
                </a:solidFill>
                <a:latin typeface="Arial"/>
                <a:ea typeface="Arial"/>
                <a:cs typeface="Arial"/>
              </a:defRPr>
            </a:pPr>
            <a:r>
              <a:rPr sz="1875" b="0">
                <a:solidFill>
                  <a:srgbClr val="50DDC4"/>
                </a:solidFill>
                <a:latin typeface="Arial"/>
                <a:ea typeface="Arial"/>
                <a:cs typeface="Arial"/>
              </a:rPr>
              <a:t>bcrypt password hashes + JWT access tokens + rotating refresh tokens.</a:t>
            </a:r>
          </a:p>
        </p:txBody>
      </p:sp>
      <p:sp>
        <p:nvSpPr>
          <p:cNvPr id="3" name="reveal-1">
            <a:extLst>
              <a:ext uri="{FF2B5EF4-FFF2-40B4-BE49-F238E27FC236}">
                <ns2:creationId id="{16B23DBF-F5CF-42EE-9154-35939E0DA75B}"/>
              </a:ext>
            </a:extLst>
          </p:cNvPr>
          <p:cNvSpPr>
            <a:spLocks noGrp="1"/>
          </p:cNvSpPr>
          <p:nvPr/>
        </p:nvSpPr>
        <p:spPr>
          <a:xfrm>
            <a:off x="6096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01</a:t>
            </a:r>
          </a:p>
        </p:txBody>
      </p:sp>
      <p:sp>
        <p:nvSpPr>
          <p:cNvPr id="4" name="reveal-1">
            <a:extLst>
              <a:ext uri="{FF2B5EF4-FFF2-40B4-BE49-F238E27FC236}">
                <ns2:creationId id="{9D0C67BF-D598-4E21-95F5-EF8BBA0411BB}"/>
              </a:ext>
            </a:extLst>
          </p:cNvPr>
          <p:cNvSpPr>
            <a:spLocks noGrp="1"/>
          </p:cNvSpPr>
          <p:nvPr/>
        </p:nvSpPr>
        <p:spPr>
          <a:xfrm>
            <a:off x="6096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Authenticate</a:t>
            </a:r>
          </a:p>
        </p:txBody>
      </p:sp>
      <p:sp>
        <p:nvSpPr>
          <p:cNvPr id="5" name="reveal-1">
            <a:extLst>
              <a:ext uri="{FF2B5EF4-FFF2-40B4-BE49-F238E27FC236}">
                <ns2:creationId id="{E05059D9-29E8-4BC5-91EF-DDC6A42DC8AE}"/>
              </a:ext>
            </a:extLst>
          </p:cNvPr>
          <p:cNvSpPr>
            <a:spLocks noGrp="1"/>
          </p:cNvSpPr>
          <p:nvPr/>
        </p:nvSpPr>
        <p:spPr>
          <a:xfrm>
            <a:off x="6096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Verify password and issue short-lived teacher access.</a:t>
            </a:r>
          </a:p>
        </p:txBody>
      </p:sp>
      <p:sp>
        <p:nvSpPr>
          <p:cNvPr id="6" name="reveal-2">
            <a:extLst>
              <a:ext uri="{FF2B5EF4-FFF2-40B4-BE49-F238E27FC236}">
                <ns2:creationId id="{EB56A92D-7D07-4569-BE70-3DAC94A49044}"/>
              </a:ext>
            </a:extLst>
          </p:cNvPr>
          <p:cNvSpPr>
            <a:spLocks noGrp="1"/>
          </p:cNvSpPr>
          <p:nvPr/>
        </p:nvSpPr>
        <p:spPr>
          <a:xfrm>
            <a:off x="381000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7" name="reveal-2">
            <a:extLst>
              <a:ext uri="{FF2B5EF4-FFF2-40B4-BE49-F238E27FC236}">
                <ns2:creationId id="{8D31F1EA-9D63-4FB7-97D6-37167AD398E1}"/>
              </a:ext>
            </a:extLst>
          </p:cNvPr>
          <p:cNvSpPr>
            <a:spLocks noGrp="1"/>
          </p:cNvSpPr>
          <p:nvPr/>
        </p:nvSpPr>
        <p:spPr>
          <a:xfrm>
            <a:off x="451485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02</a:t>
            </a:r>
          </a:p>
        </p:txBody>
      </p:sp>
      <p:sp>
        <p:nvSpPr>
          <p:cNvPr id="8" name="reveal-2">
            <a:extLst>
              <a:ext uri="{FF2B5EF4-FFF2-40B4-BE49-F238E27FC236}">
                <ns2:creationId id="{EB6C6E32-6AF5-451A-A208-8A5B15A32294}"/>
              </a:ext>
            </a:extLst>
          </p:cNvPr>
          <p:cNvSpPr>
            <a:spLocks noGrp="1"/>
          </p:cNvSpPr>
          <p:nvPr/>
        </p:nvSpPr>
        <p:spPr>
          <a:xfrm>
            <a:off x="451485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Authorize exam</a:t>
            </a:r>
          </a:p>
        </p:txBody>
      </p:sp>
      <p:sp>
        <p:nvSpPr>
          <p:cNvPr id="9" name="reveal-2">
            <a:extLst>
              <a:ext uri="{FF2B5EF4-FFF2-40B4-BE49-F238E27FC236}">
                <ns2:creationId id="{D5C79323-2D05-4667-B59B-3820E58E1923}"/>
              </a:ext>
            </a:extLst>
          </p:cNvPr>
          <p:cNvSpPr>
            <a:spLocks noGrp="1"/>
          </p:cNvSpPr>
          <p:nvPr/>
        </p:nvSpPr>
        <p:spPr>
          <a:xfrm>
            <a:off x="451485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Server checks ownership for rosters, evidence and socket updates.</a:t>
            </a:r>
          </a:p>
        </p:txBody>
      </p:sp>
      <p:sp>
        <p:nvSpPr>
          <p:cNvPr id="10" name="reveal-3">
            <a:extLst>
              <a:ext uri="{FF2B5EF4-FFF2-40B4-BE49-F238E27FC236}">
                <ns2:creationId id="{C9CC84E7-4D78-49CA-B921-AA7FFCB83058}"/>
              </a:ext>
            </a:extLst>
          </p:cNvPr>
          <p:cNvSpPr>
            <a:spLocks noGrp="1"/>
          </p:cNvSpPr>
          <p:nvPr/>
        </p:nvSpPr>
        <p:spPr>
          <a:xfrm>
            <a:off x="7715250" y="2581275"/>
            <a:ext cx="685800" cy="571500"/>
          </a:xfrm>
          <a:prstGeom prst="rect">
            <a:avLst/>
          </a:prstGeom>
          <a:noFill/>
          <a:ln w="0">
            <a:noFill/>
          </a:ln>
        </p:spPr>
        <p:txBody>
          <a:bodyPr>
            <a:noAutofit/>
          </a:bodyPr>
          <a:lstStyle/>
          <a:p>
            <a:pPr>
              <a:buNone/>
              <a:defRPr sz="2850" b="0">
                <a:solidFill>
                  <a:srgbClr val="50DDC4"/>
                </a:solidFill>
                <a:latin typeface="Arial"/>
                <a:ea typeface="Arial"/>
                <a:cs typeface="Arial"/>
              </a:defRPr>
            </a:pPr>
            <a:r>
              <a:rPr sz="2850" b="0">
                <a:solidFill>
                  <a:srgbClr val="50DDC4"/>
                </a:solidFill>
                <a:latin typeface="Arial"/>
                <a:ea typeface="Arial"/>
                <a:cs typeface="Arial"/>
              </a:rPr>
              <a:t>→</a:t>
            </a:r>
          </a:p>
        </p:txBody>
      </p:sp>
      <p:sp>
        <p:nvSpPr>
          <p:cNvPr id="11" name="reveal-3">
            <a:extLst>
              <a:ext uri="{FF2B5EF4-FFF2-40B4-BE49-F238E27FC236}">
                <ns2:creationId id="{0BEA50CC-6B95-4E86-9A3A-C32FB79F0EAE}"/>
              </a:ext>
            </a:extLst>
          </p:cNvPr>
          <p:cNvSpPr>
            <a:spLocks noGrp="1"/>
          </p:cNvSpPr>
          <p:nvPr/>
        </p:nvSpPr>
        <p:spPr>
          <a:xfrm>
            <a:off x="8420100" y="2295525"/>
            <a:ext cx="3162300" cy="723900"/>
          </a:xfrm>
          <a:prstGeom prst="rect">
            <a:avLst/>
          </a:prstGeom>
          <a:noFill/>
          <a:ln w="0">
            <a:noFill/>
          </a:ln>
        </p:spPr>
        <p:txBody>
          <a:bodyPr>
            <a:noAutofit/>
          </a:bodyPr>
          <a:lstStyle/>
          <a:p>
            <a:pPr>
              <a:buNone/>
              <a:defRPr sz="3900" b="1">
                <a:solidFill>
                  <a:srgbClr val="50DDC4"/>
                </a:solidFill>
                <a:latin typeface="Arial"/>
                <a:ea typeface="Arial"/>
                <a:cs typeface="Arial"/>
              </a:defRPr>
            </a:pPr>
            <a:r>
              <a:rPr sz="3900" b="1">
                <a:solidFill>
                  <a:srgbClr val="50DDC4"/>
                </a:solidFill>
                <a:latin typeface="Arial"/>
                <a:ea typeface="Arial"/>
                <a:cs typeface="Arial"/>
              </a:rPr>
              <a:t>03</a:t>
            </a:r>
          </a:p>
        </p:txBody>
      </p:sp>
      <p:sp>
        <p:nvSpPr>
          <p:cNvPr id="12" name="reveal-3">
            <a:extLst>
              <a:ext uri="{FF2B5EF4-FFF2-40B4-BE49-F238E27FC236}">
                <ns2:creationId id="{9A9F0882-CFFA-4003-9EBD-0DFF37CAF388}"/>
              </a:ext>
            </a:extLst>
          </p:cNvPr>
          <p:cNvSpPr>
            <a:spLocks noGrp="1"/>
          </p:cNvSpPr>
          <p:nvPr/>
        </p:nvSpPr>
        <p:spPr>
          <a:xfrm>
            <a:off x="8420100" y="3095625"/>
            <a:ext cx="3162300" cy="790575"/>
          </a:xfrm>
          <a:prstGeom prst="rect">
            <a:avLst/>
          </a:prstGeom>
          <a:noFill/>
          <a:ln w="0">
            <a:noFill/>
          </a:ln>
        </p:spPr>
        <p:txBody>
          <a:bodyPr>
            <a:noAutofit/>
          </a:bodyPr>
          <a:lstStyle/>
          <a:p>
            <a:pPr>
              <a:buNone/>
              <a:defRPr sz="2175" b="1">
                <a:solidFill>
                  <a:srgbClr val="F1F6F7"/>
                </a:solidFill>
                <a:latin typeface="Arial"/>
                <a:ea typeface="Arial"/>
                <a:cs typeface="Arial"/>
              </a:defRPr>
            </a:pPr>
            <a:r>
              <a:rPr sz="2175" b="1">
                <a:solidFill>
                  <a:srgbClr val="F1F6F7"/>
                </a:solidFill>
                <a:latin typeface="Arial"/>
                <a:ea typeface="Arial"/>
                <a:cs typeface="Arial"/>
              </a:rPr>
              <a:t>Manage assets</a:t>
            </a:r>
          </a:p>
        </p:txBody>
      </p:sp>
      <p:sp>
        <p:nvSpPr>
          <p:cNvPr id="13" name="reveal-3">
            <a:extLst>
              <a:ext uri="{FF2B5EF4-FFF2-40B4-BE49-F238E27FC236}">
                <ns2:creationId id="{A39D2D81-9F17-439A-83D7-B7254313F24D}"/>
              </a:ext>
            </a:extLst>
          </p:cNvPr>
          <p:cNvSpPr>
            <a:spLocks noGrp="1"/>
          </p:cNvSpPr>
          <p:nvPr/>
        </p:nvSpPr>
        <p:spPr>
          <a:xfrm>
            <a:off x="8420100" y="4000500"/>
            <a:ext cx="3162300" cy="1019175"/>
          </a:xfrm>
          <a:prstGeom prst="rect">
            <a:avLst/>
          </a:prstGeom>
          <a:noFill/>
          <a:ln w="0">
            <a:noFill/>
          </a:ln>
        </p:spPr>
        <p:txBody>
          <a:bodyPr>
            <a:noAutofit/>
          </a:bodyPr>
          <a:lstStyle/>
          <a:p>
            <a:pPr>
              <a:buNone/>
              <a:defRPr sz="1725" b="0">
                <a:solidFill>
                  <a:srgbClr val="A6BAC4"/>
                </a:solidFill>
                <a:latin typeface="Arial"/>
                <a:ea typeface="Arial"/>
                <a:cs typeface="Arial"/>
              </a:defRPr>
            </a:pPr>
            <a:r>
              <a:rPr sz="1725" b="0">
                <a:solidFill>
                  <a:srgbClr val="A6BAC4"/>
                </a:solidFill>
                <a:latin typeface="Arial"/>
                <a:ea typeface="Arial"/>
                <a:cs typeface="Arial"/>
              </a:rPr>
              <a:t>Administrators inspect users, evidence assets and audit logs.</a:t>
            </a:r>
          </a:p>
        </p:txBody>
      </p:sp>
      <p:sp>
        <p:nvSpPr>
          <p:cNvPr id="14" name="static">
            <a:extLst>
              <a:ext uri="{FF2B5EF4-FFF2-40B4-BE49-F238E27FC236}">
                <ns2:creationId id="{68B2C565-F64B-47EF-8C2F-DE6D2D5B93D0}"/>
              </a:ext>
            </a:extLst>
          </p:cNvPr>
          <p:cNvSpPr>
            <a:spLocks noGrp="1"/>
          </p:cNvSpPr>
          <p:nvPr/>
        </p:nvSpPr>
        <p:spPr>
          <a:xfrm>
            <a:off x="609600" y="5257800"/>
            <a:ext cx="10972800" cy="542925"/>
          </a:xfrm>
          <a:prstGeom prst="rect">
            <a:avLst/>
          </a:prstGeom>
          <a:noFill/>
          <a:ln w="0">
            <a:noFill/>
          </a:ln>
        </p:spPr>
        <p:txBody>
          <a:bodyPr>
            <a:noAutofit/>
          </a:bodyPr>
          <a:lstStyle/>
          <a:p>
            <a:pPr>
              <a:buNone/>
              <a:defRPr sz="2100" b="1">
                <a:solidFill>
                  <a:srgbClr val="F1F6F7"/>
                </a:solidFill>
                <a:latin typeface="Arial"/>
                <a:ea typeface="Arial"/>
                <a:cs typeface="Arial"/>
              </a:defRPr>
            </a:pPr>
            <a:r>
              <a:rPr sz="2100" b="1">
                <a:solidFill>
                  <a:srgbClr val="F1F6F7"/>
                </a:solidFill>
                <a:latin typeface="Arial"/>
                <a:ea typeface="Arial"/>
                <a:cs typeface="Arial"/>
              </a:rPr>
              <a:t>Result: teachers review their own exams. Administrators have broader access.</a:t>
            </a:r>
          </a:p>
        </p:txBody>
      </p:sp>
      <p:sp>
        <p:nvSpPr>
          <p:cNvPr id="15" name="static">
            <a:extLst>
              <a:ext uri="{FF2B5EF4-FFF2-40B4-BE49-F238E27FC236}">
                <ns2:creationId id="{3E10C63C-A41D-49E0-81DD-29CE5B668DEE}"/>
              </a:ext>
            </a:extLst>
          </p:cNvPr>
          <p:cNvSpPr>
            <a:spLocks noGrp="1"/>
          </p:cNvSpPr>
          <p:nvPr/>
        </p:nvSpPr>
        <p:spPr>
          <a:xfrm>
            <a:off x="609600" y="5857875"/>
            <a:ext cx="10972800" cy="466725"/>
          </a:xfrm>
          <a:prstGeom prst="rect">
            <a:avLst/>
          </a:prstGeom>
          <a:noFill/>
          <a:ln w="0">
            <a:noFill/>
          </a:ln>
        </p:spPr>
        <p:txBody>
          <a:bodyPr>
            <a:noAutofit/>
          </a:bodyPr>
          <a:lstStyle/>
          <a:p>
            <a:pPr>
              <a:buNone/>
              <a:defRPr sz="1650" b="0">
                <a:solidFill>
                  <a:srgbClr val="F7BC76"/>
                </a:solidFill>
                <a:latin typeface="Arial"/>
                <a:ea typeface="Arial"/>
                <a:cs typeface="Arial"/>
              </a:defRPr>
            </a:pPr>
            <a:r>
              <a:rPr sz="1650" b="0">
                <a:solidFill>
                  <a:srgbClr val="F7BC76"/>
                </a:solidFill>
                <a:latin typeface="Arial"/>
                <a:ea typeface="Arial"/>
                <a:cs typeface="Arial"/>
              </a:rPr>
              <a:t>Candidate machine routes remain open. Email verification exists but is not wired into login.</a:t>
            </a:r>
          </a:p>
        </p:txBody>
      </p:sp>
      <p:sp>
        <p:nvSpPr>
          <p:cNvPr id="16" name="static">
            <a:extLst>
              <a:ext uri="{FF2B5EF4-FFF2-40B4-BE49-F238E27FC236}">
                <ns2:creationId id="{8F4F8F33-98EE-49DF-A967-C240FEBB14D5}"/>
              </a:ext>
            </a:extLst>
          </p:cNvPr>
          <p:cNvSpPr>
            <a:spLocks noGrp="1"/>
          </p:cNvSpPr>
          <p:nvPr/>
        </p:nvSpPr>
        <p:spPr>
          <a:xfrm>
            <a:off x="609600" y="6438900"/>
            <a:ext cx="10972800" cy="238125"/>
          </a:xfrm>
          <a:prstGeom prst="rect">
            <a:avLst/>
          </a:prstGeom>
          <a:noFill/>
          <a:ln w="0">
            <a:noFill/>
          </a:ln>
        </p:spPr>
        <p:txBody>
          <a:bodyPr>
            <a:noAutofit/>
          </a:bodyPr>
          <a:lstStyle/>
          <a:p>
            <a:pPr>
              <a:buNone/>
              <a:defRPr sz="1200" b="0">
                <a:solidFill>
                  <a:srgbClr val="A6BAC4"/>
                </a:solidFill>
                <a:latin typeface="Arial"/>
                <a:ea typeface="Arial"/>
                <a:cs typeface="Arial"/>
              </a:defRPr>
            </a:pPr>
            <a:r>
              <a:rPr sz="1200" b="0">
                <a:solidFill>
                  <a:srgbClr val="A6BAC4"/>
                </a:solidFill>
                <a:latin typeface="Arial"/>
                <a:ea typeface="Arial"/>
                <a:cs typeface="Arial"/>
              </a:rPr>
              <a:t>IntegrityFlow  /  22  /  Technical appendix</a:t>
            </a:r>
          </a:p>
        </p:txBody>
      </p:sp>
    </p:spTree>
    <p:extLst>
      <p:ext uri="{BB962C8B-B14F-4D97-AF65-F5344CB8AC3E}">
        <ns3:creationId val="208631582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indefinite"/>
                      </p:stCondLst>
                      <p:childTnLst>
                        <p:par>
                          <p:cTn id="27" presetID="10" presetClass="entr" presetSubtype="0" fill="hold" grpId="2"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2"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0" grpId="2" animBg="1"/>
      <p:bldP spid="11" grpId="2" animBg="1"/>
      <p:bldP spid="12" grpId="2" animBg="1"/>
      <p:bldP spid="13" grpId="2" animBg="1"/>
    </p:bldLst>
  </p:timing>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49" name="static">
            <a:extLst>
              <a:ext uri="{FF2B5EF4-FFF2-40B4-BE49-F238E27FC236}">
                <ns2:creationId id="{9D72AEA4-9B89-47A4-A2B2-EC01F10A0697}"/>
              </a:ext>
            </a:extLst>
          </p:cNvPr>
          <p:cNvSpPr>
            <a:spLocks noGrp="1"/>
          </p:cNvSpPr>
          <p:nvPr/>
        </p:nvSpPr>
        <p:spPr>
          <a:xfrm>
            <a:off x="609600" y="438150"/>
            <a:ext cx="10972800" cy="857250"/>
          </a:xfrm>
          <a:prstGeom prst="rect">
            <a:avLst/>
          </a:prstGeom>
          <a:noFill/>
          <a:ln w="0">
            <a:noFill/>
          </a:ln>
        </p:spPr>
        <p:txBody>
          <a:bodyPr>
            <a:noAutofit/>
          </a:bodyPr>
          <a:lstStyle/>
          <a:p>
            <a:pPr>
              <a:defRPr sz="3450" b="1">
                <a:solidFill>
                  <a:srgbClr val="F1F6F7"/>
                </a:solidFill>
                <a:latin typeface="Arial"/>
                <a:ea typeface="Arial"/>
                <a:cs typeface="Arial"/>
              </a:defRPr>
            </a:pPr>
            <a:r>
              <a:rPr sz="3450" b="1">
                <a:solidFill>
                  <a:srgbClr val="F1F6F7"/>
                </a:solidFill>
                <a:latin typeface="Arial"/>
                <a:ea typeface="Arial"/>
                <a:cs typeface="Arial"/>
              </a:rPr>
              <a:t>UML sequence: live alert and review</a:t>
            </a:r>
          </a:p>
        </p:txBody>
      </p:sp>
      <p:sp>
        <p:nvSpPr>
          <p:cNvPr id="2" name="static">
            <a:extLst>
              <a:ext uri="{FF2B5EF4-FFF2-40B4-BE49-F238E27FC236}">
                <ns2:creationId id="{F5695F86-589C-45D0-83D4-498908B87B49}"/>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23  /  Technical appendix</a:t>
            </a:r>
          </a:p>
        </p:txBody>
      </p:sp>
      <p:sp>
        <p:nvSpPr>
          <p:cNvPr id="3" name="static">
            <a:extLst>
              <a:ext uri="{FF2B5EF4-FFF2-40B4-BE49-F238E27FC236}">
                <ns2:creationId id="{0F45D332-C5F6-42E0-AE61-BCAD7282F461}"/>
              </a:ext>
            </a:extLst>
          </p:cNvPr>
          <p:cNvSpPr>
            <a:spLocks noGrp="1"/>
          </p:cNvSpPr>
          <p:nvPr/>
        </p:nvSpPr>
        <p:spPr>
          <a:xfrm>
            <a:off x="590550" y="1428750"/>
            <a:ext cx="2057400" cy="809625"/>
          </a:xfrm>
          <a:prstGeom prst="rect">
            <a:avLst/>
          </a:prstGeom>
          <a:solidFill>
            <a:srgbClr val="102F3C"/>
          </a:solidFill>
          <a:ln w="14288">
            <a:solidFill>
              <a:srgbClr val="36616C"/>
            </a:solidFill>
          </a:ln>
        </p:spPr>
      </p:sp>
      <p:sp>
        <p:nvSpPr>
          <p:cNvPr id="4" name="static">
            <a:extLst>
              <a:ext uri="{FF2B5EF4-FFF2-40B4-BE49-F238E27FC236}">
                <ns2:creationId id="{BA9AB87A-3089-4435-93D5-A242CAAD47C2}"/>
              </a:ext>
            </a:extLst>
          </p:cNvPr>
          <p:cNvSpPr>
            <a:spLocks noGrp="1"/>
          </p:cNvSpPr>
          <p:nvPr/>
        </p:nvSpPr>
        <p:spPr>
          <a:xfrm>
            <a:off x="666750" y="1562100"/>
            <a:ext cx="1905000" cy="619125"/>
          </a:xfrm>
          <a:prstGeom prst="rect">
            <a:avLst/>
          </a:prstGeom>
          <a:noFill/>
          <a:ln w="0">
            <a:noFill/>
          </a:ln>
        </p:spPr>
        <p:txBody>
          <a:bodyPr>
            <a:noAutofit/>
          </a:bodyPr>
          <a:lstStyle/>
          <a:p>
            <a:pPr>
              <a:defRPr sz="1725" b="1">
                <a:solidFill>
                  <a:srgbClr val="50DDC4"/>
                </a:solidFill>
                <a:latin typeface="Arial"/>
                <a:ea typeface="Arial"/>
                <a:cs typeface="Arial"/>
              </a:defRPr>
            </a:pPr>
            <a:r>
              <a:rPr sz="1725" b="1">
                <a:solidFill>
                  <a:srgbClr val="50DDC4"/>
                </a:solidFill>
                <a:latin typeface="Arial"/>
                <a:ea typeface="Arial"/>
                <a:cs typeface="Arial"/>
              </a:rPr>
              <a:t>Python monitors</a:t>
            </a:r>
          </a:p>
        </p:txBody>
      </p:sp>
      <p:sp>
        <p:nvSpPr>
          <p:cNvPr id="5" name="static">
            <a:extLst>
              <a:ext uri="{FF2B5EF4-FFF2-40B4-BE49-F238E27FC236}">
                <ns2:creationId id="{71CFBC75-C4EC-4923-AA88-7AFE122BABA8}"/>
              </a:ext>
            </a:extLst>
          </p:cNvPr>
          <p:cNvSpPr>
            <a:spLocks noGrp="1"/>
          </p:cNvSpPr>
          <p:nvPr/>
        </p:nvSpPr>
        <p:spPr>
          <a:xfrm>
            <a:off x="1609725" y="2238375"/>
            <a:ext cx="19050" cy="19050"/>
          </a:xfrm>
          <a:prstGeom prst="rect">
            <a:avLst/>
          </a:prstGeom>
          <a:noFill/>
          <a:ln w="0">
            <a:noFill/>
          </a:ln>
        </p:spPr>
      </p:sp>
      <p:sp>
        <p:nvSpPr>
          <p:cNvPr id="6" name="static">
            <a:extLst>
              <a:ext uri="{FF2B5EF4-FFF2-40B4-BE49-F238E27FC236}">
                <ns2:creationId id="{6258E916-2953-43F7-B977-AB50A483AF9E}"/>
              </a:ext>
            </a:extLst>
          </p:cNvPr>
          <p:cNvSpPr>
            <a:spLocks noGrp="1"/>
          </p:cNvSpPr>
          <p:nvPr/>
        </p:nvSpPr>
        <p:spPr>
          <a:xfrm>
            <a:off x="1609725" y="5895975"/>
            <a:ext cx="19050" cy="19050"/>
          </a:xfrm>
          <a:prstGeom prst="rect">
            <a:avLst/>
          </a:prstGeom>
          <a:noFill/>
          <a:ln w="0">
            <a:noFill/>
          </a:ln>
        </p:spPr>
      </p:sp>
      <p:cxnSp>
        <p:nvCxnSpPr>
          <p:cNvPr id="55" name="static"/>
          <p:cNvCxnSpPr>
            <a:stCxn id="5" idx="2"/>
            <a:endCxn id="6" idx="0"/>
          </p:cNvCxnSpPr>
          <p:nvPr/>
        </p:nvCxnSpPr>
        <p:spPr>
          <a:xfrm>
            <a:off x="1619250" y="2257425"/>
            <a:ext cx="0" cy="3638550"/>
          </a:xfrm>
          <a:prstGeom prst="straightConnector1">
            <a:avLst/>
          </a:prstGeom>
          <a:ln w="14288">
            <a:solidFill>
              <a:srgbClr val="46606B"/>
            </a:solidFill>
            <a:prstDash val="dash"/>
            <a:tailEnd type="none" w="sm" len="sm"/>
          </a:ln>
        </p:spPr>
      </p:cxnSp>
      <p:sp>
        <p:nvSpPr>
          <p:cNvPr id="8" name="static">
            <a:extLst>
              <a:ext uri="{FF2B5EF4-FFF2-40B4-BE49-F238E27FC236}">
                <ns2:creationId id="{33C90273-C114-461F-AB6A-80A23B7E415D}"/>
              </a:ext>
            </a:extLst>
          </p:cNvPr>
          <p:cNvSpPr>
            <a:spLocks noGrp="1"/>
          </p:cNvSpPr>
          <p:nvPr/>
        </p:nvSpPr>
        <p:spPr>
          <a:xfrm>
            <a:off x="3448050" y="1428750"/>
            <a:ext cx="2057400" cy="809625"/>
          </a:xfrm>
          <a:prstGeom prst="rect">
            <a:avLst/>
          </a:prstGeom>
          <a:solidFill>
            <a:srgbClr val="102F3C"/>
          </a:solidFill>
          <a:ln w="14288">
            <a:solidFill>
              <a:srgbClr val="36616C"/>
            </a:solidFill>
          </a:ln>
        </p:spPr>
      </p:sp>
      <p:sp>
        <p:nvSpPr>
          <p:cNvPr id="9" name="static">
            <a:extLst>
              <a:ext uri="{FF2B5EF4-FFF2-40B4-BE49-F238E27FC236}">
                <ns2:creationId id="{EA1988F8-D07A-4047-9773-ED03C9E1BEC6}"/>
              </a:ext>
            </a:extLst>
          </p:cNvPr>
          <p:cNvSpPr>
            <a:spLocks noGrp="1"/>
          </p:cNvSpPr>
          <p:nvPr/>
        </p:nvSpPr>
        <p:spPr>
          <a:xfrm>
            <a:off x="3524250" y="1562100"/>
            <a:ext cx="1905000" cy="619125"/>
          </a:xfrm>
          <a:prstGeom prst="rect">
            <a:avLst/>
          </a:prstGeom>
          <a:noFill/>
          <a:ln w="0">
            <a:noFill/>
          </a:ln>
        </p:spPr>
        <p:txBody>
          <a:bodyPr>
            <a:noAutofit/>
          </a:bodyPr>
          <a:lstStyle/>
          <a:p>
            <a:pPr>
              <a:defRPr sz="1725" b="1">
                <a:solidFill>
                  <a:srgbClr val="50DDC4"/>
                </a:solidFill>
                <a:latin typeface="Arial"/>
                <a:ea typeface="Arial"/>
                <a:cs typeface="Arial"/>
              </a:defRPr>
            </a:pPr>
            <a:r>
              <a:rPr sz="1725" b="1">
                <a:solidFill>
                  <a:srgbClr val="50DDC4"/>
                </a:solidFill>
                <a:latin typeface="Arial"/>
                <a:ea typeface="Arial"/>
                <a:cs typeface="Arial"/>
              </a:rPr>
              <a:t>Electron app</a:t>
            </a:r>
          </a:p>
        </p:txBody>
      </p:sp>
      <p:sp>
        <p:nvSpPr>
          <p:cNvPr id="10" name="static">
            <a:extLst>
              <a:ext uri="{FF2B5EF4-FFF2-40B4-BE49-F238E27FC236}">
                <ns2:creationId id="{63241946-A370-44C4-A896-41D8899F14CD}"/>
              </a:ext>
            </a:extLst>
          </p:cNvPr>
          <p:cNvSpPr>
            <a:spLocks noGrp="1"/>
          </p:cNvSpPr>
          <p:nvPr/>
        </p:nvSpPr>
        <p:spPr>
          <a:xfrm>
            <a:off x="4467225" y="2238375"/>
            <a:ext cx="19050" cy="19050"/>
          </a:xfrm>
          <a:prstGeom prst="rect">
            <a:avLst/>
          </a:prstGeom>
          <a:noFill/>
          <a:ln w="0">
            <a:noFill/>
          </a:ln>
        </p:spPr>
      </p:sp>
      <p:sp>
        <p:nvSpPr>
          <p:cNvPr id="11" name="static">
            <a:extLst>
              <a:ext uri="{FF2B5EF4-FFF2-40B4-BE49-F238E27FC236}">
                <ns2:creationId id="{133CB8ED-5C64-4DFA-B277-FF0ABFDA4250}"/>
              </a:ext>
            </a:extLst>
          </p:cNvPr>
          <p:cNvSpPr>
            <a:spLocks noGrp="1"/>
          </p:cNvSpPr>
          <p:nvPr/>
        </p:nvSpPr>
        <p:spPr>
          <a:xfrm>
            <a:off x="4467225" y="5895975"/>
            <a:ext cx="19050" cy="19050"/>
          </a:xfrm>
          <a:prstGeom prst="rect">
            <a:avLst/>
          </a:prstGeom>
          <a:noFill/>
          <a:ln w="0">
            <a:noFill/>
          </a:ln>
        </p:spPr>
      </p:sp>
      <p:cxnSp>
        <p:nvCxnSpPr>
          <p:cNvPr id="60" name="static"/>
          <p:cNvCxnSpPr>
            <a:stCxn id="10" idx="2"/>
            <a:endCxn id="11" idx="0"/>
          </p:cNvCxnSpPr>
          <p:nvPr/>
        </p:nvCxnSpPr>
        <p:spPr>
          <a:xfrm>
            <a:off x="4476750" y="2257425"/>
            <a:ext cx="0" cy="3638550"/>
          </a:xfrm>
          <a:prstGeom prst="straightConnector1">
            <a:avLst/>
          </a:prstGeom>
          <a:ln w="14288">
            <a:solidFill>
              <a:srgbClr val="46606B"/>
            </a:solidFill>
            <a:prstDash val="dash"/>
            <a:tailEnd type="none" w="sm" len="sm"/>
          </a:ln>
        </p:spPr>
      </p:cxnSp>
      <p:sp>
        <p:nvSpPr>
          <p:cNvPr id="13" name="static">
            <a:extLst>
              <a:ext uri="{FF2B5EF4-FFF2-40B4-BE49-F238E27FC236}">
                <ns2:creationId id="{38458819-9D20-4830-9E17-B475159C7F2E}"/>
              </a:ext>
            </a:extLst>
          </p:cNvPr>
          <p:cNvSpPr>
            <a:spLocks noGrp="1"/>
          </p:cNvSpPr>
          <p:nvPr/>
        </p:nvSpPr>
        <p:spPr>
          <a:xfrm>
            <a:off x="6305550" y="1428750"/>
            <a:ext cx="2057400" cy="809625"/>
          </a:xfrm>
          <a:prstGeom prst="rect">
            <a:avLst/>
          </a:prstGeom>
          <a:solidFill>
            <a:srgbClr val="102F3C"/>
          </a:solidFill>
          <a:ln w="14288">
            <a:solidFill>
              <a:srgbClr val="36616C"/>
            </a:solidFill>
          </a:ln>
        </p:spPr>
      </p:sp>
      <p:sp>
        <p:nvSpPr>
          <p:cNvPr id="14" name="static">
            <a:extLst>
              <a:ext uri="{FF2B5EF4-FFF2-40B4-BE49-F238E27FC236}">
                <ns2:creationId id="{2338F22E-8C31-41E1-A3E4-1E6A36D794A6}"/>
              </a:ext>
            </a:extLst>
          </p:cNvPr>
          <p:cNvSpPr>
            <a:spLocks noGrp="1"/>
          </p:cNvSpPr>
          <p:nvPr/>
        </p:nvSpPr>
        <p:spPr>
          <a:xfrm>
            <a:off x="6381750" y="1562100"/>
            <a:ext cx="1905000" cy="619125"/>
          </a:xfrm>
          <a:prstGeom prst="rect">
            <a:avLst/>
          </a:prstGeom>
          <a:noFill/>
          <a:ln w="0">
            <a:noFill/>
          </a:ln>
        </p:spPr>
        <p:txBody>
          <a:bodyPr>
            <a:noAutofit/>
          </a:bodyPr>
          <a:lstStyle/>
          <a:p>
            <a:pPr>
              <a:defRPr sz="1725" b="1">
                <a:solidFill>
                  <a:srgbClr val="50DDC4"/>
                </a:solidFill>
                <a:latin typeface="Arial"/>
                <a:ea typeface="Arial"/>
                <a:cs typeface="Arial"/>
              </a:defRPr>
            </a:pPr>
            <a:r>
              <a:rPr sz="1725" b="1">
                <a:solidFill>
                  <a:srgbClr val="50DDC4"/>
                </a:solidFill>
                <a:latin typeface="Arial"/>
                <a:ea typeface="Arial"/>
                <a:cs typeface="Arial"/>
              </a:rPr>
              <a:t>Server + storage</a:t>
            </a:r>
          </a:p>
        </p:txBody>
      </p:sp>
      <p:sp>
        <p:nvSpPr>
          <p:cNvPr id="15" name="static">
            <a:extLst>
              <a:ext uri="{FF2B5EF4-FFF2-40B4-BE49-F238E27FC236}">
                <ns2:creationId id="{218D46EB-B219-49D7-9330-404FA387774E}"/>
              </a:ext>
            </a:extLst>
          </p:cNvPr>
          <p:cNvSpPr>
            <a:spLocks noGrp="1"/>
          </p:cNvSpPr>
          <p:nvPr/>
        </p:nvSpPr>
        <p:spPr>
          <a:xfrm>
            <a:off x="7324725" y="2238375"/>
            <a:ext cx="19050" cy="19050"/>
          </a:xfrm>
          <a:prstGeom prst="rect">
            <a:avLst/>
          </a:prstGeom>
          <a:noFill/>
          <a:ln w="0">
            <a:noFill/>
          </a:ln>
        </p:spPr>
      </p:sp>
      <p:sp>
        <p:nvSpPr>
          <p:cNvPr id="16" name="static">
            <a:extLst>
              <a:ext uri="{FF2B5EF4-FFF2-40B4-BE49-F238E27FC236}">
                <ns2:creationId id="{A4F5298D-2CCC-4581-B3E6-329FC106D497}"/>
              </a:ext>
            </a:extLst>
          </p:cNvPr>
          <p:cNvSpPr>
            <a:spLocks noGrp="1"/>
          </p:cNvSpPr>
          <p:nvPr/>
        </p:nvSpPr>
        <p:spPr>
          <a:xfrm>
            <a:off x="7324725" y="5895975"/>
            <a:ext cx="19050" cy="19050"/>
          </a:xfrm>
          <a:prstGeom prst="rect">
            <a:avLst/>
          </a:prstGeom>
          <a:noFill/>
          <a:ln w="0">
            <a:noFill/>
          </a:ln>
        </p:spPr>
      </p:sp>
      <p:cxnSp>
        <p:nvCxnSpPr>
          <p:cNvPr id="65" name="static"/>
          <p:cNvCxnSpPr>
            <a:stCxn id="15" idx="2"/>
            <a:endCxn id="16" idx="0"/>
          </p:cNvCxnSpPr>
          <p:nvPr/>
        </p:nvCxnSpPr>
        <p:spPr>
          <a:xfrm>
            <a:off x="7334250" y="2257425"/>
            <a:ext cx="0" cy="3638550"/>
          </a:xfrm>
          <a:prstGeom prst="straightConnector1">
            <a:avLst/>
          </a:prstGeom>
          <a:ln w="14288">
            <a:solidFill>
              <a:srgbClr val="46606B"/>
            </a:solidFill>
            <a:prstDash val="dash"/>
            <a:tailEnd type="none" w="sm" len="sm"/>
          </a:ln>
        </p:spPr>
      </p:cxnSp>
      <p:sp>
        <p:nvSpPr>
          <p:cNvPr id="18" name="static">
            <a:extLst>
              <a:ext uri="{FF2B5EF4-FFF2-40B4-BE49-F238E27FC236}">
                <ns2:creationId id="{8658DE59-85E0-4AF9-B6D3-59CD3F74BD44}"/>
              </a:ext>
            </a:extLst>
          </p:cNvPr>
          <p:cNvSpPr>
            <a:spLocks noGrp="1"/>
          </p:cNvSpPr>
          <p:nvPr/>
        </p:nvSpPr>
        <p:spPr>
          <a:xfrm>
            <a:off x="9258300" y="1428750"/>
            <a:ext cx="2057400" cy="809625"/>
          </a:xfrm>
          <a:prstGeom prst="rect">
            <a:avLst/>
          </a:prstGeom>
          <a:solidFill>
            <a:srgbClr val="102F3C"/>
          </a:solidFill>
          <a:ln w="14288">
            <a:solidFill>
              <a:srgbClr val="36616C"/>
            </a:solidFill>
          </a:ln>
        </p:spPr>
      </p:sp>
      <p:sp>
        <p:nvSpPr>
          <p:cNvPr id="19" name="static">
            <a:extLst>
              <a:ext uri="{FF2B5EF4-FFF2-40B4-BE49-F238E27FC236}">
                <ns2:creationId id="{6D4043AE-4EB7-47DC-9195-B77000989C02}"/>
              </a:ext>
            </a:extLst>
          </p:cNvPr>
          <p:cNvSpPr>
            <a:spLocks noGrp="1"/>
          </p:cNvSpPr>
          <p:nvPr/>
        </p:nvSpPr>
        <p:spPr>
          <a:xfrm>
            <a:off x="9334500" y="1562100"/>
            <a:ext cx="1905000" cy="619125"/>
          </a:xfrm>
          <a:prstGeom prst="rect">
            <a:avLst/>
          </a:prstGeom>
          <a:noFill/>
          <a:ln w="0">
            <a:noFill/>
          </a:ln>
        </p:spPr>
        <p:txBody>
          <a:bodyPr>
            <a:noAutofit/>
          </a:bodyPr>
          <a:lstStyle/>
          <a:p>
            <a:pPr>
              <a:defRPr sz="1725" b="1">
                <a:solidFill>
                  <a:srgbClr val="50DDC4"/>
                </a:solidFill>
                <a:latin typeface="Arial"/>
                <a:ea typeface="Arial"/>
                <a:cs typeface="Arial"/>
              </a:defRPr>
            </a:pPr>
            <a:r>
              <a:rPr sz="1725" b="1">
                <a:solidFill>
                  <a:srgbClr val="50DDC4"/>
                </a:solidFill>
                <a:latin typeface="Arial"/>
                <a:ea typeface="Arial"/>
                <a:cs typeface="Arial"/>
              </a:rPr>
              <a:t>Examiner</a:t>
            </a:r>
          </a:p>
        </p:txBody>
      </p:sp>
      <p:sp>
        <p:nvSpPr>
          <p:cNvPr id="20" name="static">
            <a:extLst>
              <a:ext uri="{FF2B5EF4-FFF2-40B4-BE49-F238E27FC236}">
                <ns2:creationId id="{1CF4991A-2453-4586-944E-D0287CA0D5AD}"/>
              </a:ext>
            </a:extLst>
          </p:cNvPr>
          <p:cNvSpPr>
            <a:spLocks noGrp="1"/>
          </p:cNvSpPr>
          <p:nvPr/>
        </p:nvSpPr>
        <p:spPr>
          <a:xfrm>
            <a:off x="10277475" y="2238375"/>
            <a:ext cx="19050" cy="19050"/>
          </a:xfrm>
          <a:prstGeom prst="rect">
            <a:avLst/>
          </a:prstGeom>
          <a:noFill/>
          <a:ln w="0">
            <a:noFill/>
          </a:ln>
        </p:spPr>
      </p:sp>
      <p:sp>
        <p:nvSpPr>
          <p:cNvPr id="21" name="static">
            <a:extLst>
              <a:ext uri="{FF2B5EF4-FFF2-40B4-BE49-F238E27FC236}">
                <ns2:creationId id="{E8F7A68C-00F8-4643-8E2F-A1942AB2A0BC}"/>
              </a:ext>
            </a:extLst>
          </p:cNvPr>
          <p:cNvSpPr>
            <a:spLocks noGrp="1"/>
          </p:cNvSpPr>
          <p:nvPr/>
        </p:nvSpPr>
        <p:spPr>
          <a:xfrm>
            <a:off x="10277475" y="5895975"/>
            <a:ext cx="19050" cy="19050"/>
          </a:xfrm>
          <a:prstGeom prst="rect">
            <a:avLst/>
          </a:prstGeom>
          <a:noFill/>
          <a:ln w="0">
            <a:noFill/>
          </a:ln>
        </p:spPr>
      </p:sp>
      <p:cxnSp>
        <p:nvCxnSpPr>
          <p:cNvPr id="70" name="static"/>
          <p:cNvCxnSpPr>
            <a:stCxn id="20" idx="2"/>
            <a:endCxn id="21" idx="0"/>
          </p:cNvCxnSpPr>
          <p:nvPr/>
        </p:nvCxnSpPr>
        <p:spPr>
          <a:xfrm>
            <a:off x="10287000" y="2257425"/>
            <a:ext cx="0" cy="3638550"/>
          </a:xfrm>
          <a:prstGeom prst="straightConnector1">
            <a:avLst/>
          </a:prstGeom>
          <a:ln w="14288">
            <a:solidFill>
              <a:srgbClr val="46606B"/>
            </a:solidFill>
            <a:prstDash val="dash"/>
            <a:tailEnd type="none" w="sm" len="sm"/>
          </a:ln>
        </p:spPr>
      </p:cxnSp>
      <p:sp>
        <p:nvSpPr>
          <p:cNvPr id="23" name="static">
            <a:extLst>
              <a:ext uri="{FF2B5EF4-FFF2-40B4-BE49-F238E27FC236}">
                <ns2:creationId id="{767DE9CF-3EFC-45FB-83EB-EE48FBB33618}"/>
              </a:ext>
            </a:extLst>
          </p:cNvPr>
          <p:cNvSpPr>
            <a:spLocks noGrp="1"/>
          </p:cNvSpPr>
          <p:nvPr/>
        </p:nvSpPr>
        <p:spPr>
          <a:xfrm>
            <a:off x="1609725" y="2600325"/>
            <a:ext cx="19050" cy="19050"/>
          </a:xfrm>
          <a:prstGeom prst="rect">
            <a:avLst/>
          </a:prstGeom>
          <a:noFill/>
          <a:ln w="0">
            <a:noFill/>
          </a:ln>
        </p:spPr>
      </p:sp>
      <p:sp>
        <p:nvSpPr>
          <p:cNvPr id="24" name="static">
            <a:extLst>
              <a:ext uri="{FF2B5EF4-FFF2-40B4-BE49-F238E27FC236}">
                <ns2:creationId id="{15533B1E-4A9B-4703-97E8-0F5E73BF348F}"/>
              </a:ext>
            </a:extLst>
          </p:cNvPr>
          <p:cNvSpPr>
            <a:spLocks noGrp="1"/>
          </p:cNvSpPr>
          <p:nvPr/>
        </p:nvSpPr>
        <p:spPr>
          <a:xfrm>
            <a:off x="4467225" y="2600325"/>
            <a:ext cx="19050" cy="19050"/>
          </a:xfrm>
          <a:prstGeom prst="rect">
            <a:avLst/>
          </a:prstGeom>
          <a:noFill/>
          <a:ln w="0">
            <a:noFill/>
          </a:ln>
        </p:spPr>
      </p:sp>
      <p:cxnSp>
        <p:nvCxnSpPr>
          <p:cNvPr id="73" name="reveal-1"/>
          <p:cNvCxnSpPr>
            <a:stCxn id="23" idx="3"/>
            <a:endCxn id="24" idx="1"/>
          </p:cNvCxnSpPr>
          <p:nvPr/>
        </p:nvCxnSpPr>
        <p:spPr>
          <a:xfrm>
            <a:off x="1628775" y="2609850"/>
            <a:ext cx="2838450" cy="0"/>
          </a:xfrm>
          <a:prstGeom prst="straightConnector1">
            <a:avLst/>
          </a:prstGeom>
          <a:ln w="19050">
            <a:solidFill>
              <a:srgbClr val="50DDC4"/>
            </a:solidFill>
            <a:prstDash val="solid"/>
            <a:tailEnd type="triangle" w="sm" len="sm"/>
          </a:ln>
        </p:spPr>
      </p:cxnSp>
      <p:sp>
        <p:nvSpPr>
          <p:cNvPr id="26" name="reveal-1">
            <a:extLst>
              <a:ext uri="{FF2B5EF4-FFF2-40B4-BE49-F238E27FC236}">
                <ns2:creationId id="{A3D799DA-0605-45E1-A14E-B6CB2F2A5567}"/>
              </a:ext>
            </a:extLst>
          </p:cNvPr>
          <p:cNvSpPr>
            <a:spLocks noGrp="1"/>
          </p:cNvSpPr>
          <p:nvPr/>
        </p:nvSpPr>
        <p:spPr>
          <a:xfrm>
            <a:off x="1752600" y="2286000"/>
            <a:ext cx="2619375" cy="314325"/>
          </a:xfrm>
          <a:prstGeom prst="rect">
            <a:avLst/>
          </a:prstGeom>
          <a:noFill/>
          <a:ln w="0">
            <a:noFill/>
          </a:ln>
        </p:spPr>
        <p:txBody>
          <a:bodyPr>
            <a:noAutofit/>
          </a:bodyPr>
          <a:lstStyle/>
          <a:p>
            <a:pPr>
              <a:defRPr sz="1650" b="0">
                <a:solidFill>
                  <a:srgbClr val="F1F6F7"/>
                </a:solidFill>
                <a:latin typeface="Arial"/>
                <a:ea typeface="Arial"/>
                <a:cs typeface="Arial"/>
              </a:defRPr>
            </a:pPr>
            <a:r>
              <a:rPr sz="1650" b="0">
                <a:solidFill>
                  <a:srgbClr val="F1F6F7"/>
                </a:solidFill>
                <a:latin typeface="Arial"/>
                <a:ea typeface="Arial"/>
                <a:cs typeface="Arial"/>
              </a:rPr>
              <a:t>Event + evidence paths</a:t>
            </a:r>
          </a:p>
        </p:txBody>
      </p:sp>
      <p:sp>
        <p:nvSpPr>
          <p:cNvPr id="27" name="static">
            <a:extLst>
              <a:ext uri="{FF2B5EF4-FFF2-40B4-BE49-F238E27FC236}">
                <ns2:creationId id="{97A05F1C-B726-41A6-8BAD-4A4EA41C0660}"/>
              </a:ext>
            </a:extLst>
          </p:cNvPr>
          <p:cNvSpPr>
            <a:spLocks noGrp="1"/>
          </p:cNvSpPr>
          <p:nvPr/>
        </p:nvSpPr>
        <p:spPr>
          <a:xfrm>
            <a:off x="4467225" y="3228975"/>
            <a:ext cx="19050" cy="19050"/>
          </a:xfrm>
          <a:prstGeom prst="rect">
            <a:avLst/>
          </a:prstGeom>
          <a:noFill/>
          <a:ln w="0">
            <a:noFill/>
          </a:ln>
        </p:spPr>
      </p:sp>
      <p:sp>
        <p:nvSpPr>
          <p:cNvPr id="28" name="static">
            <a:extLst>
              <a:ext uri="{FF2B5EF4-FFF2-40B4-BE49-F238E27FC236}">
                <ns2:creationId id="{7AA40BA1-DFD7-469D-8C2D-A9F3252CCCE8}"/>
              </a:ext>
            </a:extLst>
          </p:cNvPr>
          <p:cNvSpPr>
            <a:spLocks noGrp="1"/>
          </p:cNvSpPr>
          <p:nvPr/>
        </p:nvSpPr>
        <p:spPr>
          <a:xfrm>
            <a:off x="7324725" y="3228975"/>
            <a:ext cx="19050" cy="19050"/>
          </a:xfrm>
          <a:prstGeom prst="rect">
            <a:avLst/>
          </a:prstGeom>
          <a:noFill/>
          <a:ln w="0">
            <a:noFill/>
          </a:ln>
        </p:spPr>
      </p:sp>
      <p:cxnSp>
        <p:nvCxnSpPr>
          <p:cNvPr id="77" name="reveal-1"/>
          <p:cNvCxnSpPr>
            <a:stCxn id="27" idx="3"/>
            <a:endCxn id="28" idx="1"/>
          </p:cNvCxnSpPr>
          <p:nvPr/>
        </p:nvCxnSpPr>
        <p:spPr>
          <a:xfrm>
            <a:off x="4486275" y="3238500"/>
            <a:ext cx="2838450" cy="0"/>
          </a:xfrm>
          <a:prstGeom prst="straightConnector1">
            <a:avLst/>
          </a:prstGeom>
          <a:ln w="19050">
            <a:solidFill>
              <a:srgbClr val="50DDC4"/>
            </a:solidFill>
            <a:prstDash val="solid"/>
            <a:tailEnd type="triangle" w="sm" len="sm"/>
          </a:ln>
        </p:spPr>
      </p:cxnSp>
      <p:sp>
        <p:nvSpPr>
          <p:cNvPr id="30" name="reveal-1">
            <a:extLst>
              <a:ext uri="{FF2B5EF4-FFF2-40B4-BE49-F238E27FC236}">
                <ns2:creationId id="{F9EB1D0C-1B72-4975-9627-CD7F06CE19A2}"/>
              </a:ext>
            </a:extLst>
          </p:cNvPr>
          <p:cNvSpPr>
            <a:spLocks noGrp="1"/>
          </p:cNvSpPr>
          <p:nvPr/>
        </p:nvSpPr>
        <p:spPr>
          <a:xfrm>
            <a:off x="4610100" y="2914650"/>
            <a:ext cx="2619375" cy="314325"/>
          </a:xfrm>
          <a:prstGeom prst="rect">
            <a:avLst/>
          </a:prstGeom>
          <a:noFill/>
          <a:ln w="0">
            <a:noFill/>
          </a:ln>
        </p:spPr>
        <p:txBody>
          <a:bodyPr>
            <a:noAutofit/>
          </a:bodyPr>
          <a:lstStyle/>
          <a:p>
            <a:pPr>
              <a:defRPr sz="1650" b="0">
                <a:solidFill>
                  <a:srgbClr val="F1F6F7"/>
                </a:solidFill>
                <a:latin typeface="Arial"/>
                <a:ea typeface="Arial"/>
                <a:cs typeface="Arial"/>
              </a:defRPr>
            </a:pPr>
            <a:r>
              <a:rPr sz="1650" b="0">
                <a:solidFill>
                  <a:srgbClr val="F1F6F7"/>
                </a:solidFill>
                <a:latin typeface="Arial"/>
                <a:ea typeface="Arial"/>
                <a:cs typeface="Arial"/>
              </a:rPr>
              <a:t>POST event + media</a:t>
            </a:r>
          </a:p>
        </p:txBody>
      </p:sp>
      <p:sp>
        <p:nvSpPr>
          <p:cNvPr id="31" name="reveal-2">
            <a:extLst>
              <a:ext uri="{FF2B5EF4-FFF2-40B4-BE49-F238E27FC236}">
                <ns2:creationId id="{FC2CF627-45B5-4AE7-82EB-F3B4F9619B10}"/>
              </a:ext>
            </a:extLst>
          </p:cNvPr>
          <p:cNvSpPr>
            <a:spLocks noGrp="1"/>
          </p:cNvSpPr>
          <p:nvPr/>
        </p:nvSpPr>
        <p:spPr>
          <a:xfrm>
            <a:off x="7505700" y="3486150"/>
            <a:ext cx="3876675" cy="409575"/>
          </a:xfrm>
          <a:prstGeom prst="rect">
            <a:avLst/>
          </a:prstGeom>
          <a:noFill/>
          <a:ln w="0">
            <a:noFill/>
          </a:ln>
        </p:spPr>
        <p:txBody>
          <a:bodyPr>
            <a:noAutofit/>
          </a:bodyPr>
          <a:lstStyle/>
          <a:p>
            <a:pPr>
              <a:defRPr sz="1650" b="0">
                <a:solidFill>
                  <a:srgbClr val="F7BC76"/>
                </a:solidFill>
                <a:latin typeface="Arial"/>
                <a:ea typeface="Arial"/>
                <a:cs typeface="Arial"/>
              </a:defRPr>
            </a:pPr>
            <a:r>
              <a:rPr sz="1650" b="0">
                <a:solidFill>
                  <a:srgbClr val="F7BC76"/>
                </a:solidFill>
                <a:latin typeface="Arial"/>
                <a:ea typeface="Arial"/>
                <a:cs typeface="Arial"/>
              </a:rPr>
              <a:t>Validate, save media, commit once</a:t>
            </a:r>
          </a:p>
        </p:txBody>
      </p:sp>
      <p:sp>
        <p:nvSpPr>
          <p:cNvPr id="32" name="static">
            <a:extLst>
              <a:ext uri="{FF2B5EF4-FFF2-40B4-BE49-F238E27FC236}">
                <ns2:creationId id="{FDBADC7B-1C72-490C-B031-D7186AB3A662}"/>
              </a:ext>
            </a:extLst>
          </p:cNvPr>
          <p:cNvSpPr>
            <a:spLocks noGrp="1"/>
          </p:cNvSpPr>
          <p:nvPr/>
        </p:nvSpPr>
        <p:spPr>
          <a:xfrm>
            <a:off x="7324725" y="4181475"/>
            <a:ext cx="19050" cy="19050"/>
          </a:xfrm>
          <a:prstGeom prst="rect">
            <a:avLst/>
          </a:prstGeom>
          <a:noFill/>
          <a:ln w="0">
            <a:noFill/>
          </a:ln>
        </p:spPr>
      </p:sp>
      <p:sp>
        <p:nvSpPr>
          <p:cNvPr id="33" name="static">
            <a:extLst>
              <a:ext uri="{FF2B5EF4-FFF2-40B4-BE49-F238E27FC236}">
                <ns2:creationId id="{79D37532-5ED6-4B19-8A1A-127A9175FED5}"/>
              </a:ext>
            </a:extLst>
          </p:cNvPr>
          <p:cNvSpPr>
            <a:spLocks noGrp="1"/>
          </p:cNvSpPr>
          <p:nvPr/>
        </p:nvSpPr>
        <p:spPr>
          <a:xfrm>
            <a:off x="10277475" y="4181475"/>
            <a:ext cx="19050" cy="19050"/>
          </a:xfrm>
          <a:prstGeom prst="rect">
            <a:avLst/>
          </a:prstGeom>
          <a:noFill/>
          <a:ln w="0">
            <a:noFill/>
          </a:ln>
        </p:spPr>
      </p:sp>
      <p:cxnSp>
        <p:nvCxnSpPr>
          <p:cNvPr id="82" name="reveal-2"/>
          <p:cNvCxnSpPr>
            <a:stCxn id="32" idx="3"/>
            <a:endCxn id="33" idx="1"/>
          </p:cNvCxnSpPr>
          <p:nvPr/>
        </p:nvCxnSpPr>
        <p:spPr>
          <a:xfrm>
            <a:off x="7343775" y="4191000"/>
            <a:ext cx="2933700" cy="0"/>
          </a:xfrm>
          <a:prstGeom prst="straightConnector1">
            <a:avLst/>
          </a:prstGeom>
          <a:ln w="19050">
            <a:solidFill>
              <a:srgbClr val="50DDC4"/>
            </a:solidFill>
            <a:prstDash val="solid"/>
            <a:tailEnd type="triangle" w="sm" len="sm"/>
          </a:ln>
        </p:spPr>
      </p:cxnSp>
      <p:sp>
        <p:nvSpPr>
          <p:cNvPr id="35" name="reveal-2">
            <a:extLst>
              <a:ext uri="{FF2B5EF4-FFF2-40B4-BE49-F238E27FC236}">
                <ns2:creationId id="{BEE92AA7-C1E9-4943-9C64-357FFBBDEA63}"/>
              </a:ext>
            </a:extLst>
          </p:cNvPr>
          <p:cNvSpPr>
            <a:spLocks noGrp="1"/>
          </p:cNvSpPr>
          <p:nvPr/>
        </p:nvSpPr>
        <p:spPr>
          <a:xfrm>
            <a:off x="7467600" y="3867150"/>
            <a:ext cx="2714625" cy="314325"/>
          </a:xfrm>
          <a:prstGeom prst="rect">
            <a:avLst/>
          </a:prstGeom>
          <a:noFill/>
          <a:ln w="0">
            <a:noFill/>
          </a:ln>
        </p:spPr>
        <p:txBody>
          <a:bodyPr>
            <a:noAutofit/>
          </a:bodyPr>
          <a:lstStyle/>
          <a:p>
            <a:pPr>
              <a:defRPr sz="1650" b="0">
                <a:solidFill>
                  <a:srgbClr val="F1F6F7"/>
                </a:solidFill>
                <a:latin typeface="Arial"/>
                <a:ea typeface="Arial"/>
                <a:cs typeface="Arial"/>
              </a:defRPr>
            </a:pPr>
            <a:r>
              <a:rPr sz="1650" b="0">
                <a:solidFill>
                  <a:srgbClr val="F1F6F7"/>
                </a:solidFill>
                <a:latin typeface="Arial"/>
                <a:ea typeface="Arial"/>
                <a:cs typeface="Arial"/>
              </a:rPr>
              <a:t>Active alert via Socket.IO</a:t>
            </a:r>
          </a:p>
        </p:txBody>
      </p:sp>
      <p:sp>
        <p:nvSpPr>
          <p:cNvPr id="36" name="static">
            <a:extLst>
              <a:ext uri="{FF2B5EF4-FFF2-40B4-BE49-F238E27FC236}">
                <ns2:creationId id="{B97A0B5F-1058-4A1B-A7B5-957D8285D04A}"/>
              </a:ext>
            </a:extLst>
          </p:cNvPr>
          <p:cNvSpPr>
            <a:spLocks noGrp="1"/>
          </p:cNvSpPr>
          <p:nvPr/>
        </p:nvSpPr>
        <p:spPr>
          <a:xfrm>
            <a:off x="7324725" y="4657725"/>
            <a:ext cx="19050" cy="19050"/>
          </a:xfrm>
          <a:prstGeom prst="rect">
            <a:avLst/>
          </a:prstGeom>
          <a:noFill/>
          <a:ln w="0">
            <a:noFill/>
          </a:ln>
        </p:spPr>
      </p:sp>
      <p:sp>
        <p:nvSpPr>
          <p:cNvPr id="37" name="static">
            <a:extLst>
              <a:ext uri="{FF2B5EF4-FFF2-40B4-BE49-F238E27FC236}">
                <ns2:creationId id="{230B4C39-A690-47D1-A798-E7A41904514B}"/>
              </a:ext>
            </a:extLst>
          </p:cNvPr>
          <p:cNvSpPr>
            <a:spLocks noGrp="1"/>
          </p:cNvSpPr>
          <p:nvPr/>
        </p:nvSpPr>
        <p:spPr>
          <a:xfrm>
            <a:off x="4467225" y="4657725"/>
            <a:ext cx="19050" cy="19050"/>
          </a:xfrm>
          <a:prstGeom prst="rect">
            <a:avLst/>
          </a:prstGeom>
          <a:noFill/>
          <a:ln w="0">
            <a:noFill/>
          </a:ln>
        </p:spPr>
      </p:sp>
      <p:cxnSp>
        <p:nvCxnSpPr>
          <p:cNvPr id="86" name="reveal-2"/>
          <p:cNvCxnSpPr>
            <a:stCxn id="36" idx="1"/>
            <a:endCxn id="37" idx="3"/>
          </p:cNvCxnSpPr>
          <p:nvPr/>
        </p:nvCxnSpPr>
        <p:spPr>
          <a:xfrm flipH="1">
            <a:off x="4486275" y="4667250"/>
            <a:ext cx="2838450" cy="0"/>
          </a:xfrm>
          <a:prstGeom prst="straightConnector1">
            <a:avLst/>
          </a:prstGeom>
          <a:ln w="19050">
            <a:solidFill>
              <a:srgbClr val="50DDC4"/>
            </a:solidFill>
            <a:prstDash val="dash"/>
            <a:tailEnd type="triangle" w="sm" len="sm"/>
          </a:ln>
        </p:spPr>
      </p:cxnSp>
      <p:sp>
        <p:nvSpPr>
          <p:cNvPr id="39" name="reveal-2">
            <a:extLst>
              <a:ext uri="{FF2B5EF4-FFF2-40B4-BE49-F238E27FC236}">
                <ns2:creationId id="{B216A39D-1FD9-4907-8980-5D9C3C358FB1}"/>
              </a:ext>
            </a:extLst>
          </p:cNvPr>
          <p:cNvSpPr>
            <a:spLocks noGrp="1"/>
          </p:cNvSpPr>
          <p:nvPr/>
        </p:nvSpPr>
        <p:spPr>
          <a:xfrm>
            <a:off x="4610100" y="4343400"/>
            <a:ext cx="2619375" cy="314325"/>
          </a:xfrm>
          <a:prstGeom prst="rect">
            <a:avLst/>
          </a:prstGeom>
          <a:noFill/>
          <a:ln w="0">
            <a:noFill/>
          </a:ln>
        </p:spPr>
        <p:txBody>
          <a:bodyPr>
            <a:noAutofit/>
          </a:bodyPr>
          <a:lstStyle/>
          <a:p>
            <a:pPr>
              <a:defRPr sz="1650" b="0">
                <a:solidFill>
                  <a:srgbClr val="F1F6F7"/>
                </a:solidFill>
                <a:latin typeface="Arial"/>
                <a:ea typeface="Arial"/>
                <a:cs typeface="Arial"/>
              </a:defRPr>
            </a:pPr>
            <a:r>
              <a:rPr sz="1650" b="0">
                <a:solidFill>
                  <a:srgbClr val="F1F6F7"/>
                </a:solidFill>
                <a:latin typeface="Arial"/>
                <a:ea typeface="Arial"/>
                <a:cs typeface="Arial"/>
              </a:rPr>
              <a:t>201 saved / 200 duplicate</a:t>
            </a:r>
          </a:p>
        </p:txBody>
      </p:sp>
      <p:sp>
        <p:nvSpPr>
          <p:cNvPr id="40" name="static">
            <a:extLst>
              <a:ext uri="{FF2B5EF4-FFF2-40B4-BE49-F238E27FC236}">
                <ns2:creationId id="{BEC6D685-6A39-4EC5-969B-0690F14A718C}"/>
              </a:ext>
            </a:extLst>
          </p:cNvPr>
          <p:cNvSpPr>
            <a:spLocks noGrp="1"/>
          </p:cNvSpPr>
          <p:nvPr/>
        </p:nvSpPr>
        <p:spPr>
          <a:xfrm>
            <a:off x="10277475" y="5210175"/>
            <a:ext cx="19050" cy="19050"/>
          </a:xfrm>
          <a:prstGeom prst="rect">
            <a:avLst/>
          </a:prstGeom>
          <a:noFill/>
          <a:ln w="0">
            <a:noFill/>
          </a:ln>
        </p:spPr>
      </p:sp>
      <p:sp>
        <p:nvSpPr>
          <p:cNvPr id="41" name="static">
            <a:extLst>
              <a:ext uri="{FF2B5EF4-FFF2-40B4-BE49-F238E27FC236}">
                <ns2:creationId id="{20E387FE-BC06-4ABC-A035-C99430AB7518}"/>
              </a:ext>
            </a:extLst>
          </p:cNvPr>
          <p:cNvSpPr>
            <a:spLocks noGrp="1"/>
          </p:cNvSpPr>
          <p:nvPr/>
        </p:nvSpPr>
        <p:spPr>
          <a:xfrm>
            <a:off x="7324725" y="5210175"/>
            <a:ext cx="19050" cy="19050"/>
          </a:xfrm>
          <a:prstGeom prst="rect">
            <a:avLst/>
          </a:prstGeom>
          <a:noFill/>
          <a:ln w="0">
            <a:noFill/>
          </a:ln>
        </p:spPr>
      </p:sp>
      <p:cxnSp>
        <p:nvCxnSpPr>
          <p:cNvPr id="90" name="reveal-3"/>
          <p:cNvCxnSpPr>
            <a:stCxn id="40" idx="1"/>
            <a:endCxn id="41" idx="3"/>
          </p:cNvCxnSpPr>
          <p:nvPr/>
        </p:nvCxnSpPr>
        <p:spPr>
          <a:xfrm flipH="1">
            <a:off x="7343775" y="5219700"/>
            <a:ext cx="2933700" cy="0"/>
          </a:xfrm>
          <a:prstGeom prst="straightConnector1">
            <a:avLst/>
          </a:prstGeom>
          <a:ln w="19050">
            <a:solidFill>
              <a:srgbClr val="50DDC4"/>
            </a:solidFill>
            <a:prstDash val="solid"/>
            <a:tailEnd type="triangle" w="sm" len="sm"/>
          </a:ln>
        </p:spPr>
      </p:cxnSp>
      <p:sp>
        <p:nvSpPr>
          <p:cNvPr id="43" name="reveal-3">
            <a:extLst>
              <a:ext uri="{FF2B5EF4-FFF2-40B4-BE49-F238E27FC236}">
                <ns2:creationId id="{6A174761-C206-44EF-BDBF-8ECC849A4282}"/>
              </a:ext>
            </a:extLst>
          </p:cNvPr>
          <p:cNvSpPr>
            <a:spLocks noGrp="1"/>
          </p:cNvSpPr>
          <p:nvPr/>
        </p:nvSpPr>
        <p:spPr>
          <a:xfrm>
            <a:off x="7467600" y="4895850"/>
            <a:ext cx="2714625" cy="314325"/>
          </a:xfrm>
          <a:prstGeom prst="rect">
            <a:avLst/>
          </a:prstGeom>
          <a:noFill/>
          <a:ln w="0">
            <a:noFill/>
          </a:ln>
        </p:spPr>
        <p:txBody>
          <a:bodyPr>
            <a:noAutofit/>
          </a:bodyPr>
          <a:lstStyle/>
          <a:p>
            <a:pPr>
              <a:defRPr sz="1650" b="0">
                <a:solidFill>
                  <a:srgbClr val="F1F6F7"/>
                </a:solidFill>
                <a:latin typeface="Arial"/>
                <a:ea typeface="Arial"/>
                <a:cs typeface="Arial"/>
              </a:defRPr>
            </a:pPr>
            <a:r>
              <a:rPr sz="1650" b="0">
                <a:solidFill>
                  <a:srgbClr val="F1F6F7"/>
                </a:solidFill>
                <a:latin typeface="Arial"/>
                <a:ea typeface="Arial"/>
                <a:cs typeface="Arial"/>
              </a:rPr>
              <a:t>Confirm / dismiss</a:t>
            </a:r>
          </a:p>
        </p:txBody>
      </p:sp>
      <p:sp>
        <p:nvSpPr>
          <p:cNvPr id="44" name="static">
            <a:extLst>
              <a:ext uri="{FF2B5EF4-FFF2-40B4-BE49-F238E27FC236}">
                <ns2:creationId id="{EA1C4DFE-716A-47C2-8B32-14A57319D846}"/>
              </a:ext>
            </a:extLst>
          </p:cNvPr>
          <p:cNvSpPr>
            <a:spLocks noGrp="1"/>
          </p:cNvSpPr>
          <p:nvPr/>
        </p:nvSpPr>
        <p:spPr>
          <a:xfrm>
            <a:off x="7324725" y="5705475"/>
            <a:ext cx="19050" cy="19050"/>
          </a:xfrm>
          <a:prstGeom prst="rect">
            <a:avLst/>
          </a:prstGeom>
          <a:noFill/>
          <a:ln w="0">
            <a:noFill/>
          </a:ln>
        </p:spPr>
      </p:sp>
      <p:sp>
        <p:nvSpPr>
          <p:cNvPr id="45" name="static">
            <a:extLst>
              <a:ext uri="{FF2B5EF4-FFF2-40B4-BE49-F238E27FC236}">
                <ns2:creationId id="{54253D9D-E6C4-485C-90C6-12180F619CAF}"/>
              </a:ext>
            </a:extLst>
          </p:cNvPr>
          <p:cNvSpPr>
            <a:spLocks noGrp="1"/>
          </p:cNvSpPr>
          <p:nvPr/>
        </p:nvSpPr>
        <p:spPr>
          <a:xfrm>
            <a:off x="10277475" y="5705475"/>
            <a:ext cx="19050" cy="19050"/>
          </a:xfrm>
          <a:prstGeom prst="rect">
            <a:avLst/>
          </a:prstGeom>
          <a:noFill/>
          <a:ln w="0">
            <a:noFill/>
          </a:ln>
        </p:spPr>
      </p:sp>
      <p:cxnSp>
        <p:nvCxnSpPr>
          <p:cNvPr id="94" name="reveal-3"/>
          <p:cNvCxnSpPr>
            <a:stCxn id="44" idx="3"/>
            <a:endCxn id="45" idx="1"/>
          </p:cNvCxnSpPr>
          <p:nvPr/>
        </p:nvCxnSpPr>
        <p:spPr>
          <a:xfrm>
            <a:off x="7343775" y="5715000"/>
            <a:ext cx="2933700" cy="0"/>
          </a:xfrm>
          <a:prstGeom prst="straightConnector1">
            <a:avLst/>
          </a:prstGeom>
          <a:ln w="19050">
            <a:solidFill>
              <a:srgbClr val="50DDC4"/>
            </a:solidFill>
            <a:prstDash val="solid"/>
            <a:tailEnd type="triangle" w="sm" len="sm"/>
          </a:ln>
        </p:spPr>
      </p:cxnSp>
      <p:sp>
        <p:nvSpPr>
          <p:cNvPr id="47" name="reveal-3">
            <a:extLst>
              <a:ext uri="{FF2B5EF4-FFF2-40B4-BE49-F238E27FC236}">
                <ns2:creationId id="{AC6D4DA2-CCF7-494E-AEEE-4EE112091830}"/>
              </a:ext>
            </a:extLst>
          </p:cNvPr>
          <p:cNvSpPr>
            <a:spLocks noGrp="1"/>
          </p:cNvSpPr>
          <p:nvPr/>
        </p:nvSpPr>
        <p:spPr>
          <a:xfrm>
            <a:off x="7467600" y="5391150"/>
            <a:ext cx="2714625" cy="314325"/>
          </a:xfrm>
          <a:prstGeom prst="rect">
            <a:avLst/>
          </a:prstGeom>
          <a:noFill/>
          <a:ln w="0">
            <a:noFill/>
          </a:ln>
        </p:spPr>
        <p:txBody>
          <a:bodyPr>
            <a:noAutofit/>
          </a:bodyPr>
          <a:lstStyle/>
          <a:p>
            <a:pPr>
              <a:defRPr sz="1650" b="0">
                <a:solidFill>
                  <a:srgbClr val="F1F6F7"/>
                </a:solidFill>
                <a:latin typeface="Arial"/>
                <a:ea typeface="Arial"/>
                <a:cs typeface="Arial"/>
              </a:defRPr>
            </a:pPr>
            <a:r>
              <a:rPr sz="1650" b="0">
                <a:solidFill>
                  <a:srgbClr val="F1F6F7"/>
                </a:solidFill>
                <a:latin typeface="Arial"/>
                <a:ea typeface="Arial"/>
                <a:cs typeface="Arial"/>
              </a:rPr>
              <a:t>Updated risk score</a:t>
            </a:r>
          </a:p>
        </p:txBody>
      </p:sp>
      <p:sp>
        <p:nvSpPr>
          <p:cNvPr id="48" name="static">
            <a:extLst>
              <a:ext uri="{FF2B5EF4-FFF2-40B4-BE49-F238E27FC236}">
                <ns2:creationId id="{BA782C03-2DA2-490D-9728-7BC139F8EA9D}"/>
              </a:ext>
            </a:extLst>
          </p:cNvPr>
          <p:cNvSpPr>
            <a:spLocks noGrp="1"/>
          </p:cNvSpPr>
          <p:nvPr/>
        </p:nvSpPr>
        <p:spPr>
          <a:xfrm>
            <a:off x="609600" y="6029325"/>
            <a:ext cx="10972800" cy="323850"/>
          </a:xfrm>
          <a:prstGeom prst="rect">
            <a:avLst/>
          </a:prstGeom>
          <a:noFill/>
          <a:ln w="0">
            <a:noFill/>
          </a:ln>
        </p:spPr>
        <p:txBody>
          <a:bodyPr>
            <a:noAutofit/>
          </a:bodyPr>
          <a:lstStyle/>
          <a:p>
            <a:pPr>
              <a:defRPr sz="1650" b="0">
                <a:solidFill>
                  <a:srgbClr val="A6BAC4"/>
                </a:solidFill>
                <a:latin typeface="Arial"/>
                <a:ea typeface="Arial"/>
                <a:cs typeface="Arial"/>
              </a:defRPr>
            </a:pPr>
            <a:r>
              <a:rPr sz="1650" b="0">
                <a:solidFill>
                  <a:srgbClr val="A6BAC4"/>
                </a:solidFill>
                <a:latin typeface="Arial"/>
                <a:ea typeface="Arial"/>
                <a:cs typeface="Arial"/>
              </a:rPr>
              <a:t>Solid: request/event     Dashed: HTTP response</a:t>
            </a:r>
          </a:p>
        </p:txBody>
      </p:sp>
    </p:spTree>
    <p:extLst>
      <p:ext uri="{BB962C8B-B14F-4D97-AF65-F5344CB8AC3E}">
        <ns3:creationId val="119120395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26"/>
                                  </p:tgtEl>
                                  <p:attrNameLst>
                                    <p:attrName>style.visibility</p:attrName>
                                  </p:attrNameLst>
                                </p:cBhvr>
                                <p:to>
                                  <p:strVal val="visible"/>
                                </p:to>
                              </p:set>
                              <p:animEffect transition="in" filter="fade">
                                <p:cBhvr>
                                  <p:cTn id="6" dur="450"/>
                                  <p:tgtEl>
                                    <p:spTgt spid="26"/>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30"/>
                                  </p:tgtEl>
                                  <p:attrNameLst>
                                    <p:attrName>style.visibility</p:attrName>
                                  </p:attrNameLst>
                                </p:cBhvr>
                                <p:to>
                                  <p:strVal val="visible"/>
                                </p:to>
                              </p:set>
                              <p:animEffect transition="in" filter="fade">
                                <p:cBhvr>
                                  <p:cTn id="9" dur="450"/>
                                  <p:tgtEl>
                                    <p:spTgt spid="30"/>
                                  </p:tgtEl>
                                </p:cBhvr>
                              </p:animEffect>
                            </p:childTnLst>
                          </p:cTn>
                        </p:par>
                      </p:childTnLst>
                    </p:cTn>
                  </p:par>
                  <p:par>
                    <p:cTn id="10" fill="hold">
                      <p:stCondLst>
                        <p:cond delay="indefinite"/>
                      </p:stCondLst>
                      <p:childTnLst>
                        <p:par>
                          <p:cTn id="11" presetID="10" presetClass="entr" presetSubtype="0" fill="hold" grpId="1" nodeType="click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450"/>
                                  <p:tgtEl>
                                    <p:spTgt spid="31"/>
                                  </p:tgtEl>
                                </p:cBhvr>
                              </p:animEffect>
                            </p:childTnLst>
                          </p:cTn>
                        </p:par>
                        <p:par>
                          <p:cTn id="14" presetID="10" presetClass="entr" presetSubtype="0" fill="hold" grpId="1" nodeType="click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fade">
                                <p:cBhvr>
                                  <p:cTn id="16" dur="450"/>
                                  <p:tgtEl>
                                    <p:spTgt spid="35"/>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450"/>
                                  <p:tgtEl>
                                    <p:spTgt spid="39"/>
                                  </p:tgtEl>
                                </p:cBhvr>
                              </p:animEffect>
                            </p:childTnLst>
                          </p:cTn>
                        </p:par>
                      </p:childTnLst>
                    </p:cTn>
                  </p:par>
                  <p:par>
                    <p:cTn id="20" fill="hold">
                      <p:stCondLst>
                        <p:cond delay="indefinite"/>
                      </p:stCondLst>
                      <p:childTnLst>
                        <p:par>
                          <p:cTn id="21" presetID="10" presetClass="entr" presetSubtype="0" fill="hold" grpId="2" nodeType="click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fade">
                                <p:cBhvr>
                                  <p:cTn id="23" dur="450"/>
                                  <p:tgtEl>
                                    <p:spTgt spid="43"/>
                                  </p:tgtEl>
                                </p:cBhvr>
                              </p:animEffect>
                            </p:childTnLst>
                          </p:cTn>
                        </p:par>
                        <p:par>
                          <p:cTn id="24" presetID="10" presetClass="entr" presetSubtype="0" fill="hold" grpId="2" nodeType="clickEffect">
                            <p:stCondLst>
                              <p:cond delay="0"/>
                            </p:stCondLst>
                            <p:childTnLst>
                              <p:set>
                                <p:cBhvr>
                                  <p:cTn id="25" dur="1" fill="hold">
                                    <p:stCondLst>
                                      <p:cond delay="0"/>
                                    </p:stCondLst>
                                  </p:cTn>
                                  <p:tgtEl>
                                    <p:spTgt spid="47"/>
                                  </p:tgtEl>
                                  <p:attrNameLst>
                                    <p:attrName>style.visibility</p:attrName>
                                  </p:attrNameLst>
                                </p:cBhvr>
                                <p:to>
                                  <p:strVal val="visible"/>
                                </p:to>
                              </p:set>
                              <p:animEffect transition="in" filter="fade">
                                <p:cBhvr>
                                  <p:cTn id="26" dur="450"/>
                                  <p:tgtEl>
                                    <p:spTgt spid="4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0" grpId="0" animBg="1"/>
      <p:bldP spid="31" grpId="1" animBg="1"/>
      <p:bldP spid="35" grpId="1" animBg="1"/>
      <p:bldP spid="39" grpId="1" animBg="1"/>
      <p:bldP spid="43" grpId="2" animBg="1"/>
      <p:bldP spid="47" grpId="2" animBg="1"/>
    </p:bldLst>
  </p:timing>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53" name="static">
            <a:extLst>
              <a:ext uri="{FF2B5EF4-FFF2-40B4-BE49-F238E27FC236}">
                <ns2:creationId id="{A6AA94AE-FCE9-43A3-ABFE-29BBB69C296C}"/>
              </a:ext>
            </a:extLst>
          </p:cNvPr>
          <p:cNvSpPr>
            <a:spLocks noGrp="1"/>
          </p:cNvSpPr>
          <p:nvPr/>
        </p:nvSpPr>
        <p:spPr>
          <a:xfrm>
            <a:off x="609600" y="438150"/>
            <a:ext cx="10972800" cy="857250"/>
          </a:xfrm>
          <a:prstGeom prst="rect">
            <a:avLst/>
          </a:prstGeom>
          <a:noFill/>
          <a:ln w="0">
            <a:noFill/>
          </a:ln>
        </p:spPr>
        <p:txBody>
          <a:bodyPr>
            <a:noAutofit/>
          </a:bodyPr>
          <a:lstStyle/>
          <a:p>
            <a:pPr>
              <a:defRPr sz="3450" b="1">
                <a:solidFill>
                  <a:srgbClr val="F1F6F7"/>
                </a:solidFill>
                <a:latin typeface="Arial"/>
                <a:ea typeface="Arial"/>
                <a:cs typeface="Arial"/>
              </a:defRPr>
            </a:pPr>
            <a:r>
              <a:rPr sz="3450" b="1">
                <a:solidFill>
                  <a:srgbClr val="F1F6F7"/>
                </a:solidFill>
                <a:latin typeface="Arial"/>
                <a:ea typeface="Arial"/>
                <a:cs typeface="Arial"/>
              </a:rPr>
              <a:t>UML sequence: recovery after completion</a:t>
            </a:r>
          </a:p>
        </p:txBody>
      </p:sp>
      <p:sp>
        <p:nvSpPr>
          <p:cNvPr id="2" name="static">
            <a:extLst>
              <a:ext uri="{FF2B5EF4-FFF2-40B4-BE49-F238E27FC236}">
                <ns2:creationId id="{ACAC4CCA-8C63-4A62-9984-35326A9E222C}"/>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24  /  Technical appendix</a:t>
            </a:r>
          </a:p>
        </p:txBody>
      </p:sp>
      <p:sp>
        <p:nvSpPr>
          <p:cNvPr id="3" name="static">
            <a:extLst>
              <a:ext uri="{FF2B5EF4-FFF2-40B4-BE49-F238E27FC236}">
                <ns2:creationId id="{E4637823-726A-4ACF-8345-EDDF73F54E93}"/>
              </a:ext>
            </a:extLst>
          </p:cNvPr>
          <p:cNvSpPr>
            <a:spLocks noGrp="1"/>
          </p:cNvSpPr>
          <p:nvPr/>
        </p:nvSpPr>
        <p:spPr>
          <a:xfrm>
            <a:off x="590550" y="1428750"/>
            <a:ext cx="2057400" cy="809625"/>
          </a:xfrm>
          <a:prstGeom prst="rect">
            <a:avLst/>
          </a:prstGeom>
          <a:solidFill>
            <a:srgbClr val="102F3C"/>
          </a:solidFill>
          <a:ln w="14288">
            <a:solidFill>
              <a:srgbClr val="36616C"/>
            </a:solidFill>
          </a:ln>
        </p:spPr>
      </p:sp>
      <p:sp>
        <p:nvSpPr>
          <p:cNvPr id="4" name="static">
            <a:extLst>
              <a:ext uri="{FF2B5EF4-FFF2-40B4-BE49-F238E27FC236}">
                <ns2:creationId id="{62BFEB7F-A42D-4E11-9338-5D3FC03430EE}"/>
              </a:ext>
            </a:extLst>
          </p:cNvPr>
          <p:cNvSpPr>
            <a:spLocks noGrp="1"/>
          </p:cNvSpPr>
          <p:nvPr/>
        </p:nvSpPr>
        <p:spPr>
          <a:xfrm>
            <a:off x="666750" y="1562100"/>
            <a:ext cx="1905000" cy="619125"/>
          </a:xfrm>
          <a:prstGeom prst="rect">
            <a:avLst/>
          </a:prstGeom>
          <a:noFill/>
          <a:ln w="0">
            <a:noFill/>
          </a:ln>
        </p:spPr>
        <p:txBody>
          <a:bodyPr>
            <a:noAutofit/>
          </a:bodyPr>
          <a:lstStyle/>
          <a:p>
            <a:pPr>
              <a:defRPr sz="1725" b="1">
                <a:solidFill>
                  <a:srgbClr val="50DDC4"/>
                </a:solidFill>
                <a:latin typeface="Arial"/>
                <a:ea typeface="Arial"/>
                <a:cs typeface="Arial"/>
              </a:defRPr>
            </a:pPr>
            <a:r>
              <a:rPr sz="1725" b="1">
                <a:solidFill>
                  <a:srgbClr val="50DDC4"/>
                </a:solidFill>
                <a:latin typeface="Arial"/>
                <a:ea typeface="Arial"/>
                <a:cs typeface="Arial"/>
              </a:rPr>
              <a:t>Electron buffer</a:t>
            </a:r>
          </a:p>
        </p:txBody>
      </p:sp>
      <p:sp>
        <p:nvSpPr>
          <p:cNvPr id="5" name="static">
            <a:extLst>
              <a:ext uri="{FF2B5EF4-FFF2-40B4-BE49-F238E27FC236}">
                <ns2:creationId id="{C6287A2E-6C68-4A24-A877-49417240146A}"/>
              </a:ext>
            </a:extLst>
          </p:cNvPr>
          <p:cNvSpPr>
            <a:spLocks noGrp="1"/>
          </p:cNvSpPr>
          <p:nvPr/>
        </p:nvSpPr>
        <p:spPr>
          <a:xfrm>
            <a:off x="1609725" y="2238375"/>
            <a:ext cx="19050" cy="19050"/>
          </a:xfrm>
          <a:prstGeom prst="rect">
            <a:avLst/>
          </a:prstGeom>
          <a:noFill/>
          <a:ln w="0">
            <a:noFill/>
          </a:ln>
        </p:spPr>
      </p:sp>
      <p:sp>
        <p:nvSpPr>
          <p:cNvPr id="6" name="static">
            <a:extLst>
              <a:ext uri="{FF2B5EF4-FFF2-40B4-BE49-F238E27FC236}">
                <ns2:creationId id="{B2909396-E42E-4C7B-8FE6-438A7B87B860}"/>
              </a:ext>
            </a:extLst>
          </p:cNvPr>
          <p:cNvSpPr>
            <a:spLocks noGrp="1"/>
          </p:cNvSpPr>
          <p:nvPr/>
        </p:nvSpPr>
        <p:spPr>
          <a:xfrm>
            <a:off x="1609725" y="5895975"/>
            <a:ext cx="19050" cy="19050"/>
          </a:xfrm>
          <a:prstGeom prst="rect">
            <a:avLst/>
          </a:prstGeom>
          <a:noFill/>
          <a:ln w="0">
            <a:noFill/>
          </a:ln>
        </p:spPr>
      </p:sp>
      <p:cxnSp>
        <p:nvCxnSpPr>
          <p:cNvPr id="59" name="static"/>
          <p:cNvCxnSpPr>
            <a:stCxn id="5" idx="2"/>
            <a:endCxn id="6" idx="0"/>
          </p:cNvCxnSpPr>
          <p:nvPr/>
        </p:nvCxnSpPr>
        <p:spPr>
          <a:xfrm>
            <a:off x="1619250" y="2257425"/>
            <a:ext cx="0" cy="3638550"/>
          </a:xfrm>
          <a:prstGeom prst="straightConnector1">
            <a:avLst/>
          </a:prstGeom>
          <a:ln w="14288">
            <a:solidFill>
              <a:srgbClr val="46606B"/>
            </a:solidFill>
            <a:prstDash val="dash"/>
            <a:tailEnd type="none" w="sm" len="sm"/>
          </a:ln>
        </p:spPr>
      </p:cxnSp>
      <p:sp>
        <p:nvSpPr>
          <p:cNvPr id="8" name="static">
            <a:extLst>
              <a:ext uri="{FF2B5EF4-FFF2-40B4-BE49-F238E27FC236}">
                <ns2:creationId id="{69C0DCDF-9987-4D84-92B2-1CD27453376D}"/>
              </a:ext>
            </a:extLst>
          </p:cNvPr>
          <p:cNvSpPr>
            <a:spLocks noGrp="1"/>
          </p:cNvSpPr>
          <p:nvPr/>
        </p:nvSpPr>
        <p:spPr>
          <a:xfrm>
            <a:off x="3448050" y="1428750"/>
            <a:ext cx="2057400" cy="809625"/>
          </a:xfrm>
          <a:prstGeom prst="rect">
            <a:avLst/>
          </a:prstGeom>
          <a:solidFill>
            <a:srgbClr val="102F3C"/>
          </a:solidFill>
          <a:ln w="14288">
            <a:solidFill>
              <a:srgbClr val="36616C"/>
            </a:solidFill>
          </a:ln>
        </p:spPr>
      </p:sp>
      <p:sp>
        <p:nvSpPr>
          <p:cNvPr id="9" name="static">
            <a:extLst>
              <a:ext uri="{FF2B5EF4-FFF2-40B4-BE49-F238E27FC236}">
                <ns2:creationId id="{3CD47BB0-955F-4E49-B257-C008E9C4D58E}"/>
              </a:ext>
            </a:extLst>
          </p:cNvPr>
          <p:cNvSpPr>
            <a:spLocks noGrp="1"/>
          </p:cNvSpPr>
          <p:nvPr/>
        </p:nvSpPr>
        <p:spPr>
          <a:xfrm>
            <a:off x="3524250" y="1562100"/>
            <a:ext cx="1905000" cy="619125"/>
          </a:xfrm>
          <a:prstGeom prst="rect">
            <a:avLst/>
          </a:prstGeom>
          <a:noFill/>
          <a:ln w="0">
            <a:noFill/>
          </a:ln>
        </p:spPr>
        <p:txBody>
          <a:bodyPr>
            <a:noAutofit/>
          </a:bodyPr>
          <a:lstStyle/>
          <a:p>
            <a:pPr>
              <a:defRPr sz="1725" b="1">
                <a:solidFill>
                  <a:srgbClr val="50DDC4"/>
                </a:solidFill>
                <a:latin typeface="Arial"/>
                <a:ea typeface="Arial"/>
                <a:cs typeface="Arial"/>
              </a:defRPr>
            </a:pPr>
            <a:r>
              <a:rPr sz="1725" b="1">
                <a:solidFill>
                  <a:srgbClr val="50DDC4"/>
                </a:solidFill>
                <a:latin typeface="Arial"/>
                <a:ea typeface="Arial"/>
                <a:cs typeface="Arial"/>
              </a:rPr>
              <a:t>Server</a:t>
            </a:r>
          </a:p>
        </p:txBody>
      </p:sp>
      <p:sp>
        <p:nvSpPr>
          <p:cNvPr id="10" name="static">
            <a:extLst>
              <a:ext uri="{FF2B5EF4-FFF2-40B4-BE49-F238E27FC236}">
                <ns2:creationId id="{EF11BEBA-D5D4-43EE-B4EA-44486CFD97EA}"/>
              </a:ext>
            </a:extLst>
          </p:cNvPr>
          <p:cNvSpPr>
            <a:spLocks noGrp="1"/>
          </p:cNvSpPr>
          <p:nvPr/>
        </p:nvSpPr>
        <p:spPr>
          <a:xfrm>
            <a:off x="4467225" y="2238375"/>
            <a:ext cx="19050" cy="19050"/>
          </a:xfrm>
          <a:prstGeom prst="rect">
            <a:avLst/>
          </a:prstGeom>
          <a:noFill/>
          <a:ln w="0">
            <a:noFill/>
          </a:ln>
        </p:spPr>
      </p:sp>
      <p:sp>
        <p:nvSpPr>
          <p:cNvPr id="11" name="static">
            <a:extLst>
              <a:ext uri="{FF2B5EF4-FFF2-40B4-BE49-F238E27FC236}">
                <ns2:creationId id="{69310556-1E68-4612-8488-0862D5E2222B}"/>
              </a:ext>
            </a:extLst>
          </p:cNvPr>
          <p:cNvSpPr>
            <a:spLocks noGrp="1"/>
          </p:cNvSpPr>
          <p:nvPr/>
        </p:nvSpPr>
        <p:spPr>
          <a:xfrm>
            <a:off x="4467225" y="5895975"/>
            <a:ext cx="19050" cy="19050"/>
          </a:xfrm>
          <a:prstGeom prst="rect">
            <a:avLst/>
          </a:prstGeom>
          <a:noFill/>
          <a:ln w="0">
            <a:noFill/>
          </a:ln>
        </p:spPr>
      </p:sp>
      <p:cxnSp>
        <p:nvCxnSpPr>
          <p:cNvPr id="64" name="static"/>
          <p:cNvCxnSpPr>
            <a:stCxn id="10" idx="2"/>
            <a:endCxn id="11" idx="0"/>
          </p:cNvCxnSpPr>
          <p:nvPr/>
        </p:nvCxnSpPr>
        <p:spPr>
          <a:xfrm>
            <a:off x="4476750" y="2257425"/>
            <a:ext cx="0" cy="3638550"/>
          </a:xfrm>
          <a:prstGeom prst="straightConnector1">
            <a:avLst/>
          </a:prstGeom>
          <a:ln w="14288">
            <a:solidFill>
              <a:srgbClr val="46606B"/>
            </a:solidFill>
            <a:prstDash val="dash"/>
            <a:tailEnd type="none" w="sm" len="sm"/>
          </a:ln>
        </p:spPr>
      </p:cxnSp>
      <p:sp>
        <p:nvSpPr>
          <p:cNvPr id="13" name="static">
            <a:extLst>
              <a:ext uri="{FF2B5EF4-FFF2-40B4-BE49-F238E27FC236}">
                <ns2:creationId id="{DA88654E-C79A-4259-A675-06E4D4BA4179}"/>
              </a:ext>
            </a:extLst>
          </p:cNvPr>
          <p:cNvSpPr>
            <a:spLocks noGrp="1"/>
          </p:cNvSpPr>
          <p:nvPr/>
        </p:nvSpPr>
        <p:spPr>
          <a:xfrm>
            <a:off x="6305550" y="1428750"/>
            <a:ext cx="2057400" cy="809625"/>
          </a:xfrm>
          <a:prstGeom prst="rect">
            <a:avLst/>
          </a:prstGeom>
          <a:solidFill>
            <a:srgbClr val="102F3C"/>
          </a:solidFill>
          <a:ln w="14288">
            <a:solidFill>
              <a:srgbClr val="36616C"/>
            </a:solidFill>
          </a:ln>
        </p:spPr>
      </p:sp>
      <p:sp>
        <p:nvSpPr>
          <p:cNvPr id="14" name="static">
            <a:extLst>
              <a:ext uri="{FF2B5EF4-FFF2-40B4-BE49-F238E27FC236}">
                <ns2:creationId id="{1D9D9AD6-0CFB-4A86-9630-6EE3AAC9EAD2}"/>
              </a:ext>
            </a:extLst>
          </p:cNvPr>
          <p:cNvSpPr>
            <a:spLocks noGrp="1"/>
          </p:cNvSpPr>
          <p:nvPr/>
        </p:nvSpPr>
        <p:spPr>
          <a:xfrm>
            <a:off x="6381750" y="1562100"/>
            <a:ext cx="1905000" cy="619125"/>
          </a:xfrm>
          <a:prstGeom prst="rect">
            <a:avLst/>
          </a:prstGeom>
          <a:noFill/>
          <a:ln w="0">
            <a:noFill/>
          </a:ln>
        </p:spPr>
        <p:txBody>
          <a:bodyPr>
            <a:noAutofit/>
          </a:bodyPr>
          <a:lstStyle/>
          <a:p>
            <a:pPr>
              <a:defRPr sz="1725" b="1">
                <a:solidFill>
                  <a:srgbClr val="50DDC4"/>
                </a:solidFill>
                <a:latin typeface="Arial"/>
                <a:ea typeface="Arial"/>
                <a:cs typeface="Arial"/>
              </a:defRPr>
            </a:pPr>
            <a:r>
              <a:rPr sz="1725" b="1">
                <a:solidFill>
                  <a:srgbClr val="50DDC4"/>
                </a:solidFill>
                <a:latin typeface="Arial"/>
                <a:ea typeface="Arial"/>
                <a:cs typeface="Arial"/>
              </a:rPr>
              <a:t>MongoDB + files</a:t>
            </a:r>
          </a:p>
        </p:txBody>
      </p:sp>
      <p:sp>
        <p:nvSpPr>
          <p:cNvPr id="15" name="static">
            <a:extLst>
              <a:ext uri="{FF2B5EF4-FFF2-40B4-BE49-F238E27FC236}">
                <ns2:creationId id="{13373B1B-F6AD-49EB-ABFC-CA01A513D188}"/>
              </a:ext>
            </a:extLst>
          </p:cNvPr>
          <p:cNvSpPr>
            <a:spLocks noGrp="1"/>
          </p:cNvSpPr>
          <p:nvPr/>
        </p:nvSpPr>
        <p:spPr>
          <a:xfrm>
            <a:off x="7324725" y="2238375"/>
            <a:ext cx="19050" cy="19050"/>
          </a:xfrm>
          <a:prstGeom prst="rect">
            <a:avLst/>
          </a:prstGeom>
          <a:noFill/>
          <a:ln w="0">
            <a:noFill/>
          </a:ln>
        </p:spPr>
      </p:sp>
      <p:sp>
        <p:nvSpPr>
          <p:cNvPr id="16" name="static">
            <a:extLst>
              <a:ext uri="{FF2B5EF4-FFF2-40B4-BE49-F238E27FC236}">
                <ns2:creationId id="{D184F240-4DAD-46ED-AAE5-2438FA98191D}"/>
              </a:ext>
            </a:extLst>
          </p:cNvPr>
          <p:cNvSpPr>
            <a:spLocks noGrp="1"/>
          </p:cNvSpPr>
          <p:nvPr/>
        </p:nvSpPr>
        <p:spPr>
          <a:xfrm>
            <a:off x="7324725" y="5895975"/>
            <a:ext cx="19050" cy="19050"/>
          </a:xfrm>
          <a:prstGeom prst="rect">
            <a:avLst/>
          </a:prstGeom>
          <a:noFill/>
          <a:ln w="0">
            <a:noFill/>
          </a:ln>
        </p:spPr>
      </p:sp>
      <p:cxnSp>
        <p:nvCxnSpPr>
          <p:cNvPr id="69" name="static"/>
          <p:cNvCxnSpPr>
            <a:stCxn id="15" idx="2"/>
            <a:endCxn id="16" idx="0"/>
          </p:cNvCxnSpPr>
          <p:nvPr/>
        </p:nvCxnSpPr>
        <p:spPr>
          <a:xfrm>
            <a:off x="7334250" y="2257425"/>
            <a:ext cx="0" cy="3638550"/>
          </a:xfrm>
          <a:prstGeom prst="straightConnector1">
            <a:avLst/>
          </a:prstGeom>
          <a:ln w="14288">
            <a:solidFill>
              <a:srgbClr val="46606B"/>
            </a:solidFill>
            <a:prstDash val="dash"/>
            <a:tailEnd type="none" w="sm" len="sm"/>
          </a:ln>
        </p:spPr>
      </p:cxnSp>
      <p:sp>
        <p:nvSpPr>
          <p:cNvPr id="18" name="static">
            <a:extLst>
              <a:ext uri="{FF2B5EF4-FFF2-40B4-BE49-F238E27FC236}">
                <ns2:creationId id="{585804C6-A8E5-4C95-9F5F-3ED11BDBF9D1}"/>
              </a:ext>
            </a:extLst>
          </p:cNvPr>
          <p:cNvSpPr>
            <a:spLocks noGrp="1"/>
          </p:cNvSpPr>
          <p:nvPr/>
        </p:nvSpPr>
        <p:spPr>
          <a:xfrm>
            <a:off x="9258300" y="1428750"/>
            <a:ext cx="2057400" cy="809625"/>
          </a:xfrm>
          <a:prstGeom prst="rect">
            <a:avLst/>
          </a:prstGeom>
          <a:solidFill>
            <a:srgbClr val="102F3C"/>
          </a:solidFill>
          <a:ln w="14288">
            <a:solidFill>
              <a:srgbClr val="36616C"/>
            </a:solidFill>
          </a:ln>
        </p:spPr>
      </p:sp>
      <p:sp>
        <p:nvSpPr>
          <p:cNvPr id="19" name="static">
            <a:extLst>
              <a:ext uri="{FF2B5EF4-FFF2-40B4-BE49-F238E27FC236}">
                <ns2:creationId id="{164E3F4B-361B-455D-9045-B0884D2FC97A}"/>
              </a:ext>
            </a:extLst>
          </p:cNvPr>
          <p:cNvSpPr>
            <a:spLocks noGrp="1"/>
          </p:cNvSpPr>
          <p:nvPr/>
        </p:nvSpPr>
        <p:spPr>
          <a:xfrm>
            <a:off x="9334500" y="1562100"/>
            <a:ext cx="1905000" cy="619125"/>
          </a:xfrm>
          <a:prstGeom prst="rect">
            <a:avLst/>
          </a:prstGeom>
          <a:noFill/>
          <a:ln w="0">
            <a:noFill/>
          </a:ln>
        </p:spPr>
        <p:txBody>
          <a:bodyPr>
            <a:noAutofit/>
          </a:bodyPr>
          <a:lstStyle/>
          <a:p>
            <a:pPr>
              <a:defRPr sz="1725" b="1">
                <a:solidFill>
                  <a:srgbClr val="50DDC4"/>
                </a:solidFill>
                <a:latin typeface="Arial"/>
                <a:ea typeface="Arial"/>
                <a:cs typeface="Arial"/>
              </a:defRPr>
            </a:pPr>
            <a:r>
              <a:rPr sz="1725" b="1">
                <a:solidFill>
                  <a:srgbClr val="50DDC4"/>
                </a:solidFill>
                <a:latin typeface="Arial"/>
                <a:ea typeface="Arial"/>
                <a:cs typeface="Arial"/>
              </a:rPr>
              <a:t>Examiner</a:t>
            </a:r>
          </a:p>
        </p:txBody>
      </p:sp>
      <p:sp>
        <p:nvSpPr>
          <p:cNvPr id="20" name="static">
            <a:extLst>
              <a:ext uri="{FF2B5EF4-FFF2-40B4-BE49-F238E27FC236}">
                <ns2:creationId id="{6D88F1C2-5E5A-4223-85F8-7D6746BF1D8C}"/>
              </a:ext>
            </a:extLst>
          </p:cNvPr>
          <p:cNvSpPr>
            <a:spLocks noGrp="1"/>
          </p:cNvSpPr>
          <p:nvPr/>
        </p:nvSpPr>
        <p:spPr>
          <a:xfrm>
            <a:off x="10277475" y="2238375"/>
            <a:ext cx="19050" cy="19050"/>
          </a:xfrm>
          <a:prstGeom prst="rect">
            <a:avLst/>
          </a:prstGeom>
          <a:noFill/>
          <a:ln w="0">
            <a:noFill/>
          </a:ln>
        </p:spPr>
      </p:sp>
      <p:sp>
        <p:nvSpPr>
          <p:cNvPr id="21" name="static">
            <a:extLst>
              <a:ext uri="{FF2B5EF4-FFF2-40B4-BE49-F238E27FC236}">
                <ns2:creationId id="{62A80E52-5AB6-4796-A785-7A72442AC4C4}"/>
              </a:ext>
            </a:extLst>
          </p:cNvPr>
          <p:cNvSpPr>
            <a:spLocks noGrp="1"/>
          </p:cNvSpPr>
          <p:nvPr/>
        </p:nvSpPr>
        <p:spPr>
          <a:xfrm>
            <a:off x="10277475" y="5895975"/>
            <a:ext cx="19050" cy="19050"/>
          </a:xfrm>
          <a:prstGeom prst="rect">
            <a:avLst/>
          </a:prstGeom>
          <a:noFill/>
          <a:ln w="0">
            <a:noFill/>
          </a:ln>
        </p:spPr>
      </p:sp>
      <p:cxnSp>
        <p:nvCxnSpPr>
          <p:cNvPr id="74" name="static"/>
          <p:cNvCxnSpPr>
            <a:stCxn id="20" idx="2"/>
            <a:endCxn id="21" idx="0"/>
          </p:cNvCxnSpPr>
          <p:nvPr/>
        </p:nvCxnSpPr>
        <p:spPr>
          <a:xfrm>
            <a:off x="10287000" y="2257425"/>
            <a:ext cx="0" cy="3638550"/>
          </a:xfrm>
          <a:prstGeom prst="straightConnector1">
            <a:avLst/>
          </a:prstGeom>
          <a:ln w="14288">
            <a:solidFill>
              <a:srgbClr val="46606B"/>
            </a:solidFill>
            <a:prstDash val="dash"/>
            <a:tailEnd type="none" w="sm" len="sm"/>
          </a:ln>
        </p:spPr>
      </p:cxnSp>
      <p:sp>
        <p:nvSpPr>
          <p:cNvPr id="23" name="reveal-1">
            <a:extLst>
              <a:ext uri="{FF2B5EF4-FFF2-40B4-BE49-F238E27FC236}">
                <ns2:creationId id="{AE64D6AC-53BE-4DB2-99DE-6A2E73017A3D}"/>
              </a:ext>
            </a:extLst>
          </p:cNvPr>
          <p:cNvSpPr>
            <a:spLocks noGrp="1"/>
          </p:cNvSpPr>
          <p:nvPr/>
        </p:nvSpPr>
        <p:spPr>
          <a:xfrm>
            <a:off x="609600" y="2305050"/>
            <a:ext cx="10972800" cy="1066800"/>
          </a:xfrm>
          <a:prstGeom prst="rect">
            <a:avLst/>
          </a:prstGeom>
          <a:noFill/>
          <a:ln w="14288">
            <a:solidFill>
              <a:srgbClr val="36616C"/>
            </a:solidFill>
          </a:ln>
        </p:spPr>
      </p:sp>
      <p:sp>
        <p:nvSpPr>
          <p:cNvPr id="24" name="reveal-1">
            <a:extLst>
              <a:ext uri="{FF2B5EF4-FFF2-40B4-BE49-F238E27FC236}">
                <ns2:creationId id="{207D1840-AED3-4E63-BD0C-0B3AD739EE99}"/>
              </a:ext>
            </a:extLst>
          </p:cNvPr>
          <p:cNvSpPr>
            <a:spLocks noGrp="1"/>
          </p:cNvSpPr>
          <p:nvPr/>
        </p:nvSpPr>
        <p:spPr>
          <a:xfrm>
            <a:off x="714375" y="2333625"/>
            <a:ext cx="4572000" cy="285750"/>
          </a:xfrm>
          <a:prstGeom prst="rect">
            <a:avLst/>
          </a:prstGeom>
          <a:noFill/>
          <a:ln w="0">
            <a:noFill/>
          </a:ln>
        </p:spPr>
        <p:txBody>
          <a:bodyPr>
            <a:noAutofit/>
          </a:bodyPr>
          <a:lstStyle/>
          <a:p>
            <a:pPr>
              <a:defRPr sz="1500" b="1">
                <a:solidFill>
                  <a:srgbClr val="F7BC76"/>
                </a:solidFill>
                <a:latin typeface="Arial"/>
                <a:ea typeface="Arial"/>
                <a:cs typeface="Arial"/>
              </a:defRPr>
            </a:pPr>
            <a:r>
              <a:rPr sz="1500" b="1">
                <a:solidFill>
                  <a:srgbClr val="F7BC76"/>
                </a:solidFill>
                <a:latin typeface="Arial"/>
                <a:ea typeface="Arial"/>
                <a:cs typeface="Arial"/>
              </a:rPr>
              <a:t>[delivery fails]</a:t>
            </a:r>
          </a:p>
        </p:txBody>
      </p:sp>
      <p:sp>
        <p:nvSpPr>
          <p:cNvPr id="25" name="static">
            <a:extLst>
              <a:ext uri="{FF2B5EF4-FFF2-40B4-BE49-F238E27FC236}">
                <ns2:creationId id="{FD4375BC-C4F5-4410-99E7-330291A12270}"/>
              </a:ext>
            </a:extLst>
          </p:cNvPr>
          <p:cNvSpPr>
            <a:spLocks noGrp="1"/>
          </p:cNvSpPr>
          <p:nvPr/>
        </p:nvSpPr>
        <p:spPr>
          <a:xfrm>
            <a:off x="4467225" y="2971800"/>
            <a:ext cx="19050" cy="19050"/>
          </a:xfrm>
          <a:prstGeom prst="rect">
            <a:avLst/>
          </a:prstGeom>
          <a:noFill/>
          <a:ln w="0">
            <a:noFill/>
          </a:ln>
        </p:spPr>
      </p:sp>
      <p:sp>
        <p:nvSpPr>
          <p:cNvPr id="26" name="static">
            <a:extLst>
              <a:ext uri="{FF2B5EF4-FFF2-40B4-BE49-F238E27FC236}">
                <ns2:creationId id="{204FBF37-3CCD-416D-A6D1-E275426DDB23}"/>
              </a:ext>
            </a:extLst>
          </p:cNvPr>
          <p:cNvSpPr>
            <a:spLocks noGrp="1"/>
          </p:cNvSpPr>
          <p:nvPr/>
        </p:nvSpPr>
        <p:spPr>
          <a:xfrm>
            <a:off x="1609725" y="2971800"/>
            <a:ext cx="19050" cy="19050"/>
          </a:xfrm>
          <a:prstGeom prst="rect">
            <a:avLst/>
          </a:prstGeom>
          <a:noFill/>
          <a:ln w="0">
            <a:noFill/>
          </a:ln>
        </p:spPr>
      </p:sp>
      <p:cxnSp>
        <p:nvCxnSpPr>
          <p:cNvPr id="79" name="reveal-1"/>
          <p:cNvCxnSpPr>
            <a:stCxn id="25" idx="1"/>
            <a:endCxn id="26" idx="3"/>
          </p:cNvCxnSpPr>
          <p:nvPr/>
        </p:nvCxnSpPr>
        <p:spPr>
          <a:xfrm flipH="1">
            <a:off x="1628775" y="2981325"/>
            <a:ext cx="2838450" cy="0"/>
          </a:xfrm>
          <a:prstGeom prst="straightConnector1">
            <a:avLst/>
          </a:prstGeom>
          <a:ln w="19050">
            <a:solidFill>
              <a:srgbClr val="50DDC4"/>
            </a:solidFill>
            <a:prstDash val="dash"/>
            <a:tailEnd type="triangle" w="sm" len="sm"/>
          </a:ln>
        </p:spPr>
      </p:cxnSp>
      <p:sp>
        <p:nvSpPr>
          <p:cNvPr id="28" name="reveal-1">
            <a:extLst>
              <a:ext uri="{FF2B5EF4-FFF2-40B4-BE49-F238E27FC236}">
                <ns2:creationId id="{9CDFB923-C6B6-4127-892B-01283B478EC4}"/>
              </a:ext>
            </a:extLst>
          </p:cNvPr>
          <p:cNvSpPr>
            <a:spLocks noGrp="1"/>
          </p:cNvSpPr>
          <p:nvPr/>
        </p:nvSpPr>
        <p:spPr>
          <a:xfrm>
            <a:off x="1752600" y="2657475"/>
            <a:ext cx="2619375" cy="314325"/>
          </a:xfrm>
          <a:prstGeom prst="rect">
            <a:avLst/>
          </a:prstGeom>
          <a:noFill/>
          <a:ln w="0">
            <a:noFill/>
          </a:ln>
        </p:spPr>
        <p:txBody>
          <a:bodyPr>
            <a:noAutofit/>
          </a:bodyPr>
          <a:lstStyle/>
          <a:p>
            <a:pPr>
              <a:defRPr sz="1650" b="0">
                <a:solidFill>
                  <a:srgbClr val="F1F6F7"/>
                </a:solidFill>
                <a:latin typeface="Arial"/>
                <a:ea typeface="Arial"/>
                <a:cs typeface="Arial"/>
              </a:defRPr>
            </a:pPr>
            <a:r>
              <a:rPr sz="1650" b="0">
                <a:solidFill>
                  <a:srgbClr val="F1F6F7"/>
                </a:solidFill>
                <a:latin typeface="Arial"/>
                <a:ea typeface="Arial"/>
                <a:cs typeface="Arial"/>
              </a:rPr>
              <a:t>503 / no acknowledgment</a:t>
            </a:r>
          </a:p>
        </p:txBody>
      </p:sp>
      <p:sp>
        <p:nvSpPr>
          <p:cNvPr id="29" name="reveal-1">
            <a:extLst>
              <a:ext uri="{FF2B5EF4-FFF2-40B4-BE49-F238E27FC236}">
                <ns2:creationId id="{2BC99DE8-0AD7-4482-8E5E-2FB5F1CC1D19}"/>
              </a:ext>
            </a:extLst>
          </p:cNvPr>
          <p:cNvSpPr>
            <a:spLocks noGrp="1"/>
          </p:cNvSpPr>
          <p:nvPr/>
        </p:nvSpPr>
        <p:spPr>
          <a:xfrm>
            <a:off x="7505700" y="2743200"/>
            <a:ext cx="3743325" cy="371475"/>
          </a:xfrm>
          <a:prstGeom prst="rect">
            <a:avLst/>
          </a:prstGeom>
          <a:noFill/>
          <a:ln w="0">
            <a:noFill/>
          </a:ln>
        </p:spPr>
        <p:txBody>
          <a:bodyPr>
            <a:noAutofit/>
          </a:bodyPr>
          <a:lstStyle/>
          <a:p>
            <a:pPr>
              <a:defRPr sz="1725" b="0">
                <a:solidFill>
                  <a:srgbClr val="F7BC76"/>
                </a:solidFill>
                <a:latin typeface="Arial"/>
                <a:ea typeface="Arial"/>
                <a:cs typeface="Arial"/>
              </a:defRPr>
            </a:pPr>
            <a:r>
              <a:rPr sz="1725" b="0">
                <a:solidFill>
                  <a:srgbClr val="F7BC76"/>
                </a:solidFill>
                <a:latin typeface="Arial"/>
                <a:ea typeface="Arial"/>
                <a:cs typeface="Arial"/>
              </a:rPr>
              <a:t>Electron keeps event on disk</a:t>
            </a:r>
          </a:p>
        </p:txBody>
      </p:sp>
      <p:sp>
        <p:nvSpPr>
          <p:cNvPr id="30" name="reveal-2">
            <a:extLst>
              <a:ext uri="{FF2B5EF4-FFF2-40B4-BE49-F238E27FC236}">
                <ns2:creationId id="{57AEEA2E-9361-449F-8014-12BDA84C2518}"/>
              </a:ext>
            </a:extLst>
          </p:cNvPr>
          <p:cNvSpPr>
            <a:spLocks noGrp="1"/>
          </p:cNvSpPr>
          <p:nvPr/>
        </p:nvSpPr>
        <p:spPr>
          <a:xfrm>
            <a:off x="609600" y="3590925"/>
            <a:ext cx="10972800" cy="2428875"/>
          </a:xfrm>
          <a:prstGeom prst="rect">
            <a:avLst/>
          </a:prstGeom>
          <a:noFill/>
          <a:ln w="14288">
            <a:solidFill>
              <a:srgbClr val="36616C"/>
            </a:solidFill>
          </a:ln>
        </p:spPr>
      </p:sp>
      <p:sp>
        <p:nvSpPr>
          <p:cNvPr id="31" name="reveal-2">
            <a:extLst>
              <a:ext uri="{FF2B5EF4-FFF2-40B4-BE49-F238E27FC236}">
                <ns2:creationId id="{566ECBF6-17C0-4C31-8A58-A1C02B3D3E59}"/>
              </a:ext>
            </a:extLst>
          </p:cNvPr>
          <p:cNvSpPr>
            <a:spLocks noGrp="1"/>
          </p:cNvSpPr>
          <p:nvPr/>
        </p:nvSpPr>
        <p:spPr>
          <a:xfrm>
            <a:off x="714375" y="3609975"/>
            <a:ext cx="7524750" cy="285750"/>
          </a:xfrm>
          <a:prstGeom prst="rect">
            <a:avLst/>
          </a:prstGeom>
          <a:noFill/>
          <a:ln w="0">
            <a:noFill/>
          </a:ln>
        </p:spPr>
        <p:txBody>
          <a:bodyPr>
            <a:noAutofit/>
          </a:bodyPr>
          <a:lstStyle/>
          <a:p>
            <a:pPr>
              <a:defRPr sz="1500" b="1">
                <a:solidFill>
                  <a:srgbClr val="F7BC76"/>
                </a:solidFill>
                <a:latin typeface="Arial"/>
                <a:ea typeface="Arial"/>
                <a:cs typeface="Arial"/>
              </a:defRPr>
            </a:pPr>
            <a:r>
              <a:rPr sz="1500" b="1">
                <a:solidFill>
                  <a:srgbClr val="F7BC76"/>
                </a:solidFill>
                <a:latin typeface="Arial"/>
                <a:ea typeface="Arial"/>
                <a:cs typeface="Arial"/>
              </a:rPr>
              <a:t>[network returns; session has ended]</a:t>
            </a:r>
          </a:p>
        </p:txBody>
      </p:sp>
      <p:sp>
        <p:nvSpPr>
          <p:cNvPr id="32" name="static">
            <a:extLst>
              <a:ext uri="{FF2B5EF4-FFF2-40B4-BE49-F238E27FC236}">
                <ns2:creationId id="{A636EEC0-163B-4475-AE7A-826431DF238A}"/>
              </a:ext>
            </a:extLst>
          </p:cNvPr>
          <p:cNvSpPr>
            <a:spLocks noGrp="1"/>
          </p:cNvSpPr>
          <p:nvPr/>
        </p:nvSpPr>
        <p:spPr>
          <a:xfrm>
            <a:off x="1609725" y="4248150"/>
            <a:ext cx="19050" cy="19050"/>
          </a:xfrm>
          <a:prstGeom prst="rect">
            <a:avLst/>
          </a:prstGeom>
          <a:noFill/>
          <a:ln w="0">
            <a:noFill/>
          </a:ln>
        </p:spPr>
      </p:sp>
      <p:sp>
        <p:nvSpPr>
          <p:cNvPr id="33" name="static">
            <a:extLst>
              <a:ext uri="{FF2B5EF4-FFF2-40B4-BE49-F238E27FC236}">
                <ns2:creationId id="{37D9854C-B513-4BCD-B37C-5E9A890659EF}"/>
              </a:ext>
            </a:extLst>
          </p:cNvPr>
          <p:cNvSpPr>
            <a:spLocks noGrp="1"/>
          </p:cNvSpPr>
          <p:nvPr/>
        </p:nvSpPr>
        <p:spPr>
          <a:xfrm>
            <a:off x="4467225" y="4248150"/>
            <a:ext cx="19050" cy="19050"/>
          </a:xfrm>
          <a:prstGeom prst="rect">
            <a:avLst/>
          </a:prstGeom>
          <a:noFill/>
          <a:ln w="0">
            <a:noFill/>
          </a:ln>
        </p:spPr>
      </p:sp>
      <p:cxnSp>
        <p:nvCxnSpPr>
          <p:cNvPr id="86" name="reveal-2"/>
          <p:cNvCxnSpPr>
            <a:stCxn id="32" idx="3"/>
            <a:endCxn id="33" idx="1"/>
          </p:cNvCxnSpPr>
          <p:nvPr/>
        </p:nvCxnSpPr>
        <p:spPr>
          <a:xfrm>
            <a:off x="1628775" y="4257675"/>
            <a:ext cx="2838450" cy="0"/>
          </a:xfrm>
          <a:prstGeom prst="straightConnector1">
            <a:avLst/>
          </a:prstGeom>
          <a:ln w="19050">
            <a:solidFill>
              <a:srgbClr val="50DDC4"/>
            </a:solidFill>
            <a:prstDash val="solid"/>
            <a:tailEnd type="triangle" w="sm" len="sm"/>
          </a:ln>
        </p:spPr>
      </p:cxnSp>
      <p:sp>
        <p:nvSpPr>
          <p:cNvPr id="35" name="reveal-2">
            <a:extLst>
              <a:ext uri="{FF2B5EF4-FFF2-40B4-BE49-F238E27FC236}">
                <ns2:creationId id="{62FCD631-8E81-4C9F-85FC-BFFE395FE76E}"/>
              </a:ext>
            </a:extLst>
          </p:cNvPr>
          <p:cNvSpPr>
            <a:spLocks noGrp="1"/>
          </p:cNvSpPr>
          <p:nvPr/>
        </p:nvSpPr>
        <p:spPr>
          <a:xfrm>
            <a:off x="1752600" y="3933825"/>
            <a:ext cx="2619375" cy="314325"/>
          </a:xfrm>
          <a:prstGeom prst="rect">
            <a:avLst/>
          </a:prstGeom>
          <a:noFill/>
          <a:ln w="0">
            <a:noFill/>
          </a:ln>
        </p:spPr>
        <p:txBody>
          <a:bodyPr>
            <a:noAutofit/>
          </a:bodyPr>
          <a:lstStyle/>
          <a:p>
            <a:pPr>
              <a:defRPr sz="1650" b="0">
                <a:solidFill>
                  <a:srgbClr val="F1F6F7"/>
                </a:solidFill>
                <a:latin typeface="Arial"/>
                <a:ea typeface="Arial"/>
                <a:cs typeface="Arial"/>
              </a:defRPr>
            </a:pPr>
            <a:r>
              <a:rPr sz="1650" b="0">
                <a:solidFill>
                  <a:srgbClr val="F1F6F7"/>
                </a:solidFill>
                <a:latin typeface="Arial"/>
                <a:ea typeface="Arial"/>
                <a:cs typeface="Arial"/>
              </a:rPr>
              <a:t>Retry original time + ID</a:t>
            </a:r>
          </a:p>
        </p:txBody>
      </p:sp>
      <p:sp>
        <p:nvSpPr>
          <p:cNvPr id="36" name="static">
            <a:extLst>
              <a:ext uri="{FF2B5EF4-FFF2-40B4-BE49-F238E27FC236}">
                <ns2:creationId id="{54A9D162-A086-42AD-83D1-862962A1064B}"/>
              </a:ext>
            </a:extLst>
          </p:cNvPr>
          <p:cNvSpPr>
            <a:spLocks noGrp="1"/>
          </p:cNvSpPr>
          <p:nvPr/>
        </p:nvSpPr>
        <p:spPr>
          <a:xfrm>
            <a:off x="4467225" y="4657725"/>
            <a:ext cx="19050" cy="19050"/>
          </a:xfrm>
          <a:prstGeom prst="rect">
            <a:avLst/>
          </a:prstGeom>
          <a:noFill/>
          <a:ln w="0">
            <a:noFill/>
          </a:ln>
        </p:spPr>
      </p:sp>
      <p:sp>
        <p:nvSpPr>
          <p:cNvPr id="37" name="static">
            <a:extLst>
              <a:ext uri="{FF2B5EF4-FFF2-40B4-BE49-F238E27FC236}">
                <ns2:creationId id="{3DD6AF77-1B25-4599-9FE8-750A67CFFD9F}"/>
              </a:ext>
            </a:extLst>
          </p:cNvPr>
          <p:cNvSpPr>
            <a:spLocks noGrp="1"/>
          </p:cNvSpPr>
          <p:nvPr/>
        </p:nvSpPr>
        <p:spPr>
          <a:xfrm>
            <a:off x="7324725" y="4657725"/>
            <a:ext cx="19050" cy="19050"/>
          </a:xfrm>
          <a:prstGeom prst="rect">
            <a:avLst/>
          </a:prstGeom>
          <a:noFill/>
          <a:ln w="0">
            <a:noFill/>
          </a:ln>
        </p:spPr>
      </p:sp>
      <p:cxnSp>
        <p:nvCxnSpPr>
          <p:cNvPr id="90" name="reveal-2"/>
          <p:cNvCxnSpPr>
            <a:stCxn id="36" idx="3"/>
            <a:endCxn id="37" idx="1"/>
          </p:cNvCxnSpPr>
          <p:nvPr/>
        </p:nvCxnSpPr>
        <p:spPr>
          <a:xfrm>
            <a:off x="4486275" y="4667250"/>
            <a:ext cx="2838450" cy="0"/>
          </a:xfrm>
          <a:prstGeom prst="straightConnector1">
            <a:avLst/>
          </a:prstGeom>
          <a:ln w="19050">
            <a:solidFill>
              <a:srgbClr val="50DDC4"/>
            </a:solidFill>
            <a:prstDash val="solid"/>
            <a:tailEnd type="triangle" w="sm" len="sm"/>
          </a:ln>
        </p:spPr>
      </p:cxnSp>
      <p:sp>
        <p:nvSpPr>
          <p:cNvPr id="39" name="reveal-2">
            <a:extLst>
              <a:ext uri="{FF2B5EF4-FFF2-40B4-BE49-F238E27FC236}">
                <ns2:creationId id="{F5C6D625-3FE2-4E89-B167-C5722A0A2504}"/>
              </a:ext>
            </a:extLst>
          </p:cNvPr>
          <p:cNvSpPr>
            <a:spLocks noGrp="1"/>
          </p:cNvSpPr>
          <p:nvPr/>
        </p:nvSpPr>
        <p:spPr>
          <a:xfrm>
            <a:off x="4610100" y="4343400"/>
            <a:ext cx="2619375" cy="314325"/>
          </a:xfrm>
          <a:prstGeom prst="rect">
            <a:avLst/>
          </a:prstGeom>
          <a:noFill/>
          <a:ln w="0">
            <a:noFill/>
          </a:ln>
        </p:spPr>
        <p:txBody>
          <a:bodyPr>
            <a:noAutofit/>
          </a:bodyPr>
          <a:lstStyle/>
          <a:p>
            <a:pPr>
              <a:defRPr sz="1650" b="0">
                <a:solidFill>
                  <a:srgbClr val="F1F6F7"/>
                </a:solidFill>
                <a:latin typeface="Arial"/>
                <a:ea typeface="Arial"/>
                <a:cs typeface="Arial"/>
              </a:defRPr>
            </a:pPr>
            <a:r>
              <a:rPr sz="1650" b="0">
                <a:solidFill>
                  <a:srgbClr val="F1F6F7"/>
                </a:solidFill>
                <a:latin typeface="Arial"/>
                <a:ea typeface="Arial"/>
                <a:cs typeface="Arial"/>
              </a:rPr>
              <a:t>Valid window: save once</a:t>
            </a:r>
          </a:p>
        </p:txBody>
      </p:sp>
      <p:sp>
        <p:nvSpPr>
          <p:cNvPr id="40" name="static">
            <a:extLst>
              <a:ext uri="{FF2B5EF4-FFF2-40B4-BE49-F238E27FC236}">
                <ns2:creationId id="{19E66331-705D-469F-9800-86D6617DBC9F}"/>
              </a:ext>
            </a:extLst>
          </p:cNvPr>
          <p:cNvSpPr>
            <a:spLocks noGrp="1"/>
          </p:cNvSpPr>
          <p:nvPr/>
        </p:nvSpPr>
        <p:spPr>
          <a:xfrm>
            <a:off x="4467225" y="5076825"/>
            <a:ext cx="19050" cy="19050"/>
          </a:xfrm>
          <a:prstGeom prst="rect">
            <a:avLst/>
          </a:prstGeom>
          <a:noFill/>
          <a:ln w="0">
            <a:noFill/>
          </a:ln>
        </p:spPr>
      </p:sp>
      <p:sp>
        <p:nvSpPr>
          <p:cNvPr id="41" name="static">
            <a:extLst>
              <a:ext uri="{FF2B5EF4-FFF2-40B4-BE49-F238E27FC236}">
                <ns2:creationId id="{336A7ECE-67AB-4197-8BD3-EFBDCF7E34F3}"/>
              </a:ext>
            </a:extLst>
          </p:cNvPr>
          <p:cNvSpPr>
            <a:spLocks noGrp="1"/>
          </p:cNvSpPr>
          <p:nvPr/>
        </p:nvSpPr>
        <p:spPr>
          <a:xfrm>
            <a:off x="1609725" y="5076825"/>
            <a:ext cx="19050" cy="19050"/>
          </a:xfrm>
          <a:prstGeom prst="rect">
            <a:avLst/>
          </a:prstGeom>
          <a:noFill/>
          <a:ln w="0">
            <a:noFill/>
          </a:ln>
        </p:spPr>
      </p:sp>
      <p:cxnSp>
        <p:nvCxnSpPr>
          <p:cNvPr id="94" name="reveal-2"/>
          <p:cNvCxnSpPr>
            <a:stCxn id="40" idx="1"/>
            <a:endCxn id="41" idx="3"/>
          </p:cNvCxnSpPr>
          <p:nvPr/>
        </p:nvCxnSpPr>
        <p:spPr>
          <a:xfrm flipH="1">
            <a:off x="1628775" y="5086350"/>
            <a:ext cx="2838450" cy="0"/>
          </a:xfrm>
          <a:prstGeom prst="straightConnector1">
            <a:avLst/>
          </a:prstGeom>
          <a:ln w="19050">
            <a:solidFill>
              <a:srgbClr val="50DDC4"/>
            </a:solidFill>
            <a:prstDash val="dash"/>
            <a:tailEnd type="triangle" w="sm" len="sm"/>
          </a:ln>
        </p:spPr>
      </p:cxnSp>
      <p:sp>
        <p:nvSpPr>
          <p:cNvPr id="43" name="reveal-2">
            <a:extLst>
              <a:ext uri="{FF2B5EF4-FFF2-40B4-BE49-F238E27FC236}">
                <ns2:creationId id="{F5551425-8F05-4510-9A61-86A9E70A3C9C}"/>
              </a:ext>
            </a:extLst>
          </p:cNvPr>
          <p:cNvSpPr>
            <a:spLocks noGrp="1"/>
          </p:cNvSpPr>
          <p:nvPr/>
        </p:nvSpPr>
        <p:spPr>
          <a:xfrm>
            <a:off x="1752600" y="4762500"/>
            <a:ext cx="2619375" cy="314325"/>
          </a:xfrm>
          <a:prstGeom prst="rect">
            <a:avLst/>
          </a:prstGeom>
          <a:noFill/>
          <a:ln w="0">
            <a:noFill/>
          </a:ln>
        </p:spPr>
        <p:txBody>
          <a:bodyPr>
            <a:noAutofit/>
          </a:bodyPr>
          <a:lstStyle/>
          <a:p>
            <a:pPr>
              <a:defRPr sz="1650" b="0">
                <a:solidFill>
                  <a:srgbClr val="F1F6F7"/>
                </a:solidFill>
                <a:latin typeface="Arial"/>
                <a:ea typeface="Arial"/>
                <a:cs typeface="Arial"/>
              </a:defRPr>
            </a:pPr>
            <a:r>
              <a:rPr sz="1650" b="0">
                <a:solidFill>
                  <a:srgbClr val="F1F6F7"/>
                </a:solidFill>
                <a:latin typeface="Arial"/>
                <a:ea typeface="Arial"/>
                <a:cs typeface="Arial"/>
              </a:rPr>
              <a:t>201 saved / 200 duplicate</a:t>
            </a:r>
          </a:p>
        </p:txBody>
      </p:sp>
      <p:sp>
        <p:nvSpPr>
          <p:cNvPr id="44" name="static">
            <a:extLst>
              <a:ext uri="{FF2B5EF4-FFF2-40B4-BE49-F238E27FC236}">
                <ns2:creationId id="{16A9F5F9-818C-4CA6-97F5-F40275922756}"/>
              </a:ext>
            </a:extLst>
          </p:cNvPr>
          <p:cNvSpPr>
            <a:spLocks noGrp="1"/>
          </p:cNvSpPr>
          <p:nvPr/>
        </p:nvSpPr>
        <p:spPr>
          <a:xfrm>
            <a:off x="10277475" y="5495925"/>
            <a:ext cx="19050" cy="19050"/>
          </a:xfrm>
          <a:prstGeom prst="rect">
            <a:avLst/>
          </a:prstGeom>
          <a:noFill/>
          <a:ln w="0">
            <a:noFill/>
          </a:ln>
        </p:spPr>
      </p:sp>
      <p:sp>
        <p:nvSpPr>
          <p:cNvPr id="45" name="static">
            <a:extLst>
              <a:ext uri="{FF2B5EF4-FFF2-40B4-BE49-F238E27FC236}">
                <ns2:creationId id="{2C594ECC-399E-438D-A1B1-45734F51CCEA}"/>
              </a:ext>
            </a:extLst>
          </p:cNvPr>
          <p:cNvSpPr>
            <a:spLocks noGrp="1"/>
          </p:cNvSpPr>
          <p:nvPr/>
        </p:nvSpPr>
        <p:spPr>
          <a:xfrm>
            <a:off x="4467225" y="5495925"/>
            <a:ext cx="19050" cy="19050"/>
          </a:xfrm>
          <a:prstGeom prst="rect">
            <a:avLst/>
          </a:prstGeom>
          <a:noFill/>
          <a:ln w="0">
            <a:noFill/>
          </a:ln>
        </p:spPr>
      </p:sp>
      <p:cxnSp>
        <p:nvCxnSpPr>
          <p:cNvPr id="98" name="reveal-3"/>
          <p:cNvCxnSpPr>
            <a:stCxn id="44" idx="1"/>
            <a:endCxn id="45" idx="3"/>
          </p:cNvCxnSpPr>
          <p:nvPr/>
        </p:nvCxnSpPr>
        <p:spPr>
          <a:xfrm flipH="1">
            <a:off x="4486275" y="5505450"/>
            <a:ext cx="5791200" cy="0"/>
          </a:xfrm>
          <a:prstGeom prst="straightConnector1">
            <a:avLst/>
          </a:prstGeom>
          <a:ln w="19050">
            <a:solidFill>
              <a:srgbClr val="50DDC4"/>
            </a:solidFill>
            <a:prstDash val="solid"/>
            <a:tailEnd type="triangle" w="sm" len="sm"/>
          </a:ln>
        </p:spPr>
      </p:cxnSp>
      <p:sp>
        <p:nvSpPr>
          <p:cNvPr id="47" name="reveal-3">
            <a:extLst>
              <a:ext uri="{FF2B5EF4-FFF2-40B4-BE49-F238E27FC236}">
                <ns2:creationId id="{FD586DCE-CAE2-4C1F-BFCF-49AB9D210871}"/>
              </a:ext>
            </a:extLst>
          </p:cNvPr>
          <p:cNvSpPr>
            <a:spLocks noGrp="1"/>
          </p:cNvSpPr>
          <p:nvPr/>
        </p:nvSpPr>
        <p:spPr>
          <a:xfrm>
            <a:off x="4610100" y="5181600"/>
            <a:ext cx="5572125" cy="314325"/>
          </a:xfrm>
          <a:prstGeom prst="rect">
            <a:avLst/>
          </a:prstGeom>
          <a:noFill/>
          <a:ln w="0">
            <a:noFill/>
          </a:ln>
        </p:spPr>
        <p:txBody>
          <a:bodyPr>
            <a:noAutofit/>
          </a:bodyPr>
          <a:lstStyle/>
          <a:p>
            <a:pPr>
              <a:defRPr sz="1650" b="0">
                <a:solidFill>
                  <a:srgbClr val="F1F6F7"/>
                </a:solidFill>
                <a:latin typeface="Arial"/>
                <a:ea typeface="Arial"/>
                <a:cs typeface="Arial"/>
              </a:defRPr>
            </a:pPr>
            <a:r>
              <a:rPr sz="1650" b="0">
                <a:solidFill>
                  <a:srgbClr val="F1F6F7"/>
                </a:solidFill>
                <a:latin typeface="Arial"/>
                <a:ea typeface="Arial"/>
                <a:cs typeface="Arial"/>
              </a:rPr>
              <a:t>GET history</a:t>
            </a:r>
          </a:p>
        </p:txBody>
      </p:sp>
      <p:sp>
        <p:nvSpPr>
          <p:cNvPr id="48" name="static">
            <a:extLst>
              <a:ext uri="{FF2B5EF4-FFF2-40B4-BE49-F238E27FC236}">
                <ns2:creationId id="{9ECB2276-3602-4AF6-8402-77E84372B0E4}"/>
              </a:ext>
            </a:extLst>
          </p:cNvPr>
          <p:cNvSpPr>
            <a:spLocks noGrp="1"/>
          </p:cNvSpPr>
          <p:nvPr/>
        </p:nvSpPr>
        <p:spPr>
          <a:xfrm>
            <a:off x="4467225" y="5867400"/>
            <a:ext cx="19050" cy="19050"/>
          </a:xfrm>
          <a:prstGeom prst="rect">
            <a:avLst/>
          </a:prstGeom>
          <a:noFill/>
          <a:ln w="0">
            <a:noFill/>
          </a:ln>
        </p:spPr>
      </p:sp>
      <p:sp>
        <p:nvSpPr>
          <p:cNvPr id="49" name="static">
            <a:extLst>
              <a:ext uri="{FF2B5EF4-FFF2-40B4-BE49-F238E27FC236}">
                <ns2:creationId id="{F0B8584D-98D5-4B4B-821D-9A4C9D7F2F38}"/>
              </a:ext>
            </a:extLst>
          </p:cNvPr>
          <p:cNvSpPr>
            <a:spLocks noGrp="1"/>
          </p:cNvSpPr>
          <p:nvPr/>
        </p:nvSpPr>
        <p:spPr>
          <a:xfrm>
            <a:off x="10277475" y="5867400"/>
            <a:ext cx="19050" cy="19050"/>
          </a:xfrm>
          <a:prstGeom prst="rect">
            <a:avLst/>
          </a:prstGeom>
          <a:noFill/>
          <a:ln w="0">
            <a:noFill/>
          </a:ln>
        </p:spPr>
      </p:sp>
      <p:cxnSp>
        <p:nvCxnSpPr>
          <p:cNvPr id="102" name="reveal-3"/>
          <p:cNvCxnSpPr>
            <a:stCxn id="48" idx="3"/>
            <a:endCxn id="49" idx="1"/>
          </p:cNvCxnSpPr>
          <p:nvPr/>
        </p:nvCxnSpPr>
        <p:spPr>
          <a:xfrm>
            <a:off x="4486275" y="5876925"/>
            <a:ext cx="5791200" cy="0"/>
          </a:xfrm>
          <a:prstGeom prst="straightConnector1">
            <a:avLst/>
          </a:prstGeom>
          <a:ln w="19050">
            <a:solidFill>
              <a:srgbClr val="50DDC4"/>
            </a:solidFill>
            <a:prstDash val="dash"/>
            <a:tailEnd type="triangle" w="sm" len="sm"/>
          </a:ln>
        </p:spPr>
      </p:cxnSp>
      <p:sp>
        <p:nvSpPr>
          <p:cNvPr id="51" name="reveal-3">
            <a:extLst>
              <a:ext uri="{FF2B5EF4-FFF2-40B4-BE49-F238E27FC236}">
                <ns2:creationId id="{9C73492F-B54B-482C-AB34-A8482D186408}"/>
              </a:ext>
            </a:extLst>
          </p:cNvPr>
          <p:cNvSpPr>
            <a:spLocks noGrp="1"/>
          </p:cNvSpPr>
          <p:nvPr/>
        </p:nvSpPr>
        <p:spPr>
          <a:xfrm>
            <a:off x="4610100" y="5553075"/>
            <a:ext cx="5572125" cy="314325"/>
          </a:xfrm>
          <a:prstGeom prst="rect">
            <a:avLst/>
          </a:prstGeom>
          <a:noFill/>
          <a:ln w="0">
            <a:noFill/>
          </a:ln>
        </p:spPr>
        <p:txBody>
          <a:bodyPr>
            <a:noAutofit/>
          </a:bodyPr>
          <a:lstStyle/>
          <a:p>
            <a:pPr>
              <a:defRPr sz="1650" b="0">
                <a:solidFill>
                  <a:srgbClr val="F1F6F7"/>
                </a:solidFill>
                <a:latin typeface="Arial"/>
                <a:ea typeface="Arial"/>
                <a:cs typeface="Arial"/>
              </a:defRPr>
            </a:pPr>
            <a:r>
              <a:rPr sz="1650" b="0">
                <a:solidFill>
                  <a:srgbClr val="F1F6F7"/>
                </a:solidFill>
                <a:latin typeface="Arial"/>
                <a:ea typeface="Arial"/>
                <a:cs typeface="Arial"/>
              </a:rPr>
              <a:t>Late evidence pending review</a:t>
            </a:r>
          </a:p>
        </p:txBody>
      </p:sp>
      <p:sp>
        <p:nvSpPr>
          <p:cNvPr id="52" name="static">
            <a:extLst>
              <a:ext uri="{FF2B5EF4-FFF2-40B4-BE49-F238E27FC236}">
                <ns2:creationId id="{7A4C4A17-A47C-46B9-9247-FE358831F7A3}"/>
              </a:ext>
            </a:extLst>
          </p:cNvPr>
          <p:cNvSpPr>
            <a:spLocks noGrp="1"/>
          </p:cNvSpPr>
          <p:nvPr/>
        </p:nvSpPr>
        <p:spPr>
          <a:xfrm>
            <a:off x="609600" y="6134100"/>
            <a:ext cx="10972800" cy="276225"/>
          </a:xfrm>
          <a:prstGeom prst="rect">
            <a:avLst/>
          </a:prstGeom>
          <a:noFill/>
          <a:ln w="0">
            <a:noFill/>
          </a:ln>
        </p:spPr>
        <p:txBody>
          <a:bodyPr>
            <a:noAutofit/>
          </a:bodyPr>
          <a:lstStyle/>
          <a:p>
            <a:pPr>
              <a:defRPr sz="1650" b="1">
                <a:solidFill>
                  <a:srgbClr val="50DDC4"/>
                </a:solidFill>
                <a:latin typeface="Arial"/>
                <a:ea typeface="Arial"/>
                <a:cs typeface="Arial"/>
              </a:defRPr>
            </a:pPr>
            <a:r>
              <a:rPr sz="1650" b="1">
                <a:solidFill>
                  <a:srgbClr val="50DDC4"/>
                </a:solidFill>
                <a:latin typeface="Arial"/>
                <a:ea typeface="Arial"/>
                <a:cs typeface="Arial"/>
              </a:rPr>
              <a:t>Session stays closed. Late evidence affects score only after confirmation.</a:t>
            </a:r>
          </a:p>
        </p:txBody>
      </p:sp>
    </p:spTree>
    <p:extLst>
      <p:ext uri="{BB962C8B-B14F-4D97-AF65-F5344CB8AC3E}">
        <ns3:creationId val="113141274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23"/>
                                  </p:tgtEl>
                                  <p:attrNameLst>
                                    <p:attrName>style.visibility</p:attrName>
                                  </p:attrNameLst>
                                </p:cBhvr>
                                <p:to>
                                  <p:strVal val="visible"/>
                                </p:to>
                              </p:set>
                              <p:animEffect transition="in" filter="fade">
                                <p:cBhvr>
                                  <p:cTn id="6" dur="450"/>
                                  <p:tgtEl>
                                    <p:spTgt spid="2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24"/>
                                  </p:tgtEl>
                                  <p:attrNameLst>
                                    <p:attrName>style.visibility</p:attrName>
                                  </p:attrNameLst>
                                </p:cBhvr>
                                <p:to>
                                  <p:strVal val="visible"/>
                                </p:to>
                              </p:set>
                              <p:animEffect transition="in" filter="fade">
                                <p:cBhvr>
                                  <p:cTn id="9" dur="450"/>
                                  <p:tgtEl>
                                    <p:spTgt spid="2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50"/>
                                  <p:tgtEl>
                                    <p:spTgt spid="28"/>
                                  </p:tgtEl>
                                </p:cBhvr>
                              </p:animEffect>
                            </p:childTnLst>
                          </p:cTn>
                        </p:par>
                        <p:par>
                          <p:cTn id="13" presetID="10"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450"/>
                                  <p:tgtEl>
                                    <p:spTgt spid="29"/>
                                  </p:tgtEl>
                                </p:cBhvr>
                              </p:animEffect>
                            </p:childTnLst>
                          </p:cTn>
                        </p:par>
                      </p:childTnLst>
                    </p:cTn>
                  </p:par>
                  <p:par>
                    <p:cTn id="16" fill="hold">
                      <p:stCondLst>
                        <p:cond delay="indefinite"/>
                      </p:stCondLst>
                      <p:childTnLst>
                        <p:par>
                          <p:cTn id="17" presetID="10" presetClass="entr" presetSubtype="0" fill="hold" grpId="1" nodeType="click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50"/>
                                  <p:tgtEl>
                                    <p:spTgt spid="30"/>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50"/>
                                  <p:tgtEl>
                                    <p:spTgt spid="31"/>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450"/>
                                  <p:tgtEl>
                                    <p:spTgt spid="35"/>
                                  </p:tgtEl>
                                </p:cBhvr>
                              </p:animEffect>
                            </p:childTnLst>
                          </p:cTn>
                        </p:par>
                        <p:par>
                          <p:cTn id="26" presetID="10" presetClass="entr" presetSubtype="0" fill="hold" grpId="1" nodeType="click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fade">
                                <p:cBhvr>
                                  <p:cTn id="28" dur="450"/>
                                  <p:tgtEl>
                                    <p:spTgt spid="39"/>
                                  </p:tgtEl>
                                </p:cBhvr>
                              </p:animEffect>
                            </p:childTnLst>
                          </p:cTn>
                        </p:par>
                        <p:par>
                          <p:cTn id="29" presetID="10" presetClass="entr" presetSubtype="0" fill="hold" grpId="1" nodeType="clickEffect">
                            <p:stCondLst>
                              <p:cond delay="0"/>
                            </p:stCondLst>
                            <p:childTnLst>
                              <p:set>
                                <p:cBhvr>
                                  <p:cTn id="30" dur="1" fill="hold">
                                    <p:stCondLst>
                                      <p:cond delay="0"/>
                                    </p:stCondLst>
                                  </p:cTn>
                                  <p:tgtEl>
                                    <p:spTgt spid="43"/>
                                  </p:tgtEl>
                                  <p:attrNameLst>
                                    <p:attrName>style.visibility</p:attrName>
                                  </p:attrNameLst>
                                </p:cBhvr>
                                <p:to>
                                  <p:strVal val="visible"/>
                                </p:to>
                              </p:set>
                              <p:animEffect transition="in" filter="fade">
                                <p:cBhvr>
                                  <p:cTn id="31" dur="450"/>
                                  <p:tgtEl>
                                    <p:spTgt spid="43"/>
                                  </p:tgtEl>
                                </p:cBhvr>
                              </p:animEffect>
                            </p:childTnLst>
                          </p:cTn>
                        </p:par>
                      </p:childTnLst>
                    </p:cTn>
                  </p:par>
                  <p:par>
                    <p:cTn id="32" fill="hold">
                      <p:stCondLst>
                        <p:cond delay="indefinite"/>
                      </p:stCondLst>
                      <p:childTnLst>
                        <p:par>
                          <p:cTn id="33" presetID="10" presetClass="entr" presetSubtype="0" fill="hold" grpId="2" nodeType="clickEffect">
                            <p:stCondLst>
                              <p:cond delay="0"/>
                            </p:stCondLst>
                            <p:childTnLst>
                              <p:set>
                                <p:cBhvr>
                                  <p:cTn id="34" dur="1" fill="hold">
                                    <p:stCondLst>
                                      <p:cond delay="0"/>
                                    </p:stCondLst>
                                  </p:cTn>
                                  <p:tgtEl>
                                    <p:spTgt spid="47"/>
                                  </p:tgtEl>
                                  <p:attrNameLst>
                                    <p:attrName>style.visibility</p:attrName>
                                  </p:attrNameLst>
                                </p:cBhvr>
                                <p:to>
                                  <p:strVal val="visible"/>
                                </p:to>
                              </p:set>
                              <p:animEffect transition="in" filter="fade">
                                <p:cBhvr>
                                  <p:cTn id="35" dur="450"/>
                                  <p:tgtEl>
                                    <p:spTgt spid="47"/>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51"/>
                                  </p:tgtEl>
                                  <p:attrNameLst>
                                    <p:attrName>style.visibility</p:attrName>
                                  </p:attrNameLst>
                                </p:cBhvr>
                                <p:to>
                                  <p:strVal val="visible"/>
                                </p:to>
                              </p:set>
                              <p:animEffect transition="in" filter="fade">
                                <p:cBhvr>
                                  <p:cTn id="38" dur="450"/>
                                  <p:tgtEl>
                                    <p:spTgt spid="5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8" grpId="0" animBg="1"/>
      <p:bldP spid="29" grpId="0" animBg="1"/>
      <p:bldP spid="30" grpId="1" animBg="1"/>
      <p:bldP spid="31" grpId="1" animBg="1"/>
      <p:bldP spid="35" grpId="1" animBg="1"/>
      <p:bldP spid="39" grpId="1" animBg="1"/>
      <p:bldP spid="43" grpId="1" animBg="1"/>
      <p:bldP spid="47" grpId="2" animBg="1"/>
      <p:bldP spid="51" grpId="2" animBg="1"/>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2026-10-03T10:58:56.0310000Z</dcterms:created>
  <dcterms:modified xsi:type="dcterms:W3CDTF">2026-10-03T10:58:56.0310000Z</dcterms:modified>
</coreProperties>
</file>